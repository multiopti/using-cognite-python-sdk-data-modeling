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9" r:id="rId3"/>
    <p:sldId id="27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46227-4F46-4D1D-8040-A8C44D6E1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E9330-EBD2-48FB-9959-2E44F9B48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D7EA1-F2F3-4DB2-8840-FBCA3F6A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1F730-9933-492B-B0F0-85782671E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58C55-0ED3-4E51-A235-0047C641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2750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BF73-846A-434A-A19F-985EC3CBD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114FB-20A9-4A0C-8AD5-F577AE1D4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7B307-9EC6-4E5F-8FA5-48839A288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1DB34-1DCF-4C21-94C4-FEF0CDFA6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1526D-253D-47C4-9B39-E961EF80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9772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9FC4-8CE1-4C2C-8BEF-7F57CEC4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0DC8F-B991-4F09-9E84-BE596BA1A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4E625-1E34-4BC8-A54C-214ED0F9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F04B-D282-4DDE-97E0-6AF84507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C909A-650E-49FA-BB7F-72BA8D8CF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94806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936A-E4DE-4B54-AC98-66601904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52B57-8D4E-4331-BEA2-D770F692F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B0FF80-ED5E-4B82-9BE1-6B5723697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2445B-3AAE-400A-AC27-F8C3DDE29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346AA-A9ED-44F6-86FB-D4127E827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77C6-8CF8-47A5-A0A4-0985404B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75871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F455-AD0C-4613-8580-ABFC9C42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42F6D-BAB2-4783-97B3-8C9253AA7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A9795-4497-4C60-9984-5DE16E339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C7F5E-5D7C-4E45-BA8F-47BDC9BFB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C47BD-3265-471F-881A-5835A851B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F70BE-1360-4B81-B6FF-C85BEFA1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4E8C4E-A03B-4B49-B6A0-6866B297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ECB951-22EA-4547-A722-968F47B0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6643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2E46-8289-45FC-BFE7-10ABC0D1B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90BB2-0FD9-4ED4-8A92-3EBCD786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99ED4-B6B6-4DFB-91B2-34BF4425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128F8-E59E-4C34-B142-D803A212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72484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C1B8D-ADC8-48C8-B012-FC9F3F877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D432C-AB72-4BAB-B3E4-F1021DF4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CB1C5-6909-4841-9F48-6B2A4D7C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3026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E781-D568-4BA4-AF52-7FF5CF89C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FC9E-21D3-4EE5-A343-CFA6F5D72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4357F-3B75-404D-A370-A1D22B4B4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B3441-B168-4DCC-B7A2-BC380F5B1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6585C-4282-444A-8248-8DB5DDDE2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FB396-D84C-4636-94DE-EC98A86C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9313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E0BB-F3F8-4D80-AC56-89554036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8A413-CBEE-46DA-B479-695855F930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A037E-8B10-4110-9168-102452CA9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F48C4-FE52-4375-B851-49219908C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FB762-1574-4AD5-846B-B6B13CF7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F7C2F-C73F-4DC5-903E-7C88A159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46709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54C4-0FDC-4C17-AD13-0DE5ED0E8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3E640E-4C74-4A8B-AE79-6F0097594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AAEA-EB14-44B2-B1E9-B9DDE1969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8A6A5-996F-425A-9D44-D7D5DDF2B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1B086-62DB-43ED-A537-BD0E7CD5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6110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7A4D39-73BD-492F-92C8-BA3AE116F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9468F-83B8-4649-94CF-56F3A05A6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3285B-1F35-41E4-A0EF-C819846E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43770-A202-4EAC-BE69-4D50F000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E73CC-5755-4ED8-BCF4-8AFFC2B6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5768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A1C51-BA2F-450D-B090-87F957CDE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E78C5-25ED-4F5F-9CC8-A23679E6A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B8245-B1C3-4791-BA27-F8A38265A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2FC32-87D8-42FE-9978-3E5B4973AC80}" type="datetimeFigureOut">
              <a:rPr lang="es-419" smtClean="0"/>
              <a:t>15/4/2026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D2FCD-2DDC-47AE-9DDA-E7D0EE807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3FA1B-5AD4-40DC-BF1E-ED3DC8F2B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FF4A4-336B-40C1-9DD2-828140148D3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6093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2D81AA-7605-4919-9C8D-6CFB8D3FCDA0}"/>
              </a:ext>
            </a:extLst>
          </p:cNvPr>
          <p:cNvSpPr txBox="1"/>
          <p:nvPr/>
        </p:nvSpPr>
        <p:spPr>
          <a:xfrm>
            <a:off x="352339" y="191054"/>
            <a:ext cx="30871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Situación actual</a:t>
            </a:r>
          </a:p>
          <a:p>
            <a:endParaRPr lang="es-ES" sz="2000" b="1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Visibilidad en sala: contadores se muestran en tiempo real (actualizados cada 5 min)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6F6B24-44DC-49C4-AEF1-D58975DA3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842" y="5722802"/>
            <a:ext cx="2854305" cy="944144"/>
          </a:xfrm>
          <a:prstGeom prst="rect">
            <a:avLst/>
          </a:prstGeom>
        </p:spPr>
      </p:pic>
      <p:pic>
        <p:nvPicPr>
          <p:cNvPr id="1026" name="Picture 2" descr="Introducing FactoryTalk Optix: The ...">
            <a:extLst>
              <a:ext uri="{FF2B5EF4-FFF2-40B4-BE49-F238E27FC236}">
                <a16:creationId xmlns:a16="http://schemas.microsoft.com/office/drawing/2014/main" id="{02B949EF-696C-4687-B570-FF0795C3F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802" y="6105308"/>
            <a:ext cx="1294045" cy="56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96A2D1-1FC4-4FB1-993A-95BACCD38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101" y="191053"/>
            <a:ext cx="8308746" cy="53813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11B631-2159-4EC1-AB45-9141C6511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207" y="2383355"/>
            <a:ext cx="3634040" cy="205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86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C7A101-584C-4BBA-8363-2B4A733DEDD0}"/>
              </a:ext>
            </a:extLst>
          </p:cNvPr>
          <p:cNvSpPr txBox="1"/>
          <p:nvPr/>
        </p:nvSpPr>
        <p:spPr>
          <a:xfrm>
            <a:off x="352340" y="191054"/>
            <a:ext cx="33807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Próximos pasos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Generación de reportes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Dashboard</a:t>
            </a:r>
            <a:r>
              <a:rPr lang="es-ES" sz="2400" dirty="0"/>
              <a:t> - </a:t>
            </a:r>
            <a:r>
              <a:rPr lang="es-ES" sz="2400" dirty="0" err="1"/>
              <a:t>KPIs</a:t>
            </a: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C3816-3BDC-4CA4-AB76-4AAE63CD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150" y="112046"/>
            <a:ext cx="8698253" cy="65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1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C7A101-584C-4BBA-8363-2B4A733DEDD0}"/>
              </a:ext>
            </a:extLst>
          </p:cNvPr>
          <p:cNvSpPr txBox="1"/>
          <p:nvPr/>
        </p:nvSpPr>
        <p:spPr>
          <a:xfrm>
            <a:off x="352338" y="191054"/>
            <a:ext cx="6182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Reporte diario de producción – decoración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C77E6D-024D-4034-AED4-344B5F173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62" y="756610"/>
            <a:ext cx="10379339" cy="58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33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32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A. Sánchez</dc:creator>
  <cp:lastModifiedBy>Gustavo A. Sánchez</cp:lastModifiedBy>
  <cp:revision>33</cp:revision>
  <dcterms:created xsi:type="dcterms:W3CDTF">2025-11-28T19:51:29Z</dcterms:created>
  <dcterms:modified xsi:type="dcterms:W3CDTF">2026-04-15T20:08:18Z</dcterms:modified>
</cp:coreProperties>
</file>