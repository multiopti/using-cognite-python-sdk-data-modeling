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86" d="100"/>
          <a:sy n="86" d="100"/>
        </p:scale>
        <p:origin x="533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02400" y="1119300"/>
            <a:ext cx="5323205" cy="3938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603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69920" y="6297164"/>
            <a:ext cx="5850762" cy="5618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91146" y="6316924"/>
            <a:ext cx="1538985" cy="5232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654" y="324434"/>
            <a:ext cx="10906125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42917" y="6517944"/>
            <a:ext cx="222059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4B4B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67907" y="6494475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4.jp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9" Type="http://schemas.openxmlformats.org/officeDocument/2006/relationships/image" Target="../media/image102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50" Type="http://schemas.openxmlformats.org/officeDocument/2006/relationships/image" Target="../media/image111.png"/><Relationship Id="rId55" Type="http://schemas.openxmlformats.org/officeDocument/2006/relationships/image" Target="../media/image11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9" Type="http://schemas.openxmlformats.org/officeDocument/2006/relationships/image" Target="../media/image92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3" Type="http://schemas.openxmlformats.org/officeDocument/2006/relationships/image" Target="../media/image114.png"/><Relationship Id="rId58" Type="http://schemas.openxmlformats.org/officeDocument/2006/relationships/image" Target="../media/image119.png"/><Relationship Id="rId5" Type="http://schemas.openxmlformats.org/officeDocument/2006/relationships/image" Target="../media/image68.png"/><Relationship Id="rId61" Type="http://schemas.openxmlformats.org/officeDocument/2006/relationships/image" Target="../media/image122.png"/><Relationship Id="rId19" Type="http://schemas.openxmlformats.org/officeDocument/2006/relationships/image" Target="../media/image8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Relationship Id="rId48" Type="http://schemas.openxmlformats.org/officeDocument/2006/relationships/image" Target="../media/image2.png"/><Relationship Id="rId56" Type="http://schemas.openxmlformats.org/officeDocument/2006/relationships/image" Target="../media/image117.png"/><Relationship Id="rId8" Type="http://schemas.openxmlformats.org/officeDocument/2006/relationships/image" Target="../media/image71.png"/><Relationship Id="rId51" Type="http://schemas.openxmlformats.org/officeDocument/2006/relationships/image" Target="../media/image112.png"/><Relationship Id="rId3" Type="http://schemas.openxmlformats.org/officeDocument/2006/relationships/image" Target="../media/image66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59" Type="http://schemas.openxmlformats.org/officeDocument/2006/relationships/image" Target="../media/image120.png"/><Relationship Id="rId20" Type="http://schemas.openxmlformats.org/officeDocument/2006/relationships/image" Target="../media/image83.png"/><Relationship Id="rId41" Type="http://schemas.openxmlformats.org/officeDocument/2006/relationships/image" Target="../media/image104.png"/><Relationship Id="rId54" Type="http://schemas.openxmlformats.org/officeDocument/2006/relationships/image" Target="../media/image1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49" Type="http://schemas.openxmlformats.org/officeDocument/2006/relationships/image" Target="../media/image3.png"/><Relationship Id="rId57" Type="http://schemas.openxmlformats.org/officeDocument/2006/relationships/image" Target="../media/image118.png"/><Relationship Id="rId10" Type="http://schemas.openxmlformats.org/officeDocument/2006/relationships/image" Target="../media/image73.png"/><Relationship Id="rId31" Type="http://schemas.openxmlformats.org/officeDocument/2006/relationships/image" Target="../media/image94.png"/><Relationship Id="rId44" Type="http://schemas.openxmlformats.org/officeDocument/2006/relationships/image" Target="../media/image107.png"/><Relationship Id="rId52" Type="http://schemas.openxmlformats.org/officeDocument/2006/relationships/image" Target="../media/image113.png"/><Relationship Id="rId60" Type="http://schemas.openxmlformats.org/officeDocument/2006/relationships/image" Target="../media/image121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23.png"/><Relationship Id="rId7" Type="http://schemas.openxmlformats.org/officeDocument/2006/relationships/image" Target="../media/image126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image" Target="../media/image44.jpg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29.png"/><Relationship Id="rId5" Type="http://schemas.openxmlformats.org/officeDocument/2006/relationships/image" Target="../media/image124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4" Type="http://schemas.openxmlformats.org/officeDocument/2006/relationships/image" Target="../media/image46.png"/><Relationship Id="rId9" Type="http://schemas.openxmlformats.org/officeDocument/2006/relationships/image" Target="../media/image54.png"/><Relationship Id="rId14" Type="http://schemas.openxmlformats.org/officeDocument/2006/relationships/image" Target="../media/image1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26.png"/><Relationship Id="rId3" Type="http://schemas.openxmlformats.org/officeDocument/2006/relationships/image" Target="../media/image3.png"/><Relationship Id="rId7" Type="http://schemas.openxmlformats.org/officeDocument/2006/relationships/image" Target="../media/image141.png"/><Relationship Id="rId12" Type="http://schemas.openxmlformats.org/officeDocument/2006/relationships/image" Target="../media/image54.png"/><Relationship Id="rId2" Type="http://schemas.openxmlformats.org/officeDocument/2006/relationships/image" Target="../media/image137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jp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47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2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9.jpg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3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6.png"/><Relationship Id="rId21" Type="http://schemas.openxmlformats.org/officeDocument/2006/relationships/image" Target="../media/image181.png"/><Relationship Id="rId42" Type="http://schemas.openxmlformats.org/officeDocument/2006/relationships/image" Target="../media/image202.png"/><Relationship Id="rId47" Type="http://schemas.openxmlformats.org/officeDocument/2006/relationships/image" Target="../media/image207.png"/><Relationship Id="rId63" Type="http://schemas.openxmlformats.org/officeDocument/2006/relationships/image" Target="../media/image223.png"/><Relationship Id="rId68" Type="http://schemas.openxmlformats.org/officeDocument/2006/relationships/image" Target="../media/image228.png"/><Relationship Id="rId7" Type="http://schemas.openxmlformats.org/officeDocument/2006/relationships/image" Target="../media/image167.png"/><Relationship Id="rId71" Type="http://schemas.openxmlformats.org/officeDocument/2006/relationships/image" Target="../media/image231.png"/><Relationship Id="rId2" Type="http://schemas.openxmlformats.org/officeDocument/2006/relationships/image" Target="../media/image164.jpg"/><Relationship Id="rId16" Type="http://schemas.openxmlformats.org/officeDocument/2006/relationships/image" Target="../media/image176.png"/><Relationship Id="rId29" Type="http://schemas.openxmlformats.org/officeDocument/2006/relationships/image" Target="../media/image189.png"/><Relationship Id="rId11" Type="http://schemas.openxmlformats.org/officeDocument/2006/relationships/image" Target="../media/image171.png"/><Relationship Id="rId24" Type="http://schemas.openxmlformats.org/officeDocument/2006/relationships/image" Target="../media/image184.png"/><Relationship Id="rId32" Type="http://schemas.openxmlformats.org/officeDocument/2006/relationships/image" Target="../media/image192.png"/><Relationship Id="rId37" Type="http://schemas.openxmlformats.org/officeDocument/2006/relationships/image" Target="../media/image197.png"/><Relationship Id="rId40" Type="http://schemas.openxmlformats.org/officeDocument/2006/relationships/image" Target="../media/image200.png"/><Relationship Id="rId45" Type="http://schemas.openxmlformats.org/officeDocument/2006/relationships/image" Target="../media/image205.png"/><Relationship Id="rId53" Type="http://schemas.openxmlformats.org/officeDocument/2006/relationships/image" Target="../media/image213.png"/><Relationship Id="rId58" Type="http://schemas.openxmlformats.org/officeDocument/2006/relationships/image" Target="../media/image218.png"/><Relationship Id="rId66" Type="http://schemas.openxmlformats.org/officeDocument/2006/relationships/image" Target="../media/image226.png"/><Relationship Id="rId5" Type="http://schemas.openxmlformats.org/officeDocument/2006/relationships/image" Target="../media/image165.png"/><Relationship Id="rId61" Type="http://schemas.openxmlformats.org/officeDocument/2006/relationships/image" Target="../media/image221.png"/><Relationship Id="rId19" Type="http://schemas.openxmlformats.org/officeDocument/2006/relationships/image" Target="../media/image179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Relationship Id="rId27" Type="http://schemas.openxmlformats.org/officeDocument/2006/relationships/image" Target="../media/image187.png"/><Relationship Id="rId30" Type="http://schemas.openxmlformats.org/officeDocument/2006/relationships/image" Target="../media/image190.png"/><Relationship Id="rId35" Type="http://schemas.openxmlformats.org/officeDocument/2006/relationships/image" Target="../media/image195.png"/><Relationship Id="rId43" Type="http://schemas.openxmlformats.org/officeDocument/2006/relationships/image" Target="../media/image203.png"/><Relationship Id="rId48" Type="http://schemas.openxmlformats.org/officeDocument/2006/relationships/image" Target="../media/image208.png"/><Relationship Id="rId56" Type="http://schemas.openxmlformats.org/officeDocument/2006/relationships/image" Target="../media/image216.png"/><Relationship Id="rId64" Type="http://schemas.openxmlformats.org/officeDocument/2006/relationships/image" Target="../media/image224.png"/><Relationship Id="rId69" Type="http://schemas.openxmlformats.org/officeDocument/2006/relationships/image" Target="../media/image229.png"/><Relationship Id="rId8" Type="http://schemas.openxmlformats.org/officeDocument/2006/relationships/image" Target="../media/image168.png"/><Relationship Id="rId51" Type="http://schemas.openxmlformats.org/officeDocument/2006/relationships/image" Target="../media/image211.png"/><Relationship Id="rId3" Type="http://schemas.openxmlformats.org/officeDocument/2006/relationships/image" Target="../media/image2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5.png"/><Relationship Id="rId33" Type="http://schemas.openxmlformats.org/officeDocument/2006/relationships/image" Target="../media/image193.png"/><Relationship Id="rId38" Type="http://schemas.openxmlformats.org/officeDocument/2006/relationships/image" Target="../media/image198.png"/><Relationship Id="rId46" Type="http://schemas.openxmlformats.org/officeDocument/2006/relationships/image" Target="../media/image206.png"/><Relationship Id="rId59" Type="http://schemas.openxmlformats.org/officeDocument/2006/relationships/image" Target="../media/image219.png"/><Relationship Id="rId67" Type="http://schemas.openxmlformats.org/officeDocument/2006/relationships/image" Target="../media/image227.png"/><Relationship Id="rId20" Type="http://schemas.openxmlformats.org/officeDocument/2006/relationships/image" Target="../media/image180.png"/><Relationship Id="rId41" Type="http://schemas.openxmlformats.org/officeDocument/2006/relationships/image" Target="../media/image201.png"/><Relationship Id="rId54" Type="http://schemas.openxmlformats.org/officeDocument/2006/relationships/image" Target="../media/image214.png"/><Relationship Id="rId62" Type="http://schemas.openxmlformats.org/officeDocument/2006/relationships/image" Target="../media/image222.png"/><Relationship Id="rId70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28" Type="http://schemas.openxmlformats.org/officeDocument/2006/relationships/image" Target="../media/image188.png"/><Relationship Id="rId36" Type="http://schemas.openxmlformats.org/officeDocument/2006/relationships/image" Target="../media/image196.png"/><Relationship Id="rId49" Type="http://schemas.openxmlformats.org/officeDocument/2006/relationships/image" Target="../media/image209.png"/><Relationship Id="rId57" Type="http://schemas.openxmlformats.org/officeDocument/2006/relationships/image" Target="../media/image217.png"/><Relationship Id="rId10" Type="http://schemas.openxmlformats.org/officeDocument/2006/relationships/image" Target="../media/image170.png"/><Relationship Id="rId31" Type="http://schemas.openxmlformats.org/officeDocument/2006/relationships/image" Target="../media/image191.png"/><Relationship Id="rId44" Type="http://schemas.openxmlformats.org/officeDocument/2006/relationships/image" Target="../media/image204.png"/><Relationship Id="rId52" Type="http://schemas.openxmlformats.org/officeDocument/2006/relationships/image" Target="../media/image212.png"/><Relationship Id="rId60" Type="http://schemas.openxmlformats.org/officeDocument/2006/relationships/image" Target="../media/image220.png"/><Relationship Id="rId65" Type="http://schemas.openxmlformats.org/officeDocument/2006/relationships/image" Target="../media/image225.png"/><Relationship Id="rId4" Type="http://schemas.openxmlformats.org/officeDocument/2006/relationships/image" Target="../media/image3.png"/><Relationship Id="rId9" Type="http://schemas.openxmlformats.org/officeDocument/2006/relationships/image" Target="../media/image169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39" Type="http://schemas.openxmlformats.org/officeDocument/2006/relationships/image" Target="../media/image199.png"/><Relationship Id="rId34" Type="http://schemas.openxmlformats.org/officeDocument/2006/relationships/image" Target="../media/image194.png"/><Relationship Id="rId50" Type="http://schemas.openxmlformats.org/officeDocument/2006/relationships/image" Target="../media/image210.png"/><Relationship Id="rId55" Type="http://schemas.openxmlformats.org/officeDocument/2006/relationships/image" Target="../media/image2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2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image" Target="../media/image245.png"/><Relationship Id="rId21" Type="http://schemas.openxmlformats.org/officeDocument/2006/relationships/image" Target="../media/image263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image" Target="../media/image233.png"/><Relationship Id="rId16" Type="http://schemas.openxmlformats.org/officeDocument/2006/relationships/image" Target="../media/image258.png"/><Relationship Id="rId20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19" Type="http://schemas.openxmlformats.org/officeDocument/2006/relationships/image" Target="../media/image261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35.png"/><Relationship Id="rId18" Type="http://schemas.openxmlformats.org/officeDocument/2006/relationships/image" Target="../media/image270.png"/><Relationship Id="rId3" Type="http://schemas.openxmlformats.org/officeDocument/2006/relationships/image" Target="../media/image123.png"/><Relationship Id="rId7" Type="http://schemas.openxmlformats.org/officeDocument/2006/relationships/image" Target="../media/image50.png"/><Relationship Id="rId12" Type="http://schemas.openxmlformats.org/officeDocument/2006/relationships/image" Target="../media/image133.png"/><Relationship Id="rId17" Type="http://schemas.openxmlformats.org/officeDocument/2006/relationships/image" Target="../media/image269.png"/><Relationship Id="rId2" Type="http://schemas.openxmlformats.org/officeDocument/2006/relationships/image" Target="../media/image44.jpg"/><Relationship Id="rId16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125.png"/><Relationship Id="rId5" Type="http://schemas.openxmlformats.org/officeDocument/2006/relationships/image" Target="../media/image264.png"/><Relationship Id="rId15" Type="http://schemas.openxmlformats.org/officeDocument/2006/relationships/image" Target="../media/image267.png"/><Relationship Id="rId10" Type="http://schemas.openxmlformats.org/officeDocument/2006/relationships/image" Target="../media/image130.png"/><Relationship Id="rId19" Type="http://schemas.openxmlformats.org/officeDocument/2006/relationships/image" Target="../media/image271.png"/><Relationship Id="rId4" Type="http://schemas.openxmlformats.org/officeDocument/2006/relationships/image" Target="../media/image46.png"/><Relationship Id="rId9" Type="http://schemas.openxmlformats.org/officeDocument/2006/relationships/image" Target="../media/image128.png"/><Relationship Id="rId14" Type="http://schemas.openxmlformats.org/officeDocument/2006/relationships/image" Target="../media/image2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13" Type="http://schemas.openxmlformats.org/officeDocument/2006/relationships/image" Target="../media/image283.png"/><Relationship Id="rId18" Type="http://schemas.openxmlformats.org/officeDocument/2006/relationships/image" Target="../media/image288.png"/><Relationship Id="rId3" Type="http://schemas.openxmlformats.org/officeDocument/2006/relationships/image" Target="../media/image273.png"/><Relationship Id="rId21" Type="http://schemas.openxmlformats.org/officeDocument/2006/relationships/image" Target="../media/image291.png"/><Relationship Id="rId7" Type="http://schemas.openxmlformats.org/officeDocument/2006/relationships/image" Target="../media/image277.png"/><Relationship Id="rId12" Type="http://schemas.openxmlformats.org/officeDocument/2006/relationships/image" Target="../media/image282.png"/><Relationship Id="rId17" Type="http://schemas.openxmlformats.org/officeDocument/2006/relationships/image" Target="../media/image287.png"/><Relationship Id="rId2" Type="http://schemas.openxmlformats.org/officeDocument/2006/relationships/image" Target="../media/image272.png"/><Relationship Id="rId16" Type="http://schemas.openxmlformats.org/officeDocument/2006/relationships/image" Target="../media/image286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5" Type="http://schemas.openxmlformats.org/officeDocument/2006/relationships/image" Target="../media/image275.png"/><Relationship Id="rId15" Type="http://schemas.openxmlformats.org/officeDocument/2006/relationships/image" Target="../media/image285.png"/><Relationship Id="rId10" Type="http://schemas.openxmlformats.org/officeDocument/2006/relationships/image" Target="../media/image280.jpg"/><Relationship Id="rId19" Type="http://schemas.openxmlformats.org/officeDocument/2006/relationships/image" Target="../media/image289.png"/><Relationship Id="rId4" Type="http://schemas.openxmlformats.org/officeDocument/2006/relationships/image" Target="../media/image274.png"/><Relationship Id="rId9" Type="http://schemas.openxmlformats.org/officeDocument/2006/relationships/image" Target="../media/image279.png"/><Relationship Id="rId14" Type="http://schemas.openxmlformats.org/officeDocument/2006/relationships/image" Target="../media/image28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3.png"/><Relationship Id="rId18" Type="http://schemas.openxmlformats.org/officeDocument/2006/relationships/image" Target="../media/image308.png"/><Relationship Id="rId26" Type="http://schemas.openxmlformats.org/officeDocument/2006/relationships/image" Target="../media/image316.png"/><Relationship Id="rId3" Type="http://schemas.openxmlformats.org/officeDocument/2006/relationships/image" Target="../media/image293.png"/><Relationship Id="rId21" Type="http://schemas.openxmlformats.org/officeDocument/2006/relationships/image" Target="../media/image311.png"/><Relationship Id="rId34" Type="http://schemas.openxmlformats.org/officeDocument/2006/relationships/image" Target="../media/image324.png"/><Relationship Id="rId7" Type="http://schemas.openxmlformats.org/officeDocument/2006/relationships/image" Target="../media/image297.png"/><Relationship Id="rId12" Type="http://schemas.openxmlformats.org/officeDocument/2006/relationships/image" Target="../media/image302.png"/><Relationship Id="rId17" Type="http://schemas.openxmlformats.org/officeDocument/2006/relationships/image" Target="../media/image307.png"/><Relationship Id="rId25" Type="http://schemas.openxmlformats.org/officeDocument/2006/relationships/image" Target="../media/image315.png"/><Relationship Id="rId33" Type="http://schemas.openxmlformats.org/officeDocument/2006/relationships/image" Target="../media/image323.png"/><Relationship Id="rId2" Type="http://schemas.openxmlformats.org/officeDocument/2006/relationships/image" Target="../media/image292.png"/><Relationship Id="rId16" Type="http://schemas.openxmlformats.org/officeDocument/2006/relationships/image" Target="../media/image306.jpg"/><Relationship Id="rId20" Type="http://schemas.openxmlformats.org/officeDocument/2006/relationships/image" Target="../media/image310.png"/><Relationship Id="rId29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6.png"/><Relationship Id="rId11" Type="http://schemas.openxmlformats.org/officeDocument/2006/relationships/image" Target="../media/image301.png"/><Relationship Id="rId24" Type="http://schemas.openxmlformats.org/officeDocument/2006/relationships/image" Target="../media/image314.png"/><Relationship Id="rId32" Type="http://schemas.openxmlformats.org/officeDocument/2006/relationships/image" Target="../media/image322.png"/><Relationship Id="rId5" Type="http://schemas.openxmlformats.org/officeDocument/2006/relationships/image" Target="../media/image295.png"/><Relationship Id="rId15" Type="http://schemas.openxmlformats.org/officeDocument/2006/relationships/image" Target="../media/image305.jpg"/><Relationship Id="rId23" Type="http://schemas.openxmlformats.org/officeDocument/2006/relationships/image" Target="../media/image313.png"/><Relationship Id="rId28" Type="http://schemas.openxmlformats.org/officeDocument/2006/relationships/image" Target="../media/image318.png"/><Relationship Id="rId10" Type="http://schemas.openxmlformats.org/officeDocument/2006/relationships/image" Target="../media/image300.png"/><Relationship Id="rId19" Type="http://schemas.openxmlformats.org/officeDocument/2006/relationships/image" Target="../media/image309.png"/><Relationship Id="rId31" Type="http://schemas.openxmlformats.org/officeDocument/2006/relationships/image" Target="../media/image321.png"/><Relationship Id="rId4" Type="http://schemas.openxmlformats.org/officeDocument/2006/relationships/image" Target="../media/image294.png"/><Relationship Id="rId9" Type="http://schemas.openxmlformats.org/officeDocument/2006/relationships/image" Target="../media/image299.png"/><Relationship Id="rId14" Type="http://schemas.openxmlformats.org/officeDocument/2006/relationships/image" Target="../media/image304.png"/><Relationship Id="rId22" Type="http://schemas.openxmlformats.org/officeDocument/2006/relationships/image" Target="../media/image312.png"/><Relationship Id="rId27" Type="http://schemas.openxmlformats.org/officeDocument/2006/relationships/image" Target="../media/image317.png"/><Relationship Id="rId30" Type="http://schemas.openxmlformats.org/officeDocument/2006/relationships/image" Target="../media/image320.png"/><Relationship Id="rId8" Type="http://schemas.openxmlformats.org/officeDocument/2006/relationships/image" Target="../media/image2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3" Type="http://schemas.openxmlformats.org/officeDocument/2006/relationships/image" Target="../media/image326.png"/><Relationship Id="rId7" Type="http://schemas.openxmlformats.org/officeDocument/2006/relationships/image" Target="../media/image330.png"/><Relationship Id="rId12" Type="http://schemas.openxmlformats.org/officeDocument/2006/relationships/image" Target="../media/image335.png"/><Relationship Id="rId17" Type="http://schemas.openxmlformats.org/officeDocument/2006/relationships/image" Target="../media/image340.png"/><Relationship Id="rId2" Type="http://schemas.openxmlformats.org/officeDocument/2006/relationships/image" Target="../media/image325.png"/><Relationship Id="rId16" Type="http://schemas.openxmlformats.org/officeDocument/2006/relationships/image" Target="../media/image339.png"/><Relationship Id="rId20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.png"/><Relationship Id="rId11" Type="http://schemas.openxmlformats.org/officeDocument/2006/relationships/image" Target="../media/image334.png"/><Relationship Id="rId5" Type="http://schemas.openxmlformats.org/officeDocument/2006/relationships/image" Target="../media/image328.png"/><Relationship Id="rId15" Type="http://schemas.openxmlformats.org/officeDocument/2006/relationships/image" Target="../media/image338.png"/><Relationship Id="rId10" Type="http://schemas.openxmlformats.org/officeDocument/2006/relationships/image" Target="../media/image333.png"/><Relationship Id="rId19" Type="http://schemas.openxmlformats.org/officeDocument/2006/relationships/image" Target="../media/image342.png"/><Relationship Id="rId4" Type="http://schemas.openxmlformats.org/officeDocument/2006/relationships/image" Target="../media/image327.png"/><Relationship Id="rId9" Type="http://schemas.openxmlformats.org/officeDocument/2006/relationships/image" Target="../media/image332.png"/><Relationship Id="rId14" Type="http://schemas.openxmlformats.org/officeDocument/2006/relationships/image" Target="../media/image3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355.png"/><Relationship Id="rId18" Type="http://schemas.openxmlformats.org/officeDocument/2006/relationships/image" Target="../media/image360.png"/><Relationship Id="rId26" Type="http://schemas.openxmlformats.org/officeDocument/2006/relationships/image" Target="../media/image368.png"/><Relationship Id="rId3" Type="http://schemas.openxmlformats.org/officeDocument/2006/relationships/image" Target="../media/image345.png"/><Relationship Id="rId21" Type="http://schemas.openxmlformats.org/officeDocument/2006/relationships/image" Target="../media/image363.png"/><Relationship Id="rId7" Type="http://schemas.openxmlformats.org/officeDocument/2006/relationships/image" Target="../media/image349.png"/><Relationship Id="rId12" Type="http://schemas.openxmlformats.org/officeDocument/2006/relationships/image" Target="../media/image354.png"/><Relationship Id="rId17" Type="http://schemas.openxmlformats.org/officeDocument/2006/relationships/image" Target="../media/image359.png"/><Relationship Id="rId25" Type="http://schemas.openxmlformats.org/officeDocument/2006/relationships/image" Target="../media/image367.png"/><Relationship Id="rId2" Type="http://schemas.openxmlformats.org/officeDocument/2006/relationships/image" Target="../media/image344.png"/><Relationship Id="rId16" Type="http://schemas.openxmlformats.org/officeDocument/2006/relationships/image" Target="../media/image358.png"/><Relationship Id="rId20" Type="http://schemas.openxmlformats.org/officeDocument/2006/relationships/image" Target="../media/image362.png"/><Relationship Id="rId29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11" Type="http://schemas.openxmlformats.org/officeDocument/2006/relationships/image" Target="../media/image353.png"/><Relationship Id="rId24" Type="http://schemas.openxmlformats.org/officeDocument/2006/relationships/image" Target="../media/image366.png"/><Relationship Id="rId32" Type="http://schemas.openxmlformats.org/officeDocument/2006/relationships/image" Target="../media/image374.png"/><Relationship Id="rId5" Type="http://schemas.openxmlformats.org/officeDocument/2006/relationships/image" Target="../media/image347.png"/><Relationship Id="rId15" Type="http://schemas.openxmlformats.org/officeDocument/2006/relationships/image" Target="../media/image357.png"/><Relationship Id="rId23" Type="http://schemas.openxmlformats.org/officeDocument/2006/relationships/image" Target="../media/image365.png"/><Relationship Id="rId28" Type="http://schemas.openxmlformats.org/officeDocument/2006/relationships/image" Target="../media/image370.png"/><Relationship Id="rId10" Type="http://schemas.openxmlformats.org/officeDocument/2006/relationships/image" Target="../media/image352.png"/><Relationship Id="rId19" Type="http://schemas.openxmlformats.org/officeDocument/2006/relationships/image" Target="../media/image361.png"/><Relationship Id="rId31" Type="http://schemas.openxmlformats.org/officeDocument/2006/relationships/image" Target="../media/image373.png"/><Relationship Id="rId4" Type="http://schemas.openxmlformats.org/officeDocument/2006/relationships/image" Target="../media/image346.png"/><Relationship Id="rId9" Type="http://schemas.openxmlformats.org/officeDocument/2006/relationships/image" Target="../media/image351.png"/><Relationship Id="rId14" Type="http://schemas.openxmlformats.org/officeDocument/2006/relationships/image" Target="../media/image356.png"/><Relationship Id="rId22" Type="http://schemas.openxmlformats.org/officeDocument/2006/relationships/image" Target="../media/image364.png"/><Relationship Id="rId27" Type="http://schemas.openxmlformats.org/officeDocument/2006/relationships/image" Target="../media/image369.png"/><Relationship Id="rId30" Type="http://schemas.openxmlformats.org/officeDocument/2006/relationships/image" Target="../media/image37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26" Type="http://schemas.openxmlformats.org/officeDocument/2006/relationships/image" Target="../media/image397.png"/><Relationship Id="rId3" Type="http://schemas.openxmlformats.org/officeDocument/2006/relationships/image" Target="../media/image3.png"/><Relationship Id="rId21" Type="http://schemas.openxmlformats.org/officeDocument/2006/relationships/image" Target="../media/image392.png"/><Relationship Id="rId34" Type="http://schemas.openxmlformats.org/officeDocument/2006/relationships/image" Target="../media/image405.png"/><Relationship Id="rId7" Type="http://schemas.openxmlformats.org/officeDocument/2006/relationships/image" Target="../media/image378.png"/><Relationship Id="rId12" Type="http://schemas.openxmlformats.org/officeDocument/2006/relationships/image" Target="../media/image383.png"/><Relationship Id="rId17" Type="http://schemas.openxmlformats.org/officeDocument/2006/relationships/image" Target="../media/image388.png"/><Relationship Id="rId25" Type="http://schemas.openxmlformats.org/officeDocument/2006/relationships/image" Target="../media/image396.png"/><Relationship Id="rId33" Type="http://schemas.openxmlformats.org/officeDocument/2006/relationships/image" Target="../media/image404.png"/><Relationship Id="rId2" Type="http://schemas.openxmlformats.org/officeDocument/2006/relationships/image" Target="../media/image137.png"/><Relationship Id="rId16" Type="http://schemas.openxmlformats.org/officeDocument/2006/relationships/image" Target="../media/image387.png"/><Relationship Id="rId20" Type="http://schemas.openxmlformats.org/officeDocument/2006/relationships/image" Target="../media/image391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11" Type="http://schemas.openxmlformats.org/officeDocument/2006/relationships/image" Target="../media/image382.png"/><Relationship Id="rId24" Type="http://schemas.openxmlformats.org/officeDocument/2006/relationships/image" Target="../media/image395.png"/><Relationship Id="rId32" Type="http://schemas.openxmlformats.org/officeDocument/2006/relationships/image" Target="../media/image403.png"/><Relationship Id="rId5" Type="http://schemas.openxmlformats.org/officeDocument/2006/relationships/image" Target="../media/image376.png"/><Relationship Id="rId15" Type="http://schemas.openxmlformats.org/officeDocument/2006/relationships/image" Target="../media/image386.png"/><Relationship Id="rId23" Type="http://schemas.openxmlformats.org/officeDocument/2006/relationships/image" Target="../media/image394.png"/><Relationship Id="rId28" Type="http://schemas.openxmlformats.org/officeDocument/2006/relationships/image" Target="../media/image399.png"/><Relationship Id="rId10" Type="http://schemas.openxmlformats.org/officeDocument/2006/relationships/image" Target="../media/image381.png"/><Relationship Id="rId19" Type="http://schemas.openxmlformats.org/officeDocument/2006/relationships/image" Target="../media/image390.png"/><Relationship Id="rId31" Type="http://schemas.openxmlformats.org/officeDocument/2006/relationships/image" Target="../media/image402.png"/><Relationship Id="rId4" Type="http://schemas.openxmlformats.org/officeDocument/2006/relationships/image" Target="../media/image375.png"/><Relationship Id="rId9" Type="http://schemas.openxmlformats.org/officeDocument/2006/relationships/image" Target="../media/image380.png"/><Relationship Id="rId14" Type="http://schemas.openxmlformats.org/officeDocument/2006/relationships/image" Target="../media/image385.png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Relationship Id="rId30" Type="http://schemas.openxmlformats.org/officeDocument/2006/relationships/image" Target="../media/image401.png"/><Relationship Id="rId35" Type="http://schemas.openxmlformats.org/officeDocument/2006/relationships/image" Target="../media/image406.png"/><Relationship Id="rId8" Type="http://schemas.openxmlformats.org/officeDocument/2006/relationships/image" Target="../media/image37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415.png"/><Relationship Id="rId18" Type="http://schemas.openxmlformats.org/officeDocument/2006/relationships/image" Target="../media/image420.png"/><Relationship Id="rId26" Type="http://schemas.openxmlformats.org/officeDocument/2006/relationships/image" Target="../media/image428.png"/><Relationship Id="rId3" Type="http://schemas.openxmlformats.org/officeDocument/2006/relationships/image" Target="../media/image2.png"/><Relationship Id="rId21" Type="http://schemas.openxmlformats.org/officeDocument/2006/relationships/image" Target="../media/image423.png"/><Relationship Id="rId7" Type="http://schemas.openxmlformats.org/officeDocument/2006/relationships/image" Target="../media/image409.png"/><Relationship Id="rId12" Type="http://schemas.openxmlformats.org/officeDocument/2006/relationships/image" Target="../media/image414.png"/><Relationship Id="rId17" Type="http://schemas.openxmlformats.org/officeDocument/2006/relationships/image" Target="../media/image419.jpg"/><Relationship Id="rId25" Type="http://schemas.openxmlformats.org/officeDocument/2006/relationships/image" Target="../media/image427.png"/><Relationship Id="rId2" Type="http://schemas.openxmlformats.org/officeDocument/2006/relationships/image" Target="../media/image1.jpg"/><Relationship Id="rId16" Type="http://schemas.openxmlformats.org/officeDocument/2006/relationships/image" Target="../media/image418.png"/><Relationship Id="rId20" Type="http://schemas.openxmlformats.org/officeDocument/2006/relationships/image" Target="../media/image4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11" Type="http://schemas.openxmlformats.org/officeDocument/2006/relationships/image" Target="../media/image413.png"/><Relationship Id="rId24" Type="http://schemas.openxmlformats.org/officeDocument/2006/relationships/image" Target="../media/image426.png"/><Relationship Id="rId5" Type="http://schemas.openxmlformats.org/officeDocument/2006/relationships/image" Target="../media/image407.png"/><Relationship Id="rId15" Type="http://schemas.openxmlformats.org/officeDocument/2006/relationships/image" Target="../media/image417.png"/><Relationship Id="rId23" Type="http://schemas.openxmlformats.org/officeDocument/2006/relationships/image" Target="../media/image425.png"/><Relationship Id="rId10" Type="http://schemas.openxmlformats.org/officeDocument/2006/relationships/image" Target="../media/image412.png"/><Relationship Id="rId19" Type="http://schemas.openxmlformats.org/officeDocument/2006/relationships/image" Target="../media/image421.png"/><Relationship Id="rId4" Type="http://schemas.openxmlformats.org/officeDocument/2006/relationships/image" Target="../media/image3.png"/><Relationship Id="rId9" Type="http://schemas.openxmlformats.org/officeDocument/2006/relationships/image" Target="../media/image411.png"/><Relationship Id="rId14" Type="http://schemas.openxmlformats.org/officeDocument/2006/relationships/image" Target="../media/image416.png"/><Relationship Id="rId22" Type="http://schemas.openxmlformats.org/officeDocument/2006/relationships/image" Target="../media/image424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26" Type="http://schemas.openxmlformats.org/officeDocument/2006/relationships/image" Target="../media/image397.png"/><Relationship Id="rId3" Type="http://schemas.openxmlformats.org/officeDocument/2006/relationships/image" Target="../media/image3.png"/><Relationship Id="rId21" Type="http://schemas.openxmlformats.org/officeDocument/2006/relationships/image" Target="../media/image392.png"/><Relationship Id="rId34" Type="http://schemas.openxmlformats.org/officeDocument/2006/relationships/image" Target="../media/image404.png"/><Relationship Id="rId7" Type="http://schemas.openxmlformats.org/officeDocument/2006/relationships/image" Target="../media/image378.png"/><Relationship Id="rId12" Type="http://schemas.openxmlformats.org/officeDocument/2006/relationships/image" Target="../media/image383.png"/><Relationship Id="rId17" Type="http://schemas.openxmlformats.org/officeDocument/2006/relationships/image" Target="../media/image388.png"/><Relationship Id="rId25" Type="http://schemas.openxmlformats.org/officeDocument/2006/relationships/image" Target="../media/image396.png"/><Relationship Id="rId33" Type="http://schemas.openxmlformats.org/officeDocument/2006/relationships/image" Target="../media/image406.png"/><Relationship Id="rId2" Type="http://schemas.openxmlformats.org/officeDocument/2006/relationships/image" Target="../media/image137.png"/><Relationship Id="rId16" Type="http://schemas.openxmlformats.org/officeDocument/2006/relationships/image" Target="../media/image387.png"/><Relationship Id="rId20" Type="http://schemas.openxmlformats.org/officeDocument/2006/relationships/image" Target="../media/image391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11" Type="http://schemas.openxmlformats.org/officeDocument/2006/relationships/image" Target="../media/image382.png"/><Relationship Id="rId24" Type="http://schemas.openxmlformats.org/officeDocument/2006/relationships/image" Target="../media/image395.png"/><Relationship Id="rId32" Type="http://schemas.openxmlformats.org/officeDocument/2006/relationships/image" Target="../media/image403.png"/><Relationship Id="rId5" Type="http://schemas.openxmlformats.org/officeDocument/2006/relationships/image" Target="../media/image376.png"/><Relationship Id="rId15" Type="http://schemas.openxmlformats.org/officeDocument/2006/relationships/image" Target="../media/image386.png"/><Relationship Id="rId23" Type="http://schemas.openxmlformats.org/officeDocument/2006/relationships/image" Target="../media/image394.png"/><Relationship Id="rId28" Type="http://schemas.openxmlformats.org/officeDocument/2006/relationships/image" Target="../media/image399.png"/><Relationship Id="rId36" Type="http://schemas.openxmlformats.org/officeDocument/2006/relationships/image" Target="../media/image430.png"/><Relationship Id="rId10" Type="http://schemas.openxmlformats.org/officeDocument/2006/relationships/image" Target="../media/image381.png"/><Relationship Id="rId19" Type="http://schemas.openxmlformats.org/officeDocument/2006/relationships/image" Target="../media/image390.png"/><Relationship Id="rId31" Type="http://schemas.openxmlformats.org/officeDocument/2006/relationships/image" Target="../media/image402.png"/><Relationship Id="rId4" Type="http://schemas.openxmlformats.org/officeDocument/2006/relationships/image" Target="../media/image429.png"/><Relationship Id="rId9" Type="http://schemas.openxmlformats.org/officeDocument/2006/relationships/image" Target="../media/image380.png"/><Relationship Id="rId14" Type="http://schemas.openxmlformats.org/officeDocument/2006/relationships/image" Target="../media/image385.png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Relationship Id="rId30" Type="http://schemas.openxmlformats.org/officeDocument/2006/relationships/image" Target="../media/image401.png"/><Relationship Id="rId35" Type="http://schemas.openxmlformats.org/officeDocument/2006/relationships/image" Target="../media/image405.png"/><Relationship Id="rId8" Type="http://schemas.openxmlformats.org/officeDocument/2006/relationships/image" Target="../media/image3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3" Type="http://schemas.openxmlformats.org/officeDocument/2006/relationships/image" Target="../media/image432.png"/><Relationship Id="rId7" Type="http://schemas.openxmlformats.org/officeDocument/2006/relationships/image" Target="../media/image436.png"/><Relationship Id="rId12" Type="http://schemas.openxmlformats.org/officeDocument/2006/relationships/image" Target="../media/image441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40.png"/><Relationship Id="rId5" Type="http://schemas.openxmlformats.org/officeDocument/2006/relationships/image" Target="../media/image434.png"/><Relationship Id="rId10" Type="http://schemas.openxmlformats.org/officeDocument/2006/relationships/image" Target="../media/image439.png"/><Relationship Id="rId4" Type="http://schemas.openxmlformats.org/officeDocument/2006/relationships/image" Target="../media/image433.png"/><Relationship Id="rId9" Type="http://schemas.openxmlformats.org/officeDocument/2006/relationships/image" Target="../media/image438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hyperlink" Target="https://rockwellautomation-my.sharepoint.com/personal/csshah_rockwellautomation_com/Documents/Le%20Mans%20(S%26C)/FTEG/GtM/211102_FTEdge_AnimationVideo_ENG_Final.mp4" TargetMode="External"/><Relationship Id="rId18" Type="http://schemas.openxmlformats.org/officeDocument/2006/relationships/image" Target="../media/image456.png"/><Relationship Id="rId26" Type="http://schemas.openxmlformats.org/officeDocument/2006/relationships/image" Target="../media/image464.png"/><Relationship Id="rId39" Type="http://schemas.openxmlformats.org/officeDocument/2006/relationships/image" Target="../media/image476.png"/><Relationship Id="rId21" Type="http://schemas.openxmlformats.org/officeDocument/2006/relationships/image" Target="../media/image459.png"/><Relationship Id="rId34" Type="http://schemas.openxmlformats.org/officeDocument/2006/relationships/image" Target="../media/image471.png"/><Relationship Id="rId42" Type="http://schemas.openxmlformats.org/officeDocument/2006/relationships/image" Target="../media/image479.png"/><Relationship Id="rId7" Type="http://schemas.openxmlformats.org/officeDocument/2006/relationships/image" Target="../media/image446.png"/><Relationship Id="rId2" Type="http://schemas.openxmlformats.org/officeDocument/2006/relationships/image" Target="../media/image442.png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29" Type="http://schemas.openxmlformats.org/officeDocument/2006/relationships/image" Target="../media/image467.png"/><Relationship Id="rId41" Type="http://schemas.openxmlformats.org/officeDocument/2006/relationships/image" Target="../media/image4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5.png"/><Relationship Id="rId11" Type="http://schemas.openxmlformats.org/officeDocument/2006/relationships/image" Target="../media/image450.png"/><Relationship Id="rId24" Type="http://schemas.openxmlformats.org/officeDocument/2006/relationships/image" Target="../media/image462.png"/><Relationship Id="rId32" Type="http://schemas.openxmlformats.org/officeDocument/2006/relationships/image" Target="../media/image240.png"/><Relationship Id="rId37" Type="http://schemas.openxmlformats.org/officeDocument/2006/relationships/image" Target="../media/image474.png"/><Relationship Id="rId40" Type="http://schemas.openxmlformats.org/officeDocument/2006/relationships/image" Target="../media/image477.png"/><Relationship Id="rId5" Type="http://schemas.openxmlformats.org/officeDocument/2006/relationships/image" Target="../media/image444.png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28" Type="http://schemas.openxmlformats.org/officeDocument/2006/relationships/image" Target="../media/image466.png"/><Relationship Id="rId36" Type="http://schemas.openxmlformats.org/officeDocument/2006/relationships/image" Target="../media/image473.png"/><Relationship Id="rId10" Type="http://schemas.openxmlformats.org/officeDocument/2006/relationships/image" Target="../media/image449.png"/><Relationship Id="rId19" Type="http://schemas.openxmlformats.org/officeDocument/2006/relationships/image" Target="../media/image457.png"/><Relationship Id="rId31" Type="http://schemas.openxmlformats.org/officeDocument/2006/relationships/image" Target="../media/image469.png"/><Relationship Id="rId4" Type="http://schemas.openxmlformats.org/officeDocument/2006/relationships/image" Target="../media/image233.png"/><Relationship Id="rId9" Type="http://schemas.openxmlformats.org/officeDocument/2006/relationships/image" Target="../media/image448.png"/><Relationship Id="rId14" Type="http://schemas.openxmlformats.org/officeDocument/2006/relationships/image" Target="../media/image452.jpg"/><Relationship Id="rId22" Type="http://schemas.openxmlformats.org/officeDocument/2006/relationships/image" Target="../media/image460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472.png"/><Relationship Id="rId8" Type="http://schemas.openxmlformats.org/officeDocument/2006/relationships/image" Target="../media/image447.png"/><Relationship Id="rId3" Type="http://schemas.openxmlformats.org/officeDocument/2006/relationships/image" Target="../media/image443.png"/><Relationship Id="rId12" Type="http://schemas.openxmlformats.org/officeDocument/2006/relationships/image" Target="../media/image451.png"/><Relationship Id="rId17" Type="http://schemas.openxmlformats.org/officeDocument/2006/relationships/image" Target="../media/image455.png"/><Relationship Id="rId25" Type="http://schemas.openxmlformats.org/officeDocument/2006/relationships/image" Target="../media/image463.png"/><Relationship Id="rId33" Type="http://schemas.openxmlformats.org/officeDocument/2006/relationships/image" Target="../media/image470.png"/><Relationship Id="rId38" Type="http://schemas.openxmlformats.org/officeDocument/2006/relationships/image" Target="../media/image4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png"/><Relationship Id="rId3" Type="http://schemas.openxmlformats.org/officeDocument/2006/relationships/image" Target="../media/image432.png"/><Relationship Id="rId7" Type="http://schemas.openxmlformats.org/officeDocument/2006/relationships/image" Target="../media/image434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2.png"/><Relationship Id="rId11" Type="http://schemas.openxmlformats.org/officeDocument/2006/relationships/image" Target="../media/image486.png"/><Relationship Id="rId5" Type="http://schemas.openxmlformats.org/officeDocument/2006/relationships/image" Target="../media/image481.png"/><Relationship Id="rId10" Type="http://schemas.openxmlformats.org/officeDocument/2006/relationships/image" Target="../media/image485.png"/><Relationship Id="rId4" Type="http://schemas.openxmlformats.org/officeDocument/2006/relationships/image" Target="../media/image439.png"/><Relationship Id="rId9" Type="http://schemas.openxmlformats.org/officeDocument/2006/relationships/image" Target="../media/image48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3.png"/><Relationship Id="rId3" Type="http://schemas.openxmlformats.org/officeDocument/2006/relationships/image" Target="../media/image488.png"/><Relationship Id="rId7" Type="http://schemas.openxmlformats.org/officeDocument/2006/relationships/image" Target="../media/image492.png"/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1.png"/><Relationship Id="rId5" Type="http://schemas.openxmlformats.org/officeDocument/2006/relationships/image" Target="../media/image490.png"/><Relationship Id="rId4" Type="http://schemas.openxmlformats.org/officeDocument/2006/relationships/image" Target="../media/image489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3.png"/><Relationship Id="rId18" Type="http://schemas.openxmlformats.org/officeDocument/2006/relationships/image" Target="../media/image388.png"/><Relationship Id="rId26" Type="http://schemas.openxmlformats.org/officeDocument/2006/relationships/image" Target="../media/image396.png"/><Relationship Id="rId3" Type="http://schemas.openxmlformats.org/officeDocument/2006/relationships/image" Target="../media/image3.png"/><Relationship Id="rId21" Type="http://schemas.openxmlformats.org/officeDocument/2006/relationships/image" Target="../media/image391.png"/><Relationship Id="rId34" Type="http://schemas.openxmlformats.org/officeDocument/2006/relationships/image" Target="../media/image406.png"/><Relationship Id="rId7" Type="http://schemas.openxmlformats.org/officeDocument/2006/relationships/image" Target="../media/image377.png"/><Relationship Id="rId12" Type="http://schemas.openxmlformats.org/officeDocument/2006/relationships/image" Target="../media/image382.png"/><Relationship Id="rId17" Type="http://schemas.openxmlformats.org/officeDocument/2006/relationships/image" Target="../media/image387.png"/><Relationship Id="rId25" Type="http://schemas.openxmlformats.org/officeDocument/2006/relationships/image" Target="../media/image395.png"/><Relationship Id="rId33" Type="http://schemas.openxmlformats.org/officeDocument/2006/relationships/image" Target="../media/image403.png"/><Relationship Id="rId2" Type="http://schemas.openxmlformats.org/officeDocument/2006/relationships/image" Target="../media/image137.png"/><Relationship Id="rId16" Type="http://schemas.openxmlformats.org/officeDocument/2006/relationships/image" Target="../media/image386.png"/><Relationship Id="rId20" Type="http://schemas.openxmlformats.org/officeDocument/2006/relationships/image" Target="../media/image390.png"/><Relationship Id="rId29" Type="http://schemas.openxmlformats.org/officeDocument/2006/relationships/image" Target="../media/image3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6.png"/><Relationship Id="rId11" Type="http://schemas.openxmlformats.org/officeDocument/2006/relationships/image" Target="../media/image381.png"/><Relationship Id="rId24" Type="http://schemas.openxmlformats.org/officeDocument/2006/relationships/image" Target="../media/image394.png"/><Relationship Id="rId32" Type="http://schemas.openxmlformats.org/officeDocument/2006/relationships/image" Target="../media/image402.png"/><Relationship Id="rId5" Type="http://schemas.openxmlformats.org/officeDocument/2006/relationships/image" Target="../media/image495.png"/><Relationship Id="rId15" Type="http://schemas.openxmlformats.org/officeDocument/2006/relationships/image" Target="../media/image385.png"/><Relationship Id="rId23" Type="http://schemas.openxmlformats.org/officeDocument/2006/relationships/image" Target="../media/image393.png"/><Relationship Id="rId28" Type="http://schemas.openxmlformats.org/officeDocument/2006/relationships/image" Target="../media/image398.png"/><Relationship Id="rId36" Type="http://schemas.openxmlformats.org/officeDocument/2006/relationships/image" Target="../media/image405.png"/><Relationship Id="rId10" Type="http://schemas.openxmlformats.org/officeDocument/2006/relationships/image" Target="../media/image380.png"/><Relationship Id="rId19" Type="http://schemas.openxmlformats.org/officeDocument/2006/relationships/image" Target="../media/image389.png"/><Relationship Id="rId31" Type="http://schemas.openxmlformats.org/officeDocument/2006/relationships/image" Target="../media/image401.png"/><Relationship Id="rId4" Type="http://schemas.openxmlformats.org/officeDocument/2006/relationships/image" Target="../media/image494.png"/><Relationship Id="rId9" Type="http://schemas.openxmlformats.org/officeDocument/2006/relationships/image" Target="../media/image379.png"/><Relationship Id="rId14" Type="http://schemas.openxmlformats.org/officeDocument/2006/relationships/image" Target="../media/image384.png"/><Relationship Id="rId22" Type="http://schemas.openxmlformats.org/officeDocument/2006/relationships/image" Target="../media/image392.png"/><Relationship Id="rId27" Type="http://schemas.openxmlformats.org/officeDocument/2006/relationships/image" Target="../media/image397.png"/><Relationship Id="rId30" Type="http://schemas.openxmlformats.org/officeDocument/2006/relationships/image" Target="../media/image400.png"/><Relationship Id="rId35" Type="http://schemas.openxmlformats.org/officeDocument/2006/relationships/image" Target="../media/image404.png"/><Relationship Id="rId8" Type="http://schemas.openxmlformats.org/officeDocument/2006/relationships/image" Target="../media/image37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7.png"/><Relationship Id="rId18" Type="http://schemas.openxmlformats.org/officeDocument/2006/relationships/image" Target="../media/image512.png"/><Relationship Id="rId26" Type="http://schemas.openxmlformats.org/officeDocument/2006/relationships/image" Target="../media/image520.png"/><Relationship Id="rId3" Type="http://schemas.openxmlformats.org/officeDocument/2006/relationships/image" Target="../media/image497.png"/><Relationship Id="rId21" Type="http://schemas.openxmlformats.org/officeDocument/2006/relationships/image" Target="../media/image515.png"/><Relationship Id="rId34" Type="http://schemas.openxmlformats.org/officeDocument/2006/relationships/image" Target="../media/image528.png"/><Relationship Id="rId7" Type="http://schemas.openxmlformats.org/officeDocument/2006/relationships/image" Target="../media/image501.png"/><Relationship Id="rId12" Type="http://schemas.openxmlformats.org/officeDocument/2006/relationships/image" Target="../media/image506.png"/><Relationship Id="rId17" Type="http://schemas.openxmlformats.org/officeDocument/2006/relationships/image" Target="../media/image511.png"/><Relationship Id="rId25" Type="http://schemas.openxmlformats.org/officeDocument/2006/relationships/image" Target="../media/image519.png"/><Relationship Id="rId33" Type="http://schemas.openxmlformats.org/officeDocument/2006/relationships/image" Target="../media/image527.png"/><Relationship Id="rId2" Type="http://schemas.openxmlformats.org/officeDocument/2006/relationships/image" Target="../media/image496.png"/><Relationship Id="rId16" Type="http://schemas.openxmlformats.org/officeDocument/2006/relationships/image" Target="../media/image510.png"/><Relationship Id="rId20" Type="http://schemas.openxmlformats.org/officeDocument/2006/relationships/image" Target="../media/image514.png"/><Relationship Id="rId29" Type="http://schemas.openxmlformats.org/officeDocument/2006/relationships/image" Target="../media/image5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505.png"/><Relationship Id="rId24" Type="http://schemas.openxmlformats.org/officeDocument/2006/relationships/image" Target="../media/image518.png"/><Relationship Id="rId32" Type="http://schemas.openxmlformats.org/officeDocument/2006/relationships/image" Target="../media/image526.png"/><Relationship Id="rId5" Type="http://schemas.openxmlformats.org/officeDocument/2006/relationships/image" Target="../media/image499.png"/><Relationship Id="rId15" Type="http://schemas.openxmlformats.org/officeDocument/2006/relationships/image" Target="../media/image509.png"/><Relationship Id="rId23" Type="http://schemas.openxmlformats.org/officeDocument/2006/relationships/image" Target="../media/image517.png"/><Relationship Id="rId28" Type="http://schemas.openxmlformats.org/officeDocument/2006/relationships/image" Target="../media/image522.png"/><Relationship Id="rId10" Type="http://schemas.openxmlformats.org/officeDocument/2006/relationships/image" Target="../media/image504.png"/><Relationship Id="rId19" Type="http://schemas.openxmlformats.org/officeDocument/2006/relationships/image" Target="../media/image513.png"/><Relationship Id="rId31" Type="http://schemas.openxmlformats.org/officeDocument/2006/relationships/image" Target="../media/image525.png"/><Relationship Id="rId4" Type="http://schemas.openxmlformats.org/officeDocument/2006/relationships/image" Target="../media/image498.png"/><Relationship Id="rId9" Type="http://schemas.openxmlformats.org/officeDocument/2006/relationships/image" Target="../media/image503.png"/><Relationship Id="rId14" Type="http://schemas.openxmlformats.org/officeDocument/2006/relationships/image" Target="../media/image508.png"/><Relationship Id="rId22" Type="http://schemas.openxmlformats.org/officeDocument/2006/relationships/image" Target="../media/image516.png"/><Relationship Id="rId27" Type="http://schemas.openxmlformats.org/officeDocument/2006/relationships/image" Target="../media/image521.png"/><Relationship Id="rId30" Type="http://schemas.openxmlformats.org/officeDocument/2006/relationships/image" Target="../media/image524.png"/><Relationship Id="rId35" Type="http://schemas.openxmlformats.org/officeDocument/2006/relationships/image" Target="../media/image529.png"/><Relationship Id="rId8" Type="http://schemas.openxmlformats.org/officeDocument/2006/relationships/image" Target="../media/image50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3.png"/><Relationship Id="rId3" Type="http://schemas.openxmlformats.org/officeDocument/2006/relationships/image" Target="../media/image432.png"/><Relationship Id="rId7" Type="http://schemas.openxmlformats.org/officeDocument/2006/relationships/image" Target="../media/image434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2.png"/><Relationship Id="rId5" Type="http://schemas.openxmlformats.org/officeDocument/2006/relationships/image" Target="../media/image439.png"/><Relationship Id="rId10" Type="http://schemas.openxmlformats.org/officeDocument/2006/relationships/image" Target="../media/image535.png"/><Relationship Id="rId4" Type="http://schemas.openxmlformats.org/officeDocument/2006/relationships/image" Target="../media/image531.png"/><Relationship Id="rId9" Type="http://schemas.openxmlformats.org/officeDocument/2006/relationships/image" Target="../media/image5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2.png"/><Relationship Id="rId13" Type="http://schemas.openxmlformats.org/officeDocument/2006/relationships/image" Target="../media/image547.png"/><Relationship Id="rId18" Type="http://schemas.openxmlformats.org/officeDocument/2006/relationships/image" Target="../media/image552.png"/><Relationship Id="rId3" Type="http://schemas.openxmlformats.org/officeDocument/2006/relationships/image" Target="../media/image537.png"/><Relationship Id="rId7" Type="http://schemas.openxmlformats.org/officeDocument/2006/relationships/image" Target="../media/image541.png"/><Relationship Id="rId12" Type="http://schemas.openxmlformats.org/officeDocument/2006/relationships/image" Target="../media/image546.png"/><Relationship Id="rId17" Type="http://schemas.openxmlformats.org/officeDocument/2006/relationships/image" Target="../media/image551.png"/><Relationship Id="rId2" Type="http://schemas.openxmlformats.org/officeDocument/2006/relationships/image" Target="../media/image536.png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11" Type="http://schemas.openxmlformats.org/officeDocument/2006/relationships/image" Target="../media/image545.png"/><Relationship Id="rId5" Type="http://schemas.openxmlformats.org/officeDocument/2006/relationships/image" Target="../media/image539.png"/><Relationship Id="rId15" Type="http://schemas.openxmlformats.org/officeDocument/2006/relationships/image" Target="../media/image549.png"/><Relationship Id="rId10" Type="http://schemas.openxmlformats.org/officeDocument/2006/relationships/image" Target="../media/image544.png"/><Relationship Id="rId19" Type="http://schemas.openxmlformats.org/officeDocument/2006/relationships/image" Target="../media/image553.png"/><Relationship Id="rId4" Type="http://schemas.openxmlformats.org/officeDocument/2006/relationships/image" Target="../media/image538.png"/><Relationship Id="rId9" Type="http://schemas.openxmlformats.org/officeDocument/2006/relationships/image" Target="../media/image543.png"/><Relationship Id="rId14" Type="http://schemas.openxmlformats.org/officeDocument/2006/relationships/image" Target="../media/image5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9.png"/><Relationship Id="rId7" Type="http://schemas.openxmlformats.org/officeDocument/2006/relationships/image" Target="../media/image493.png"/><Relationship Id="rId2" Type="http://schemas.openxmlformats.org/officeDocument/2006/relationships/image" Target="../media/image5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7.png"/><Relationship Id="rId5" Type="http://schemas.openxmlformats.org/officeDocument/2006/relationships/image" Target="../media/image556.png"/><Relationship Id="rId4" Type="http://schemas.openxmlformats.org/officeDocument/2006/relationships/image" Target="../media/image555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26" Type="http://schemas.openxmlformats.org/officeDocument/2006/relationships/image" Target="../media/image397.png"/><Relationship Id="rId3" Type="http://schemas.openxmlformats.org/officeDocument/2006/relationships/image" Target="../media/image3.png"/><Relationship Id="rId21" Type="http://schemas.openxmlformats.org/officeDocument/2006/relationships/image" Target="../media/image392.png"/><Relationship Id="rId34" Type="http://schemas.openxmlformats.org/officeDocument/2006/relationships/image" Target="../media/image404.png"/><Relationship Id="rId7" Type="http://schemas.openxmlformats.org/officeDocument/2006/relationships/image" Target="../media/image379.png"/><Relationship Id="rId12" Type="http://schemas.openxmlformats.org/officeDocument/2006/relationships/image" Target="../media/image383.png"/><Relationship Id="rId17" Type="http://schemas.openxmlformats.org/officeDocument/2006/relationships/image" Target="../media/image388.png"/><Relationship Id="rId25" Type="http://schemas.openxmlformats.org/officeDocument/2006/relationships/image" Target="../media/image396.png"/><Relationship Id="rId33" Type="http://schemas.openxmlformats.org/officeDocument/2006/relationships/image" Target="../media/image406.png"/><Relationship Id="rId2" Type="http://schemas.openxmlformats.org/officeDocument/2006/relationships/image" Target="../media/image137.png"/><Relationship Id="rId16" Type="http://schemas.openxmlformats.org/officeDocument/2006/relationships/image" Target="../media/image387.png"/><Relationship Id="rId20" Type="http://schemas.openxmlformats.org/officeDocument/2006/relationships/image" Target="../media/image391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11" Type="http://schemas.openxmlformats.org/officeDocument/2006/relationships/image" Target="../media/image382.png"/><Relationship Id="rId24" Type="http://schemas.openxmlformats.org/officeDocument/2006/relationships/image" Target="../media/image395.png"/><Relationship Id="rId32" Type="http://schemas.openxmlformats.org/officeDocument/2006/relationships/image" Target="../media/image403.png"/><Relationship Id="rId5" Type="http://schemas.openxmlformats.org/officeDocument/2006/relationships/image" Target="../media/image377.png"/><Relationship Id="rId15" Type="http://schemas.openxmlformats.org/officeDocument/2006/relationships/image" Target="../media/image386.png"/><Relationship Id="rId23" Type="http://schemas.openxmlformats.org/officeDocument/2006/relationships/image" Target="../media/image394.png"/><Relationship Id="rId28" Type="http://schemas.openxmlformats.org/officeDocument/2006/relationships/image" Target="../media/image399.png"/><Relationship Id="rId36" Type="http://schemas.openxmlformats.org/officeDocument/2006/relationships/image" Target="../media/image559.png"/><Relationship Id="rId10" Type="http://schemas.openxmlformats.org/officeDocument/2006/relationships/image" Target="../media/image381.png"/><Relationship Id="rId19" Type="http://schemas.openxmlformats.org/officeDocument/2006/relationships/image" Target="../media/image390.png"/><Relationship Id="rId31" Type="http://schemas.openxmlformats.org/officeDocument/2006/relationships/image" Target="../media/image402.png"/><Relationship Id="rId4" Type="http://schemas.openxmlformats.org/officeDocument/2006/relationships/image" Target="../media/image376.png"/><Relationship Id="rId9" Type="http://schemas.openxmlformats.org/officeDocument/2006/relationships/image" Target="../media/image380.png"/><Relationship Id="rId14" Type="http://schemas.openxmlformats.org/officeDocument/2006/relationships/image" Target="../media/image385.png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Relationship Id="rId30" Type="http://schemas.openxmlformats.org/officeDocument/2006/relationships/image" Target="../media/image401.png"/><Relationship Id="rId35" Type="http://schemas.openxmlformats.org/officeDocument/2006/relationships/image" Target="../media/image405.png"/><Relationship Id="rId8" Type="http://schemas.openxmlformats.org/officeDocument/2006/relationships/image" Target="../media/image5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13" Type="http://schemas.openxmlformats.org/officeDocument/2006/relationships/image" Target="../media/image568.png"/><Relationship Id="rId3" Type="http://schemas.openxmlformats.org/officeDocument/2006/relationships/image" Target="../media/image3.png"/><Relationship Id="rId7" Type="http://schemas.openxmlformats.org/officeDocument/2006/relationships/image" Target="../media/image562.png"/><Relationship Id="rId12" Type="http://schemas.openxmlformats.org/officeDocument/2006/relationships/image" Target="../media/image567.png"/><Relationship Id="rId2" Type="http://schemas.openxmlformats.org/officeDocument/2006/relationships/image" Target="../media/image137.png"/><Relationship Id="rId16" Type="http://schemas.openxmlformats.org/officeDocument/2006/relationships/image" Target="../media/image5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1.png"/><Relationship Id="rId11" Type="http://schemas.openxmlformats.org/officeDocument/2006/relationships/image" Target="../media/image566.png"/><Relationship Id="rId5" Type="http://schemas.openxmlformats.org/officeDocument/2006/relationships/image" Target="../media/image560.png"/><Relationship Id="rId15" Type="http://schemas.openxmlformats.org/officeDocument/2006/relationships/image" Target="../media/image570.png"/><Relationship Id="rId10" Type="http://schemas.openxmlformats.org/officeDocument/2006/relationships/image" Target="../media/image565.png"/><Relationship Id="rId4" Type="http://schemas.openxmlformats.org/officeDocument/2006/relationships/image" Target="../media/image434.png"/><Relationship Id="rId9" Type="http://schemas.openxmlformats.org/officeDocument/2006/relationships/image" Target="../media/image564.png"/><Relationship Id="rId14" Type="http://schemas.openxmlformats.org/officeDocument/2006/relationships/image" Target="../media/image56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6.png"/><Relationship Id="rId13" Type="http://schemas.openxmlformats.org/officeDocument/2006/relationships/image" Target="../media/image581.png"/><Relationship Id="rId18" Type="http://schemas.openxmlformats.org/officeDocument/2006/relationships/image" Target="../media/image586.png"/><Relationship Id="rId3" Type="http://schemas.openxmlformats.org/officeDocument/2006/relationships/image" Target="../media/image3.png"/><Relationship Id="rId21" Type="http://schemas.openxmlformats.org/officeDocument/2006/relationships/image" Target="../media/image589.png"/><Relationship Id="rId7" Type="http://schemas.openxmlformats.org/officeDocument/2006/relationships/image" Target="../media/image575.png"/><Relationship Id="rId12" Type="http://schemas.openxmlformats.org/officeDocument/2006/relationships/image" Target="../media/image580.png"/><Relationship Id="rId17" Type="http://schemas.openxmlformats.org/officeDocument/2006/relationships/image" Target="../media/image585.png"/><Relationship Id="rId2" Type="http://schemas.openxmlformats.org/officeDocument/2006/relationships/image" Target="../media/image137.png"/><Relationship Id="rId16" Type="http://schemas.openxmlformats.org/officeDocument/2006/relationships/image" Target="../media/image584.png"/><Relationship Id="rId20" Type="http://schemas.openxmlformats.org/officeDocument/2006/relationships/image" Target="../media/image5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4.png"/><Relationship Id="rId11" Type="http://schemas.openxmlformats.org/officeDocument/2006/relationships/image" Target="../media/image579.jpg"/><Relationship Id="rId24" Type="http://schemas.openxmlformats.org/officeDocument/2006/relationships/image" Target="../media/image592.png"/><Relationship Id="rId5" Type="http://schemas.openxmlformats.org/officeDocument/2006/relationships/image" Target="../media/image573.png"/><Relationship Id="rId15" Type="http://schemas.openxmlformats.org/officeDocument/2006/relationships/image" Target="../media/image583.png"/><Relationship Id="rId23" Type="http://schemas.openxmlformats.org/officeDocument/2006/relationships/image" Target="../media/image591.png"/><Relationship Id="rId10" Type="http://schemas.openxmlformats.org/officeDocument/2006/relationships/image" Target="../media/image578.png"/><Relationship Id="rId19" Type="http://schemas.openxmlformats.org/officeDocument/2006/relationships/image" Target="../media/image587.png"/><Relationship Id="rId4" Type="http://schemas.openxmlformats.org/officeDocument/2006/relationships/image" Target="../media/image572.png"/><Relationship Id="rId9" Type="http://schemas.openxmlformats.org/officeDocument/2006/relationships/image" Target="../media/image577.png"/><Relationship Id="rId14" Type="http://schemas.openxmlformats.org/officeDocument/2006/relationships/image" Target="../media/image582.png"/><Relationship Id="rId22" Type="http://schemas.openxmlformats.org/officeDocument/2006/relationships/image" Target="../media/image5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9.png"/><Relationship Id="rId2" Type="http://schemas.openxmlformats.org/officeDocument/2006/relationships/image" Target="../media/image5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3.png"/><Relationship Id="rId5" Type="http://schemas.openxmlformats.org/officeDocument/2006/relationships/image" Target="../media/image595.png"/><Relationship Id="rId4" Type="http://schemas.openxmlformats.org/officeDocument/2006/relationships/image" Target="../media/image59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5.png"/><Relationship Id="rId18" Type="http://schemas.openxmlformats.org/officeDocument/2006/relationships/image" Target="../media/image388.png"/><Relationship Id="rId26" Type="http://schemas.openxmlformats.org/officeDocument/2006/relationships/image" Target="../media/image396.png"/><Relationship Id="rId3" Type="http://schemas.openxmlformats.org/officeDocument/2006/relationships/image" Target="../media/image3.png"/><Relationship Id="rId21" Type="http://schemas.openxmlformats.org/officeDocument/2006/relationships/image" Target="../media/image391.png"/><Relationship Id="rId34" Type="http://schemas.openxmlformats.org/officeDocument/2006/relationships/image" Target="../media/image406.png"/><Relationship Id="rId7" Type="http://schemas.openxmlformats.org/officeDocument/2006/relationships/image" Target="../media/image379.png"/><Relationship Id="rId12" Type="http://schemas.openxmlformats.org/officeDocument/2006/relationships/image" Target="../media/image384.png"/><Relationship Id="rId17" Type="http://schemas.openxmlformats.org/officeDocument/2006/relationships/image" Target="../media/image387.png"/><Relationship Id="rId25" Type="http://schemas.openxmlformats.org/officeDocument/2006/relationships/image" Target="../media/image395.png"/><Relationship Id="rId33" Type="http://schemas.openxmlformats.org/officeDocument/2006/relationships/image" Target="../media/image403.png"/><Relationship Id="rId2" Type="http://schemas.openxmlformats.org/officeDocument/2006/relationships/image" Target="../media/image137.png"/><Relationship Id="rId16" Type="http://schemas.openxmlformats.org/officeDocument/2006/relationships/image" Target="../media/image386.png"/><Relationship Id="rId20" Type="http://schemas.openxmlformats.org/officeDocument/2006/relationships/image" Target="../media/image390.png"/><Relationship Id="rId29" Type="http://schemas.openxmlformats.org/officeDocument/2006/relationships/image" Target="../media/image3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11" Type="http://schemas.openxmlformats.org/officeDocument/2006/relationships/image" Target="../media/image383.png"/><Relationship Id="rId24" Type="http://schemas.openxmlformats.org/officeDocument/2006/relationships/image" Target="../media/image394.png"/><Relationship Id="rId32" Type="http://schemas.openxmlformats.org/officeDocument/2006/relationships/image" Target="../media/image402.png"/><Relationship Id="rId5" Type="http://schemas.openxmlformats.org/officeDocument/2006/relationships/image" Target="../media/image377.png"/><Relationship Id="rId15" Type="http://schemas.openxmlformats.org/officeDocument/2006/relationships/image" Target="../media/image597.png"/><Relationship Id="rId23" Type="http://schemas.openxmlformats.org/officeDocument/2006/relationships/image" Target="../media/image393.png"/><Relationship Id="rId28" Type="http://schemas.openxmlformats.org/officeDocument/2006/relationships/image" Target="../media/image398.png"/><Relationship Id="rId36" Type="http://schemas.openxmlformats.org/officeDocument/2006/relationships/image" Target="../media/image405.png"/><Relationship Id="rId10" Type="http://schemas.openxmlformats.org/officeDocument/2006/relationships/image" Target="../media/image382.png"/><Relationship Id="rId19" Type="http://schemas.openxmlformats.org/officeDocument/2006/relationships/image" Target="../media/image389.png"/><Relationship Id="rId31" Type="http://schemas.openxmlformats.org/officeDocument/2006/relationships/image" Target="../media/image401.png"/><Relationship Id="rId4" Type="http://schemas.openxmlformats.org/officeDocument/2006/relationships/image" Target="../media/image376.png"/><Relationship Id="rId9" Type="http://schemas.openxmlformats.org/officeDocument/2006/relationships/image" Target="../media/image381.png"/><Relationship Id="rId14" Type="http://schemas.openxmlformats.org/officeDocument/2006/relationships/image" Target="../media/image596.png"/><Relationship Id="rId22" Type="http://schemas.openxmlformats.org/officeDocument/2006/relationships/image" Target="../media/image392.png"/><Relationship Id="rId27" Type="http://schemas.openxmlformats.org/officeDocument/2006/relationships/image" Target="../media/image397.png"/><Relationship Id="rId30" Type="http://schemas.openxmlformats.org/officeDocument/2006/relationships/image" Target="../media/image400.png"/><Relationship Id="rId35" Type="http://schemas.openxmlformats.org/officeDocument/2006/relationships/image" Target="../media/image404.png"/><Relationship Id="rId8" Type="http://schemas.openxmlformats.org/officeDocument/2006/relationships/image" Target="../media/image38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6.png"/><Relationship Id="rId18" Type="http://schemas.openxmlformats.org/officeDocument/2006/relationships/image" Target="../media/image611.png"/><Relationship Id="rId26" Type="http://schemas.openxmlformats.org/officeDocument/2006/relationships/image" Target="../media/image619.png"/><Relationship Id="rId3" Type="http://schemas.openxmlformats.org/officeDocument/2006/relationships/image" Target="../media/image3.png"/><Relationship Id="rId21" Type="http://schemas.openxmlformats.org/officeDocument/2006/relationships/image" Target="../media/image614.png"/><Relationship Id="rId34" Type="http://schemas.openxmlformats.org/officeDocument/2006/relationships/image" Target="../media/image427.png"/><Relationship Id="rId7" Type="http://schemas.openxmlformats.org/officeDocument/2006/relationships/image" Target="../media/image233.png"/><Relationship Id="rId12" Type="http://schemas.openxmlformats.org/officeDocument/2006/relationships/image" Target="../media/image605.png"/><Relationship Id="rId17" Type="http://schemas.openxmlformats.org/officeDocument/2006/relationships/image" Target="../media/image610.png"/><Relationship Id="rId25" Type="http://schemas.openxmlformats.org/officeDocument/2006/relationships/image" Target="../media/image618.png"/><Relationship Id="rId33" Type="http://schemas.openxmlformats.org/officeDocument/2006/relationships/image" Target="../media/image626.jpg"/><Relationship Id="rId2" Type="http://schemas.openxmlformats.org/officeDocument/2006/relationships/image" Target="../media/image2.png"/><Relationship Id="rId16" Type="http://schemas.openxmlformats.org/officeDocument/2006/relationships/image" Target="../media/image609.png"/><Relationship Id="rId20" Type="http://schemas.openxmlformats.org/officeDocument/2006/relationships/image" Target="../media/image613.png"/><Relationship Id="rId29" Type="http://schemas.openxmlformats.org/officeDocument/2006/relationships/image" Target="../media/image6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604.png"/><Relationship Id="rId24" Type="http://schemas.openxmlformats.org/officeDocument/2006/relationships/image" Target="../media/image617.png"/><Relationship Id="rId32" Type="http://schemas.openxmlformats.org/officeDocument/2006/relationships/image" Target="../media/image625.png"/><Relationship Id="rId5" Type="http://schemas.openxmlformats.org/officeDocument/2006/relationships/image" Target="../media/image599.png"/><Relationship Id="rId15" Type="http://schemas.openxmlformats.org/officeDocument/2006/relationships/image" Target="../media/image608.png"/><Relationship Id="rId23" Type="http://schemas.openxmlformats.org/officeDocument/2006/relationships/image" Target="../media/image616.jpg"/><Relationship Id="rId28" Type="http://schemas.openxmlformats.org/officeDocument/2006/relationships/image" Target="../media/image621.png"/><Relationship Id="rId10" Type="http://schemas.openxmlformats.org/officeDocument/2006/relationships/image" Target="../media/image603.png"/><Relationship Id="rId19" Type="http://schemas.openxmlformats.org/officeDocument/2006/relationships/image" Target="../media/image612.png"/><Relationship Id="rId31" Type="http://schemas.openxmlformats.org/officeDocument/2006/relationships/image" Target="../media/image624.jpg"/><Relationship Id="rId4" Type="http://schemas.openxmlformats.org/officeDocument/2006/relationships/image" Target="../media/image598.png"/><Relationship Id="rId9" Type="http://schemas.openxmlformats.org/officeDocument/2006/relationships/image" Target="../media/image602.png"/><Relationship Id="rId14" Type="http://schemas.openxmlformats.org/officeDocument/2006/relationships/image" Target="../media/image607.png"/><Relationship Id="rId22" Type="http://schemas.openxmlformats.org/officeDocument/2006/relationships/image" Target="../media/image615.jpg"/><Relationship Id="rId27" Type="http://schemas.openxmlformats.org/officeDocument/2006/relationships/image" Target="../media/image620.jpg"/><Relationship Id="rId30" Type="http://schemas.openxmlformats.org/officeDocument/2006/relationships/image" Target="../media/image623.jpg"/><Relationship Id="rId8" Type="http://schemas.openxmlformats.org/officeDocument/2006/relationships/image" Target="../media/image60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35.png"/><Relationship Id="rId18" Type="http://schemas.openxmlformats.org/officeDocument/2006/relationships/image" Target="../media/image640.png"/><Relationship Id="rId3" Type="http://schemas.openxmlformats.org/officeDocument/2006/relationships/image" Target="../media/image3.png"/><Relationship Id="rId7" Type="http://schemas.openxmlformats.org/officeDocument/2006/relationships/image" Target="../media/image629.jpg"/><Relationship Id="rId12" Type="http://schemas.openxmlformats.org/officeDocument/2006/relationships/image" Target="../media/image634.png"/><Relationship Id="rId17" Type="http://schemas.openxmlformats.org/officeDocument/2006/relationships/image" Target="../media/image639.png"/><Relationship Id="rId2" Type="http://schemas.openxmlformats.org/officeDocument/2006/relationships/image" Target="../media/image137.png"/><Relationship Id="rId16" Type="http://schemas.openxmlformats.org/officeDocument/2006/relationships/image" Target="../media/image6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4.png"/><Relationship Id="rId11" Type="http://schemas.openxmlformats.org/officeDocument/2006/relationships/image" Target="../media/image633.png"/><Relationship Id="rId5" Type="http://schemas.openxmlformats.org/officeDocument/2006/relationships/image" Target="../media/image628.jpg"/><Relationship Id="rId15" Type="http://schemas.openxmlformats.org/officeDocument/2006/relationships/image" Target="../media/image637.png"/><Relationship Id="rId10" Type="http://schemas.openxmlformats.org/officeDocument/2006/relationships/image" Target="../media/image632.png"/><Relationship Id="rId4" Type="http://schemas.openxmlformats.org/officeDocument/2006/relationships/image" Target="../media/image627.png"/><Relationship Id="rId9" Type="http://schemas.openxmlformats.org/officeDocument/2006/relationships/image" Target="../media/image631.png"/><Relationship Id="rId14" Type="http://schemas.openxmlformats.org/officeDocument/2006/relationships/image" Target="../media/image63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5.png"/><Relationship Id="rId13" Type="http://schemas.openxmlformats.org/officeDocument/2006/relationships/image" Target="../media/image649.png"/><Relationship Id="rId3" Type="http://schemas.openxmlformats.org/officeDocument/2006/relationships/image" Target="../media/image3.png"/><Relationship Id="rId7" Type="http://schemas.openxmlformats.org/officeDocument/2006/relationships/image" Target="../media/image644.png"/><Relationship Id="rId12" Type="http://schemas.openxmlformats.org/officeDocument/2006/relationships/image" Target="../media/image648.png"/><Relationship Id="rId17" Type="http://schemas.openxmlformats.org/officeDocument/2006/relationships/image" Target="../media/image653.png"/><Relationship Id="rId2" Type="http://schemas.openxmlformats.org/officeDocument/2006/relationships/image" Target="../media/image137.png"/><Relationship Id="rId16" Type="http://schemas.openxmlformats.org/officeDocument/2006/relationships/image" Target="../media/image6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3.png"/><Relationship Id="rId11" Type="http://schemas.openxmlformats.org/officeDocument/2006/relationships/image" Target="../media/image647.png"/><Relationship Id="rId5" Type="http://schemas.openxmlformats.org/officeDocument/2006/relationships/image" Target="../media/image642.png"/><Relationship Id="rId15" Type="http://schemas.openxmlformats.org/officeDocument/2006/relationships/image" Target="../media/image651.jpg"/><Relationship Id="rId10" Type="http://schemas.openxmlformats.org/officeDocument/2006/relationships/image" Target="../media/image631.png"/><Relationship Id="rId4" Type="http://schemas.openxmlformats.org/officeDocument/2006/relationships/image" Target="../media/image641.png"/><Relationship Id="rId9" Type="http://schemas.openxmlformats.org/officeDocument/2006/relationships/image" Target="../media/image646.png"/><Relationship Id="rId14" Type="http://schemas.openxmlformats.org/officeDocument/2006/relationships/image" Target="../media/image6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7.png"/><Relationship Id="rId13" Type="http://schemas.openxmlformats.org/officeDocument/2006/relationships/image" Target="../media/image661.png"/><Relationship Id="rId3" Type="http://schemas.openxmlformats.org/officeDocument/2006/relationships/image" Target="../media/image3.png"/><Relationship Id="rId7" Type="http://schemas.openxmlformats.org/officeDocument/2006/relationships/image" Target="../media/image656.png"/><Relationship Id="rId12" Type="http://schemas.openxmlformats.org/officeDocument/2006/relationships/image" Target="../media/image660.png"/><Relationship Id="rId2" Type="http://schemas.openxmlformats.org/officeDocument/2006/relationships/image" Target="../media/image137.png"/><Relationship Id="rId16" Type="http://schemas.openxmlformats.org/officeDocument/2006/relationships/image" Target="../media/image6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5.png"/><Relationship Id="rId11" Type="http://schemas.openxmlformats.org/officeDocument/2006/relationships/image" Target="../media/image649.png"/><Relationship Id="rId5" Type="http://schemas.openxmlformats.org/officeDocument/2006/relationships/image" Target="../media/image654.jpg"/><Relationship Id="rId15" Type="http://schemas.openxmlformats.org/officeDocument/2006/relationships/image" Target="../media/image663.png"/><Relationship Id="rId10" Type="http://schemas.openxmlformats.org/officeDocument/2006/relationships/image" Target="../media/image659.png"/><Relationship Id="rId4" Type="http://schemas.openxmlformats.org/officeDocument/2006/relationships/image" Target="../media/image627.png"/><Relationship Id="rId9" Type="http://schemas.openxmlformats.org/officeDocument/2006/relationships/image" Target="../media/image658.png"/><Relationship Id="rId14" Type="http://schemas.openxmlformats.org/officeDocument/2006/relationships/image" Target="../media/image66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3.png"/><Relationship Id="rId3" Type="http://schemas.openxmlformats.org/officeDocument/2006/relationships/image" Target="../media/image489.png"/><Relationship Id="rId7" Type="http://schemas.openxmlformats.org/officeDocument/2006/relationships/image" Target="../media/image668.png"/><Relationship Id="rId2" Type="http://schemas.openxmlformats.org/officeDocument/2006/relationships/image" Target="../media/image6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7.png"/><Relationship Id="rId5" Type="http://schemas.openxmlformats.org/officeDocument/2006/relationships/image" Target="../media/image666.png"/><Relationship Id="rId4" Type="http://schemas.openxmlformats.org/officeDocument/2006/relationships/image" Target="../media/image55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3.png"/><Relationship Id="rId13" Type="http://schemas.openxmlformats.org/officeDocument/2006/relationships/image" Target="../media/image678.png"/><Relationship Id="rId18" Type="http://schemas.openxmlformats.org/officeDocument/2006/relationships/image" Target="../media/image683.png"/><Relationship Id="rId3" Type="http://schemas.openxmlformats.org/officeDocument/2006/relationships/image" Target="../media/image3.png"/><Relationship Id="rId21" Type="http://schemas.openxmlformats.org/officeDocument/2006/relationships/image" Target="../media/image686.png"/><Relationship Id="rId7" Type="http://schemas.openxmlformats.org/officeDocument/2006/relationships/image" Target="../media/image672.png"/><Relationship Id="rId12" Type="http://schemas.openxmlformats.org/officeDocument/2006/relationships/image" Target="../media/image677.png"/><Relationship Id="rId17" Type="http://schemas.openxmlformats.org/officeDocument/2006/relationships/image" Target="../media/image682.png"/><Relationship Id="rId2" Type="http://schemas.openxmlformats.org/officeDocument/2006/relationships/image" Target="../media/image2.png"/><Relationship Id="rId16" Type="http://schemas.openxmlformats.org/officeDocument/2006/relationships/image" Target="../media/image681.png"/><Relationship Id="rId20" Type="http://schemas.openxmlformats.org/officeDocument/2006/relationships/image" Target="../media/image6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1.png"/><Relationship Id="rId11" Type="http://schemas.openxmlformats.org/officeDocument/2006/relationships/image" Target="../media/image676.png"/><Relationship Id="rId5" Type="http://schemas.openxmlformats.org/officeDocument/2006/relationships/image" Target="../media/image670.png"/><Relationship Id="rId15" Type="http://schemas.openxmlformats.org/officeDocument/2006/relationships/image" Target="../media/image680.png"/><Relationship Id="rId10" Type="http://schemas.openxmlformats.org/officeDocument/2006/relationships/image" Target="../media/image675.png"/><Relationship Id="rId19" Type="http://schemas.openxmlformats.org/officeDocument/2006/relationships/image" Target="../media/image684.png"/><Relationship Id="rId4" Type="http://schemas.openxmlformats.org/officeDocument/2006/relationships/image" Target="../media/image669.jpg"/><Relationship Id="rId9" Type="http://schemas.openxmlformats.org/officeDocument/2006/relationships/image" Target="../media/image674.png"/><Relationship Id="rId14" Type="http://schemas.openxmlformats.org/officeDocument/2006/relationships/image" Target="../media/image67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.png"/><Relationship Id="rId3" Type="http://schemas.openxmlformats.org/officeDocument/2006/relationships/image" Target="../media/image688.png"/><Relationship Id="rId7" Type="http://schemas.openxmlformats.org/officeDocument/2006/relationships/hyperlink" Target="https://twitter.com/ROKAutomation" TargetMode="External"/><Relationship Id="rId2" Type="http://schemas.openxmlformats.org/officeDocument/2006/relationships/image" Target="../media/image68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0.png"/><Relationship Id="rId5" Type="http://schemas.openxmlformats.org/officeDocument/2006/relationships/hyperlink" Target="http://www.rockwellautomation.com/" TargetMode="External"/><Relationship Id="rId4" Type="http://schemas.openxmlformats.org/officeDocument/2006/relationships/image" Target="../media/image6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" y="0"/>
            <a:ext cx="12192000" cy="6856095"/>
            <a:chOff x="-2" y="0"/>
            <a:chExt cx="12192000" cy="6856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603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" y="6252968"/>
              <a:ext cx="1504182" cy="6030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752" y="6423370"/>
              <a:ext cx="252437" cy="31974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7230" y="6505143"/>
            <a:ext cx="3619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5" dirty="0">
                <a:latin typeface="Arial"/>
                <a:cs typeface="Arial"/>
              </a:rPr>
              <a:t>PUBLIC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6201" y="0"/>
            <a:ext cx="11445875" cy="6858000"/>
            <a:chOff x="746201" y="0"/>
            <a:chExt cx="11445875" cy="68580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364" y="5545137"/>
              <a:ext cx="3644011" cy="2771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201" y="646683"/>
              <a:ext cx="2798064" cy="9513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8092" y="0"/>
              <a:ext cx="6883908" cy="68580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70280" y="2446121"/>
            <a:ext cx="505650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pc="-114" dirty="0">
                <a:solidFill>
                  <a:srgbClr val="000000"/>
                </a:solidFill>
              </a:rPr>
              <a:t>Introducción</a:t>
            </a:r>
            <a:r>
              <a:rPr spc="-225" dirty="0">
                <a:solidFill>
                  <a:srgbClr val="000000"/>
                </a:solidFill>
              </a:rPr>
              <a:t> </a:t>
            </a:r>
            <a:r>
              <a:rPr spc="-95" dirty="0">
                <a:solidFill>
                  <a:srgbClr val="000000"/>
                </a:solidFill>
              </a:rPr>
              <a:t>a</a:t>
            </a:r>
            <a:r>
              <a:rPr spc="-225" dirty="0">
                <a:solidFill>
                  <a:srgbClr val="000000"/>
                </a:solidFill>
              </a:rPr>
              <a:t> </a:t>
            </a:r>
            <a:r>
              <a:rPr spc="-145" dirty="0">
                <a:solidFill>
                  <a:srgbClr val="000000"/>
                </a:solidFill>
              </a:rPr>
              <a:t>FactoryTalk® </a:t>
            </a:r>
            <a:r>
              <a:rPr spc="-40" dirty="0">
                <a:solidFill>
                  <a:srgbClr val="000000"/>
                </a:solidFill>
              </a:rPr>
              <a:t>DataMosaix</a:t>
            </a: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3116" y="3115055"/>
            <a:ext cx="761237" cy="854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8" cy="20755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20755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544" y="818375"/>
              <a:ext cx="11907139" cy="54715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1037716"/>
              <a:ext cx="11428730" cy="4993005"/>
            </a:xfrm>
            <a:custGeom>
              <a:avLst/>
              <a:gdLst/>
              <a:ahLst/>
              <a:cxnLst/>
              <a:rect l="l" t="t" r="r" b="b"/>
              <a:pathLst>
                <a:path w="11428730" h="4993005">
                  <a:moveTo>
                    <a:pt x="11087481" y="0"/>
                  </a:moveTo>
                  <a:lnTo>
                    <a:pt x="0" y="0"/>
                  </a:lnTo>
                  <a:lnTo>
                    <a:pt x="0" y="4992738"/>
                  </a:lnTo>
                  <a:lnTo>
                    <a:pt x="11428476" y="4992738"/>
                  </a:lnTo>
                  <a:lnTo>
                    <a:pt x="11428476" y="341122"/>
                  </a:lnTo>
                  <a:lnTo>
                    <a:pt x="110874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3496" y="3113277"/>
              <a:ext cx="11003915" cy="2407920"/>
            </a:xfrm>
            <a:custGeom>
              <a:avLst/>
              <a:gdLst/>
              <a:ahLst/>
              <a:cxnLst/>
              <a:rect l="l" t="t" r="r" b="b"/>
              <a:pathLst>
                <a:path w="11003915" h="2407920">
                  <a:moveTo>
                    <a:pt x="11003534" y="0"/>
                  </a:moveTo>
                  <a:lnTo>
                    <a:pt x="0" y="0"/>
                  </a:lnTo>
                  <a:lnTo>
                    <a:pt x="0" y="2407412"/>
                  </a:lnTo>
                  <a:lnTo>
                    <a:pt x="11003534" y="2407412"/>
                  </a:lnTo>
                  <a:lnTo>
                    <a:pt x="110035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44204" y="1456181"/>
            <a:ext cx="1825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latin typeface="Arial"/>
                <a:cs typeface="Arial"/>
              </a:rPr>
              <a:t>Científicos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55" dirty="0">
                <a:latin typeface="Arial"/>
                <a:cs typeface="Arial"/>
              </a:rPr>
              <a:t>de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spc="-35" dirty="0">
                <a:latin typeface="Arial"/>
                <a:cs typeface="Arial"/>
              </a:rPr>
              <a:t>datos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0573" y="1327480"/>
            <a:ext cx="1990725" cy="52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Arial"/>
                <a:cs typeface="Arial"/>
              </a:rPr>
              <a:t>Ingenieros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00" b="1" spc="-30" dirty="0">
                <a:latin typeface="Arial"/>
                <a:cs typeface="Arial"/>
              </a:rPr>
              <a:t>procesos/fabricación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4671" y="1456181"/>
            <a:ext cx="2459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Arial"/>
                <a:cs typeface="Arial"/>
              </a:rPr>
              <a:t>Ingenieros </a:t>
            </a:r>
            <a:r>
              <a:rPr sz="1600" b="1" spc="-55" dirty="0">
                <a:latin typeface="Arial"/>
                <a:cs typeface="Arial"/>
              </a:rPr>
              <a:t>de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confiabilidad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/>
              <a:t>Usted</a:t>
            </a:r>
            <a:r>
              <a:rPr sz="3000" spc="-210" dirty="0"/>
              <a:t> </a:t>
            </a:r>
            <a:r>
              <a:rPr sz="3000" spc="-75" dirty="0"/>
              <a:t>necesita</a:t>
            </a:r>
            <a:r>
              <a:rPr sz="3000" spc="-220" dirty="0"/>
              <a:t> </a:t>
            </a:r>
            <a:r>
              <a:rPr sz="3000" spc="-80" dirty="0"/>
              <a:t>datos</a:t>
            </a:r>
            <a:r>
              <a:rPr sz="3000" spc="-204" dirty="0"/>
              <a:t> </a:t>
            </a:r>
            <a:r>
              <a:rPr sz="3000" spc="-85" dirty="0"/>
              <a:t>para</a:t>
            </a:r>
            <a:r>
              <a:rPr sz="3000" spc="-195" dirty="0"/>
              <a:t> </a:t>
            </a:r>
            <a:r>
              <a:rPr sz="3000" spc="-90" dirty="0"/>
              <a:t>resolver</a:t>
            </a:r>
            <a:r>
              <a:rPr sz="3000" spc="-204" dirty="0"/>
              <a:t> </a:t>
            </a:r>
            <a:r>
              <a:rPr sz="3000" spc="-125" dirty="0"/>
              <a:t>problemas</a:t>
            </a:r>
            <a:r>
              <a:rPr sz="3000" spc="-215" dirty="0"/>
              <a:t> </a:t>
            </a:r>
            <a:r>
              <a:rPr sz="3000" spc="-30" dirty="0"/>
              <a:t>difíciles</a:t>
            </a:r>
            <a:endParaRPr sz="3000"/>
          </a:p>
        </p:txBody>
      </p:sp>
      <p:sp>
        <p:nvSpPr>
          <p:cNvPr id="12" name="object 12"/>
          <p:cNvSpPr txBox="1"/>
          <p:nvPr/>
        </p:nvSpPr>
        <p:spPr>
          <a:xfrm>
            <a:off x="975766" y="4379467"/>
            <a:ext cx="3114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latin typeface="Arial"/>
                <a:cs typeface="Arial"/>
              </a:rPr>
              <a:t>“¿Cuáles </a:t>
            </a:r>
            <a:r>
              <a:rPr sz="1200" b="1" spc="-40" dirty="0">
                <a:latin typeface="Arial"/>
                <a:cs typeface="Arial"/>
              </a:rPr>
              <a:t>fueron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las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causas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raíz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de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un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fallo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de </a:t>
            </a:r>
            <a:r>
              <a:rPr sz="1200" b="1" spc="-60" dirty="0">
                <a:latin typeface="Arial"/>
                <a:cs typeface="Arial"/>
              </a:rPr>
              <a:t>equipo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que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resultó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en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tiempo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improductivo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no </a:t>
            </a:r>
            <a:r>
              <a:rPr sz="1200" b="1" spc="-55" dirty="0">
                <a:latin typeface="Arial"/>
                <a:cs typeface="Arial"/>
              </a:rPr>
              <a:t>programado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y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cómo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lo </a:t>
            </a:r>
            <a:r>
              <a:rPr sz="1200" b="1" spc="-65" dirty="0">
                <a:latin typeface="Arial"/>
                <a:cs typeface="Arial"/>
              </a:rPr>
              <a:t>puedo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predecir?”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0415" y="4379467"/>
            <a:ext cx="3010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b="1" spc="-135" dirty="0">
                <a:latin typeface="Arial"/>
                <a:cs typeface="Arial"/>
              </a:rPr>
              <a:t>“¿Qué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variables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de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procesos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80" dirty="0">
                <a:latin typeface="Arial"/>
                <a:cs typeface="Arial"/>
              </a:rPr>
              <a:t>o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factores </a:t>
            </a:r>
            <a:r>
              <a:rPr sz="1200" b="1" spc="-45" dirty="0">
                <a:latin typeface="Arial"/>
                <a:cs typeface="Arial"/>
              </a:rPr>
              <a:t>ambientales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contribuyeron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 </a:t>
            </a:r>
            <a:r>
              <a:rPr sz="1200" b="1" spc="-90" dirty="0">
                <a:latin typeface="Arial"/>
                <a:cs typeface="Arial"/>
              </a:rPr>
              <a:t>un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rendimiento inferior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al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esperado?”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8950" y="4379467"/>
            <a:ext cx="30943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latin typeface="Arial"/>
                <a:cs typeface="Arial"/>
              </a:rPr>
              <a:t>“¿Cuáles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80" dirty="0">
                <a:latin typeface="Arial"/>
                <a:cs typeface="Arial"/>
              </a:rPr>
              <a:t>son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los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factores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críticos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que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deben </a:t>
            </a:r>
            <a:r>
              <a:rPr sz="1200" b="1" spc="-50" dirty="0">
                <a:latin typeface="Arial"/>
                <a:cs typeface="Arial"/>
              </a:rPr>
              <a:t>incluirse</a:t>
            </a:r>
            <a:r>
              <a:rPr sz="1200" b="1" spc="-100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en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un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modelo</a:t>
            </a:r>
            <a:r>
              <a:rPr sz="1200" b="1" spc="-114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predictivo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fin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de </a:t>
            </a:r>
            <a:r>
              <a:rPr sz="1200" b="1" spc="-35" dirty="0">
                <a:latin typeface="Arial"/>
                <a:cs typeface="Arial"/>
              </a:rPr>
              <a:t>anticipar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y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evitar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productos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terminados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fuera </a:t>
            </a:r>
            <a:r>
              <a:rPr sz="1200" b="1" spc="-45" dirty="0">
                <a:latin typeface="Arial"/>
                <a:cs typeface="Arial"/>
              </a:rPr>
              <a:t>de</a:t>
            </a:r>
            <a:r>
              <a:rPr sz="1200" b="1" spc="-10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especificaciones?”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58971" y="5209425"/>
            <a:ext cx="5272532" cy="59682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25722" y="5307838"/>
            <a:ext cx="488759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6805" marR="5080" indent="-1094740">
              <a:lnSpc>
                <a:spcPct val="100000"/>
              </a:lnSpc>
              <a:spcBef>
                <a:spcPts val="100"/>
              </a:spcBef>
            </a:pPr>
            <a:r>
              <a:rPr sz="1400" b="1" i="1" spc="-110" dirty="0">
                <a:solidFill>
                  <a:srgbClr val="FFFFFF"/>
                </a:solidFill>
                <a:latin typeface="Arial"/>
                <a:cs typeface="Arial"/>
              </a:rPr>
              <a:t>¿Cuáles</a:t>
            </a:r>
            <a:r>
              <a:rPr sz="1400" b="1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105" dirty="0">
                <a:solidFill>
                  <a:srgbClr val="FFFFFF"/>
                </a:solidFill>
                <a:latin typeface="Arial"/>
                <a:cs typeface="Arial"/>
              </a:rPr>
              <a:t>son</a:t>
            </a:r>
            <a:r>
              <a:rPr sz="1400" b="1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9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b="1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80" dirty="0">
                <a:solidFill>
                  <a:srgbClr val="FFFFFF"/>
                </a:solidFill>
                <a:latin typeface="Arial"/>
                <a:cs typeface="Arial"/>
              </a:rPr>
              <a:t>problemas</a:t>
            </a:r>
            <a:r>
              <a:rPr sz="14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55" dirty="0">
                <a:solidFill>
                  <a:srgbClr val="FFFFFF"/>
                </a:solidFill>
                <a:latin typeface="Arial"/>
                <a:cs typeface="Arial"/>
              </a:rPr>
              <a:t>difíciles</a:t>
            </a:r>
            <a:r>
              <a:rPr sz="1400" b="1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85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b="1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145" dirty="0">
                <a:solidFill>
                  <a:srgbClr val="FFFFFF"/>
                </a:solidFill>
                <a:latin typeface="Arial"/>
                <a:cs typeface="Arial"/>
              </a:rPr>
              <a:t>USTED</a:t>
            </a:r>
            <a:r>
              <a:rPr sz="1400" b="1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40" dirty="0">
                <a:solidFill>
                  <a:srgbClr val="FFFFFF"/>
                </a:solidFill>
                <a:latin typeface="Arial"/>
                <a:cs typeface="Arial"/>
              </a:rPr>
              <a:t>está</a:t>
            </a:r>
            <a:r>
              <a:rPr sz="1400" b="1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35" dirty="0">
                <a:solidFill>
                  <a:srgbClr val="FFFFFF"/>
                </a:solidFill>
                <a:latin typeface="Arial"/>
                <a:cs typeface="Arial"/>
              </a:rPr>
              <a:t>tratando</a:t>
            </a:r>
            <a:r>
              <a:rPr sz="1400" b="1" i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b="1" i="1" spc="-65" dirty="0">
                <a:solidFill>
                  <a:srgbClr val="FFFFFF"/>
                </a:solidFill>
                <a:latin typeface="Arial"/>
                <a:cs typeface="Arial"/>
              </a:rPr>
              <a:t>resolver</a:t>
            </a:r>
            <a:r>
              <a:rPr sz="1400" b="1" i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55" dirty="0">
                <a:solidFill>
                  <a:srgbClr val="FFFFFF"/>
                </a:solidFill>
                <a:latin typeface="Arial"/>
                <a:cs typeface="Arial"/>
              </a:rPr>
              <a:t>mediante</a:t>
            </a:r>
            <a:r>
              <a:rPr sz="1400" b="1" i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5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400" b="1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105" dirty="0">
                <a:solidFill>
                  <a:srgbClr val="FFFFFF"/>
                </a:solidFill>
                <a:latin typeface="Arial"/>
                <a:cs typeface="Arial"/>
              </a:rPr>
              <a:t>uso</a:t>
            </a:r>
            <a:r>
              <a:rPr sz="1400" b="1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Arial"/>
                <a:cs typeface="Arial"/>
              </a:rPr>
              <a:t>datos?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58824" y="1888235"/>
            <a:ext cx="9639300" cy="3057525"/>
            <a:chOff x="1258824" y="1888235"/>
            <a:chExt cx="9639300" cy="305752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8824" y="1888235"/>
              <a:ext cx="2517648" cy="25161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5491" y="2105786"/>
              <a:ext cx="2037842" cy="203746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0412" y="1888235"/>
              <a:ext cx="2516124" cy="25161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76316" y="2105786"/>
              <a:ext cx="2037841" cy="20374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0476" y="1888235"/>
              <a:ext cx="2517648" cy="25161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37334" y="2105786"/>
              <a:ext cx="2037599" cy="203746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37701" y="2299842"/>
              <a:ext cx="1236852" cy="16493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1800" y="2346578"/>
              <a:ext cx="1166876" cy="155587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18462" y="2303271"/>
              <a:ext cx="1231773" cy="164249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14825" y="2121661"/>
              <a:ext cx="3561079" cy="2823845"/>
            </a:xfrm>
            <a:custGeom>
              <a:avLst/>
              <a:gdLst/>
              <a:ahLst/>
              <a:cxnLst/>
              <a:rect l="l" t="t" r="r" b="b"/>
              <a:pathLst>
                <a:path w="3561079" h="2823845">
                  <a:moveTo>
                    <a:pt x="0" y="2823718"/>
                  </a:moveTo>
                  <a:lnTo>
                    <a:pt x="0" y="0"/>
                  </a:lnTo>
                </a:path>
                <a:path w="3561079" h="2823845">
                  <a:moveTo>
                    <a:pt x="3560826" y="2823718"/>
                  </a:moveTo>
                  <a:lnTo>
                    <a:pt x="3560826" y="0"/>
                  </a:lnTo>
                </a:path>
              </a:pathLst>
            </a:custGeom>
            <a:ln w="9525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0" y="1824608"/>
              <a:ext cx="12192000" cy="2732405"/>
            </a:xfrm>
            <a:custGeom>
              <a:avLst/>
              <a:gdLst/>
              <a:ahLst/>
              <a:cxnLst/>
              <a:rect l="l" t="t" r="r" b="b"/>
              <a:pathLst>
                <a:path w="12192000" h="2732404">
                  <a:moveTo>
                    <a:pt x="12192000" y="0"/>
                  </a:moveTo>
                  <a:lnTo>
                    <a:pt x="0" y="0"/>
                  </a:lnTo>
                  <a:lnTo>
                    <a:pt x="0" y="2732151"/>
                  </a:lnTo>
                  <a:lnTo>
                    <a:pt x="12192000" y="273215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56709"/>
              <a:ext cx="12192000" cy="14636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0654" y="324434"/>
            <a:ext cx="9246870" cy="9023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459"/>
              </a:spcBef>
            </a:pPr>
            <a:r>
              <a:rPr sz="3000" spc="-105" dirty="0">
                <a:solidFill>
                  <a:srgbClr val="000000"/>
                </a:solidFill>
              </a:rPr>
              <a:t>Usted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necesita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80" dirty="0">
                <a:solidFill>
                  <a:srgbClr val="000000"/>
                </a:solidFill>
              </a:rPr>
              <a:t>datos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pertenecen</a:t>
            </a:r>
            <a:r>
              <a:rPr sz="3000" spc="-240" dirty="0">
                <a:solidFill>
                  <a:srgbClr val="000000"/>
                </a:solidFill>
              </a:rPr>
              <a:t> </a:t>
            </a:r>
            <a:r>
              <a:rPr sz="3000" spc="-90" dirty="0">
                <a:solidFill>
                  <a:srgbClr val="000000"/>
                </a:solidFill>
              </a:rPr>
              <a:t>a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170" dirty="0">
                <a:solidFill>
                  <a:srgbClr val="000000"/>
                </a:solidFill>
              </a:rPr>
              <a:t>muchos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tipos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50" dirty="0">
                <a:solidFill>
                  <a:srgbClr val="000000"/>
                </a:solidFill>
              </a:rPr>
              <a:t>y </a:t>
            </a:r>
            <a:r>
              <a:rPr sz="3000" spc="-70" dirty="0">
                <a:solidFill>
                  <a:srgbClr val="000000"/>
                </a:solidFill>
              </a:rPr>
              <a:t>estructuras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diferentes</a:t>
            </a:r>
            <a:endParaRPr sz="3000"/>
          </a:p>
        </p:txBody>
      </p:sp>
      <p:grpSp>
        <p:nvGrpSpPr>
          <p:cNvPr id="6" name="object 6"/>
          <p:cNvGrpSpPr/>
          <p:nvPr/>
        </p:nvGrpSpPr>
        <p:grpSpPr>
          <a:xfrm>
            <a:off x="106679" y="1257300"/>
            <a:ext cx="9100185" cy="3072130"/>
            <a:chOff x="106679" y="1257300"/>
            <a:chExt cx="9100185" cy="3072130"/>
          </a:xfrm>
        </p:grpSpPr>
        <p:sp>
          <p:nvSpPr>
            <p:cNvPr id="7" name="object 7"/>
            <p:cNvSpPr/>
            <p:nvPr/>
          </p:nvSpPr>
          <p:spPr>
            <a:xfrm>
              <a:off x="3188843" y="2009901"/>
              <a:ext cx="5835015" cy="2313305"/>
            </a:xfrm>
            <a:custGeom>
              <a:avLst/>
              <a:gdLst/>
              <a:ahLst/>
              <a:cxnLst/>
              <a:rect l="l" t="t" r="r" b="b"/>
              <a:pathLst>
                <a:path w="5835015" h="2313304">
                  <a:moveTo>
                    <a:pt x="2917444" y="0"/>
                  </a:moveTo>
                  <a:lnTo>
                    <a:pt x="2917444" y="2312797"/>
                  </a:lnTo>
                </a:path>
                <a:path w="5835015" h="2313304">
                  <a:moveTo>
                    <a:pt x="0" y="0"/>
                  </a:moveTo>
                  <a:lnTo>
                    <a:pt x="0" y="2312797"/>
                  </a:lnTo>
                </a:path>
                <a:path w="5835015" h="2313304">
                  <a:moveTo>
                    <a:pt x="5834887" y="0"/>
                  </a:moveTo>
                  <a:lnTo>
                    <a:pt x="5834887" y="2312797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967" y="1257300"/>
              <a:ext cx="3176143" cy="1177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" y="1331950"/>
              <a:ext cx="3212972" cy="11182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749" y="1474850"/>
              <a:ext cx="2696730" cy="6993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3428" y="1257300"/>
              <a:ext cx="3174619" cy="11779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8228" y="1331950"/>
              <a:ext cx="2565146" cy="11182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9206" y="1474850"/>
              <a:ext cx="2696718" cy="6993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60364" y="1257300"/>
              <a:ext cx="3176142" cy="1177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88735" y="1331950"/>
              <a:ext cx="3317748" cy="11182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16650" y="1474850"/>
              <a:ext cx="2696718" cy="69938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2587" y="1628978"/>
            <a:ext cx="8283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5010" algn="l"/>
                <a:tab pos="5795645" algn="l"/>
              </a:tabLst>
            </a:pP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240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estructurados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Relacionales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temporales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878823" y="1257300"/>
            <a:ext cx="3175000" cy="1193165"/>
            <a:chOff x="8878823" y="1257300"/>
            <a:chExt cx="3175000" cy="119316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8823" y="1257300"/>
              <a:ext cx="3174619" cy="11779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89947" y="1331950"/>
              <a:ext cx="1951227" cy="11182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34093" y="1474850"/>
              <a:ext cx="2696717" cy="69938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917048" y="1628978"/>
            <a:ext cx="1134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Eventos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214" y="2319299"/>
            <a:ext cx="2414905" cy="19462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50" dirty="0">
                <a:latin typeface="Arial"/>
                <a:cs typeface="Arial"/>
              </a:rPr>
              <a:t>Diagramas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procesos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50" dirty="0">
                <a:latin typeface="Arial"/>
                <a:cs typeface="Arial"/>
              </a:rPr>
              <a:t>Código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aplicación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20" dirty="0">
                <a:latin typeface="Arial"/>
                <a:cs typeface="Arial"/>
              </a:rPr>
              <a:t>Registros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pruebas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70" dirty="0">
                <a:latin typeface="Arial"/>
                <a:cs typeface="Arial"/>
              </a:rPr>
              <a:t>Gemelos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digitales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dirty="0">
                <a:latin typeface="Arial"/>
                <a:cs typeface="Arial"/>
              </a:rPr>
              <a:t>Instrucciones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trabajo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10" dirty="0">
                <a:latin typeface="Arial"/>
                <a:cs typeface="Arial"/>
              </a:rPr>
              <a:t>Video/imágenes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7014" y="2319299"/>
            <a:ext cx="2710180" cy="1626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20" dirty="0">
                <a:latin typeface="Arial"/>
                <a:cs typeface="Arial"/>
              </a:rPr>
              <a:t>Registros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lotes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45" dirty="0">
                <a:latin typeface="Arial"/>
                <a:cs typeface="Arial"/>
              </a:rPr>
              <a:t>Datos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MES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45" dirty="0">
                <a:latin typeface="Arial"/>
                <a:cs typeface="Arial"/>
              </a:rPr>
              <a:t>Datos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ERP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10" dirty="0">
                <a:latin typeface="Arial"/>
                <a:cs typeface="Arial"/>
              </a:rPr>
              <a:t>Información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dispositivos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25" dirty="0">
                <a:latin typeface="Arial"/>
                <a:cs typeface="Arial"/>
              </a:rPr>
              <a:t>OEE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04965" y="2319299"/>
            <a:ext cx="2237105" cy="9855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45" dirty="0">
                <a:latin typeface="Arial"/>
                <a:cs typeface="Arial"/>
              </a:rPr>
              <a:t>Valores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en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tiempo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real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45" dirty="0">
                <a:latin typeface="Arial"/>
                <a:cs typeface="Arial"/>
              </a:rPr>
              <a:t>Datos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sensores</a:t>
            </a:r>
            <a:endParaRPr sz="16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3525" algn="l"/>
              </a:tabLst>
            </a:pPr>
            <a:r>
              <a:rPr sz="1600" spc="-10" dirty="0">
                <a:latin typeface="Arial"/>
                <a:cs typeface="Arial"/>
              </a:rPr>
              <a:t>Rendimiento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22409" y="2319299"/>
            <a:ext cx="2771775" cy="1306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Char char="•"/>
              <a:tabLst>
                <a:tab pos="264160" algn="l"/>
              </a:tabLst>
            </a:pPr>
            <a:r>
              <a:rPr sz="1600" spc="-20" dirty="0">
                <a:latin typeface="Arial"/>
                <a:cs typeface="Arial"/>
              </a:rPr>
              <a:t>Registros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actividad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4160" algn="l"/>
              </a:tabLst>
            </a:pPr>
            <a:r>
              <a:rPr sz="1600" spc="-20" dirty="0">
                <a:latin typeface="Arial"/>
                <a:cs typeface="Arial"/>
              </a:rPr>
              <a:t>Registros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mantenimiento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4160" algn="l"/>
              </a:tabLst>
            </a:pPr>
            <a:r>
              <a:rPr sz="1600" spc="-10" dirty="0">
                <a:latin typeface="Arial"/>
                <a:cs typeface="Arial"/>
              </a:rPr>
              <a:t>Alarmas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Char char="•"/>
              <a:tabLst>
                <a:tab pos="264160" algn="l"/>
              </a:tabLst>
            </a:pPr>
            <a:r>
              <a:rPr sz="1600" spc="-65" dirty="0">
                <a:latin typeface="Arial"/>
                <a:cs typeface="Arial"/>
              </a:rPr>
              <a:t>Órdenes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trabajo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6492" y="5087111"/>
            <a:ext cx="3173095" cy="1034415"/>
            <a:chOff x="126492" y="5087111"/>
            <a:chExt cx="3173095" cy="1034415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492" y="5087111"/>
              <a:ext cx="3173095" cy="9767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0683" y="5108447"/>
              <a:ext cx="1626489" cy="10127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3044" y="5343397"/>
              <a:ext cx="2694165" cy="49834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95780" y="5428589"/>
            <a:ext cx="8686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100" dirty="0">
                <a:latin typeface="Arial"/>
                <a:cs typeface="Arial"/>
              </a:rPr>
              <a:t>Diseñar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266188" y="4491202"/>
            <a:ext cx="9796780" cy="1033144"/>
            <a:chOff x="2266188" y="4491202"/>
            <a:chExt cx="9796780" cy="1033144"/>
          </a:xfrm>
        </p:grpSpPr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66188" y="4491202"/>
              <a:ext cx="9796398" cy="97525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93179" y="4511078"/>
              <a:ext cx="1541526" cy="101278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2601" y="4746497"/>
              <a:ext cx="9317101" cy="49834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790435" y="4831156"/>
            <a:ext cx="7835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95" dirty="0">
                <a:latin typeface="Arial"/>
                <a:cs typeface="Arial"/>
              </a:rPr>
              <a:t>Operar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42859" y="5087111"/>
            <a:ext cx="4420235" cy="1034415"/>
            <a:chOff x="7642859" y="5087111"/>
            <a:chExt cx="4420235" cy="1034415"/>
          </a:xfrm>
        </p:grpSpPr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42859" y="5087111"/>
              <a:ext cx="4419854" cy="97673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38259" y="5108447"/>
              <a:ext cx="1830577" cy="101278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99503" y="5343397"/>
              <a:ext cx="3939899" cy="49834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9334627" y="5428589"/>
            <a:ext cx="1071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80" dirty="0">
                <a:latin typeface="Arial"/>
                <a:cs typeface="Arial"/>
              </a:rPr>
              <a:t>Mantener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49636"/>
            <a:ext cx="12191999" cy="20717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0" dirty="0">
                <a:solidFill>
                  <a:srgbClr val="000000"/>
                </a:solidFill>
              </a:rPr>
              <a:t>Barreras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5" dirty="0">
                <a:solidFill>
                  <a:srgbClr val="000000"/>
                </a:solidFill>
              </a:rPr>
              <a:t>impiden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la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120" dirty="0">
                <a:solidFill>
                  <a:srgbClr val="000000"/>
                </a:solidFill>
              </a:rPr>
              <a:t>maximización</a:t>
            </a:r>
            <a:r>
              <a:rPr sz="3000" spc="-24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del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10" dirty="0">
                <a:solidFill>
                  <a:srgbClr val="000000"/>
                </a:solidFill>
              </a:rPr>
              <a:t>valor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80" dirty="0">
                <a:solidFill>
                  <a:srgbClr val="000000"/>
                </a:solidFill>
              </a:rPr>
              <a:t>sus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datos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60654" y="917524"/>
            <a:ext cx="79254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4B4B4B"/>
                </a:solidFill>
                <a:latin typeface="Arial"/>
                <a:cs typeface="Arial"/>
              </a:rPr>
              <a:t>Falta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estrategia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abierta,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contextualizada,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escalable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gobernada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293825"/>
            <a:ext cx="12192000" cy="4727575"/>
            <a:chOff x="0" y="1293825"/>
            <a:chExt cx="12192000" cy="47275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949636"/>
              <a:ext cx="12192000" cy="20717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544" y="1293825"/>
              <a:ext cx="11907139" cy="43816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749" y="1513459"/>
              <a:ext cx="11428730" cy="3903345"/>
            </a:xfrm>
            <a:custGeom>
              <a:avLst/>
              <a:gdLst/>
              <a:ahLst/>
              <a:cxnLst/>
              <a:rect l="l" t="t" r="r" b="b"/>
              <a:pathLst>
                <a:path w="11428730" h="3903345">
                  <a:moveTo>
                    <a:pt x="11020056" y="0"/>
                  </a:moveTo>
                  <a:lnTo>
                    <a:pt x="0" y="0"/>
                  </a:lnTo>
                  <a:lnTo>
                    <a:pt x="0" y="3494913"/>
                  </a:lnTo>
                  <a:lnTo>
                    <a:pt x="408393" y="3903344"/>
                  </a:lnTo>
                  <a:lnTo>
                    <a:pt x="11428488" y="3903344"/>
                  </a:lnTo>
                  <a:lnTo>
                    <a:pt x="11428488" y="408431"/>
                  </a:lnTo>
                  <a:lnTo>
                    <a:pt x="11020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98191" y="3932682"/>
            <a:ext cx="195770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IT,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45" dirty="0">
                <a:solidFill>
                  <a:srgbClr val="4B4B4B"/>
                </a:solidFill>
                <a:latin typeface="Arial"/>
                <a:cs typeface="Arial"/>
              </a:rPr>
              <a:t>OT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ET 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(ingeniería)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residen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silos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son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difíciles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usar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forma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combinada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0359" y="2868929"/>
            <a:ext cx="79375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88265">
              <a:lnSpc>
                <a:spcPts val="1989"/>
              </a:lnSpc>
              <a:spcBef>
                <a:spcPts val="305"/>
              </a:spcBef>
            </a:pPr>
            <a:r>
              <a:rPr sz="1800" b="1" spc="-10" dirty="0">
                <a:latin typeface="Arial"/>
                <a:cs typeface="Arial"/>
              </a:rPr>
              <a:t>Datos </a:t>
            </a:r>
            <a:r>
              <a:rPr sz="1800" b="1" spc="-80" dirty="0">
                <a:latin typeface="Arial"/>
                <a:cs typeface="Arial"/>
              </a:rPr>
              <a:t>en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90" dirty="0">
                <a:latin typeface="Arial"/>
                <a:cs typeface="Arial"/>
              </a:rPr>
              <a:t>silos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3907" y="1595627"/>
            <a:ext cx="3321685" cy="2113280"/>
            <a:chOff x="3073907" y="1595627"/>
            <a:chExt cx="3321685" cy="211328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3907" y="1595627"/>
              <a:ext cx="1374647" cy="13746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9558" y="1813432"/>
              <a:ext cx="895730" cy="8956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807" y="2075244"/>
              <a:ext cx="365015" cy="3757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75122" y="3670300"/>
              <a:ext cx="719963" cy="381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123179" y="3920997"/>
            <a:ext cx="1824989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3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les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falta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contexto,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lo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cual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dificulta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su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comprensión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uso,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excepto</a:t>
            </a:r>
            <a:r>
              <a:rPr sz="13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por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parte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expertos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0820" y="2857246"/>
            <a:ext cx="148971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590" marR="5080" indent="-9525">
              <a:lnSpc>
                <a:spcPts val="1989"/>
              </a:lnSpc>
              <a:spcBef>
                <a:spcPts val="305"/>
              </a:spcBef>
            </a:pPr>
            <a:r>
              <a:rPr sz="1800" b="1" spc="-110" dirty="0">
                <a:latin typeface="Arial"/>
                <a:cs typeface="Arial"/>
              </a:rPr>
              <a:t>A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los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spc="-65" dirty="0">
                <a:latin typeface="Arial"/>
                <a:cs typeface="Arial"/>
              </a:rPr>
              <a:t>datos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les </a:t>
            </a:r>
            <a:r>
              <a:rPr sz="1800" b="1" dirty="0">
                <a:latin typeface="Arial"/>
                <a:cs typeface="Arial"/>
              </a:rPr>
              <a:t>falta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contexto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17442" y="1583436"/>
            <a:ext cx="3288665" cy="2136775"/>
            <a:chOff x="3417442" y="1583436"/>
            <a:chExt cx="3288665" cy="2136775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0951" y="1583436"/>
              <a:ext cx="1374648" cy="13746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87238" y="1802002"/>
              <a:ext cx="895731" cy="8956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40026" y="2054194"/>
              <a:ext cx="394335" cy="394970"/>
            </a:xfrm>
            <a:custGeom>
              <a:avLst/>
              <a:gdLst/>
              <a:ahLst/>
              <a:cxnLst/>
              <a:rect l="l" t="t" r="r" b="b"/>
              <a:pathLst>
                <a:path w="394335" h="394969">
                  <a:moveTo>
                    <a:pt x="0" y="197190"/>
                  </a:moveTo>
                  <a:lnTo>
                    <a:pt x="5204" y="151976"/>
                  </a:lnTo>
                  <a:lnTo>
                    <a:pt x="20029" y="110470"/>
                  </a:lnTo>
                  <a:lnTo>
                    <a:pt x="43292" y="73857"/>
                  </a:lnTo>
                  <a:lnTo>
                    <a:pt x="73810" y="43320"/>
                  </a:lnTo>
                  <a:lnTo>
                    <a:pt x="110399" y="20042"/>
                  </a:lnTo>
                  <a:lnTo>
                    <a:pt x="151878" y="5207"/>
                  </a:lnTo>
                  <a:lnTo>
                    <a:pt x="197062" y="0"/>
                  </a:lnTo>
                  <a:lnTo>
                    <a:pt x="242247" y="5207"/>
                  </a:lnTo>
                  <a:lnTo>
                    <a:pt x="283726" y="20042"/>
                  </a:lnTo>
                  <a:lnTo>
                    <a:pt x="320315" y="43320"/>
                  </a:lnTo>
                  <a:lnTo>
                    <a:pt x="350833" y="73858"/>
                  </a:lnTo>
                  <a:lnTo>
                    <a:pt x="374095" y="110471"/>
                  </a:lnTo>
                  <a:lnTo>
                    <a:pt x="388920" y="151976"/>
                  </a:lnTo>
                  <a:lnTo>
                    <a:pt x="394125" y="197190"/>
                  </a:lnTo>
                  <a:lnTo>
                    <a:pt x="388921" y="242404"/>
                  </a:lnTo>
                  <a:lnTo>
                    <a:pt x="374096" y="283909"/>
                  </a:lnTo>
                  <a:lnTo>
                    <a:pt x="350833" y="320522"/>
                  </a:lnTo>
                  <a:lnTo>
                    <a:pt x="320316" y="351059"/>
                  </a:lnTo>
                  <a:lnTo>
                    <a:pt x="283726" y="374337"/>
                  </a:lnTo>
                  <a:lnTo>
                    <a:pt x="242248" y="389171"/>
                  </a:lnTo>
                  <a:lnTo>
                    <a:pt x="197063" y="394379"/>
                  </a:lnTo>
                  <a:lnTo>
                    <a:pt x="151878" y="389171"/>
                  </a:lnTo>
                  <a:lnTo>
                    <a:pt x="110400" y="374337"/>
                  </a:lnTo>
                  <a:lnTo>
                    <a:pt x="73810" y="351059"/>
                  </a:lnTo>
                  <a:lnTo>
                    <a:pt x="43292" y="320522"/>
                  </a:lnTo>
                  <a:lnTo>
                    <a:pt x="20029" y="283909"/>
                  </a:lnTo>
                  <a:lnTo>
                    <a:pt x="5204" y="242404"/>
                  </a:lnTo>
                  <a:lnTo>
                    <a:pt x="0" y="197190"/>
                  </a:lnTo>
                  <a:close/>
                </a:path>
              </a:pathLst>
            </a:custGeom>
            <a:ln w="1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7031" y="2146221"/>
              <a:ext cx="120117" cy="2328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7442" y="3681856"/>
              <a:ext cx="719963" cy="381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27442" y="2868929"/>
            <a:ext cx="1429385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75"/>
              </a:lnSpc>
            </a:pPr>
            <a:r>
              <a:rPr sz="1800" b="1" spc="-110" dirty="0">
                <a:latin typeface="Arial"/>
                <a:cs typeface="Arial"/>
              </a:rPr>
              <a:t>no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spc="-114" dirty="0">
                <a:latin typeface="Arial"/>
                <a:cs typeface="Arial"/>
              </a:rPr>
              <a:t>son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fiables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38821" y="3932682"/>
            <a:ext cx="1915160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no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son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buena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calidad,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desactualizados, sin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dueño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sin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proceso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gobernanza,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lo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resulta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3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perspectivas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no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fiables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37347" y="1595627"/>
            <a:ext cx="1373505" cy="2124710"/>
            <a:chOff x="7737347" y="1595627"/>
            <a:chExt cx="1373505" cy="212471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37347" y="1595627"/>
              <a:ext cx="1373124" cy="13746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93368" y="1813432"/>
              <a:ext cx="895119" cy="89560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50796" y="2066975"/>
              <a:ext cx="378460" cy="391160"/>
            </a:xfrm>
            <a:custGeom>
              <a:avLst/>
              <a:gdLst/>
              <a:ahLst/>
              <a:cxnLst/>
              <a:rect l="l" t="t" r="r" b="b"/>
              <a:pathLst>
                <a:path w="378459" h="391160">
                  <a:moveTo>
                    <a:pt x="190766" y="370547"/>
                  </a:moveTo>
                  <a:lnTo>
                    <a:pt x="189293" y="363143"/>
                  </a:lnTo>
                  <a:lnTo>
                    <a:pt x="188061" y="361276"/>
                  </a:lnTo>
                  <a:lnTo>
                    <a:pt x="185305" y="357085"/>
                  </a:lnTo>
                  <a:lnTo>
                    <a:pt x="181229" y="354279"/>
                  </a:lnTo>
                  <a:lnTo>
                    <a:pt x="181229" y="365429"/>
                  </a:lnTo>
                  <a:lnTo>
                    <a:pt x="181229" y="376643"/>
                  </a:lnTo>
                  <a:lnTo>
                    <a:pt x="177165" y="380796"/>
                  </a:lnTo>
                  <a:lnTo>
                    <a:pt x="13601" y="380796"/>
                  </a:lnTo>
                  <a:lnTo>
                    <a:pt x="9537" y="376643"/>
                  </a:lnTo>
                  <a:lnTo>
                    <a:pt x="9537" y="365429"/>
                  </a:lnTo>
                  <a:lnTo>
                    <a:pt x="13601" y="361276"/>
                  </a:lnTo>
                  <a:lnTo>
                    <a:pt x="177165" y="361276"/>
                  </a:lnTo>
                  <a:lnTo>
                    <a:pt x="181229" y="365429"/>
                  </a:lnTo>
                  <a:lnTo>
                    <a:pt x="181229" y="354279"/>
                  </a:lnTo>
                  <a:lnTo>
                    <a:pt x="179400" y="353009"/>
                  </a:lnTo>
                  <a:lnTo>
                    <a:pt x="172161" y="351510"/>
                  </a:lnTo>
                  <a:lnTo>
                    <a:pt x="162153" y="351510"/>
                  </a:lnTo>
                  <a:lnTo>
                    <a:pt x="162153" y="336867"/>
                  </a:lnTo>
                  <a:lnTo>
                    <a:pt x="162153" y="327101"/>
                  </a:lnTo>
                  <a:lnTo>
                    <a:pt x="152615" y="327101"/>
                  </a:lnTo>
                  <a:lnTo>
                    <a:pt x="152615" y="336867"/>
                  </a:lnTo>
                  <a:lnTo>
                    <a:pt x="152615" y="351510"/>
                  </a:lnTo>
                  <a:lnTo>
                    <a:pt x="38163" y="351510"/>
                  </a:lnTo>
                  <a:lnTo>
                    <a:pt x="38163" y="336867"/>
                  </a:lnTo>
                  <a:lnTo>
                    <a:pt x="152615" y="336867"/>
                  </a:lnTo>
                  <a:lnTo>
                    <a:pt x="152615" y="327101"/>
                  </a:lnTo>
                  <a:lnTo>
                    <a:pt x="28625" y="327101"/>
                  </a:lnTo>
                  <a:lnTo>
                    <a:pt x="28625" y="351510"/>
                  </a:lnTo>
                  <a:lnTo>
                    <a:pt x="18605" y="351510"/>
                  </a:lnTo>
                  <a:lnTo>
                    <a:pt x="11366" y="353009"/>
                  </a:lnTo>
                  <a:lnTo>
                    <a:pt x="5461" y="357085"/>
                  </a:lnTo>
                  <a:lnTo>
                    <a:pt x="1473" y="363143"/>
                  </a:lnTo>
                  <a:lnTo>
                    <a:pt x="0" y="370547"/>
                  </a:lnTo>
                  <a:lnTo>
                    <a:pt x="0" y="371525"/>
                  </a:lnTo>
                  <a:lnTo>
                    <a:pt x="1473" y="378929"/>
                  </a:lnTo>
                  <a:lnTo>
                    <a:pt x="5461" y="384975"/>
                  </a:lnTo>
                  <a:lnTo>
                    <a:pt x="11366" y="389064"/>
                  </a:lnTo>
                  <a:lnTo>
                    <a:pt x="18605" y="390563"/>
                  </a:lnTo>
                  <a:lnTo>
                    <a:pt x="172161" y="390563"/>
                  </a:lnTo>
                  <a:lnTo>
                    <a:pt x="179400" y="389064"/>
                  </a:lnTo>
                  <a:lnTo>
                    <a:pt x="185305" y="384975"/>
                  </a:lnTo>
                  <a:lnTo>
                    <a:pt x="188061" y="380796"/>
                  </a:lnTo>
                  <a:lnTo>
                    <a:pt x="189293" y="378929"/>
                  </a:lnTo>
                  <a:lnTo>
                    <a:pt x="190766" y="371525"/>
                  </a:lnTo>
                  <a:lnTo>
                    <a:pt x="190766" y="370547"/>
                  </a:lnTo>
                  <a:close/>
                </a:path>
                <a:path w="378459" h="391160">
                  <a:moveTo>
                    <a:pt x="378307" y="308965"/>
                  </a:moveTo>
                  <a:lnTo>
                    <a:pt x="377063" y="302412"/>
                  </a:lnTo>
                  <a:lnTo>
                    <a:pt x="376948" y="301802"/>
                  </a:lnTo>
                  <a:lnTo>
                    <a:pt x="372859" y="295503"/>
                  </a:lnTo>
                  <a:lnTo>
                    <a:pt x="369671" y="292252"/>
                  </a:lnTo>
                  <a:lnTo>
                    <a:pt x="369671" y="306031"/>
                  </a:lnTo>
                  <a:lnTo>
                    <a:pt x="369671" y="311899"/>
                  </a:lnTo>
                  <a:lnTo>
                    <a:pt x="361924" y="319836"/>
                  </a:lnTo>
                  <a:lnTo>
                    <a:pt x="356158" y="319836"/>
                  </a:lnTo>
                  <a:lnTo>
                    <a:pt x="230886" y="191592"/>
                  </a:lnTo>
                  <a:lnTo>
                    <a:pt x="224142" y="184683"/>
                  </a:lnTo>
                  <a:lnTo>
                    <a:pt x="237642" y="170878"/>
                  </a:lnTo>
                  <a:lnTo>
                    <a:pt x="369671" y="306031"/>
                  </a:lnTo>
                  <a:lnTo>
                    <a:pt x="369671" y="292252"/>
                  </a:lnTo>
                  <a:lnTo>
                    <a:pt x="251117" y="170878"/>
                  </a:lnTo>
                  <a:lnTo>
                    <a:pt x="244386" y="163982"/>
                  </a:lnTo>
                  <a:lnTo>
                    <a:pt x="286537" y="120827"/>
                  </a:lnTo>
                  <a:lnTo>
                    <a:pt x="292125" y="126542"/>
                  </a:lnTo>
                  <a:lnTo>
                    <a:pt x="301180" y="126542"/>
                  </a:lnTo>
                  <a:lnTo>
                    <a:pt x="306768" y="120827"/>
                  </a:lnTo>
                  <a:lnTo>
                    <a:pt x="311658" y="115824"/>
                  </a:lnTo>
                  <a:lnTo>
                    <a:pt x="326999" y="100114"/>
                  </a:lnTo>
                  <a:lnTo>
                    <a:pt x="313512" y="86309"/>
                  </a:lnTo>
                  <a:lnTo>
                    <a:pt x="313512" y="100114"/>
                  </a:lnTo>
                  <a:lnTo>
                    <a:pt x="298157" y="115824"/>
                  </a:lnTo>
                  <a:lnTo>
                    <a:pt x="295148" y="115824"/>
                  </a:lnTo>
                  <a:lnTo>
                    <a:pt x="279793" y="100114"/>
                  </a:lnTo>
                  <a:lnTo>
                    <a:pt x="279793" y="113919"/>
                  </a:lnTo>
                  <a:lnTo>
                    <a:pt x="170370" y="225945"/>
                  </a:lnTo>
                  <a:lnTo>
                    <a:pt x="170370" y="243560"/>
                  </a:lnTo>
                  <a:lnTo>
                    <a:pt x="170370" y="246646"/>
                  </a:lnTo>
                  <a:lnTo>
                    <a:pt x="155016" y="262356"/>
                  </a:lnTo>
                  <a:lnTo>
                    <a:pt x="70726" y="176060"/>
                  </a:lnTo>
                  <a:lnTo>
                    <a:pt x="86067" y="160337"/>
                  </a:lnTo>
                  <a:lnTo>
                    <a:pt x="89090" y="160337"/>
                  </a:lnTo>
                  <a:lnTo>
                    <a:pt x="170370" y="243560"/>
                  </a:lnTo>
                  <a:lnTo>
                    <a:pt x="170370" y="225945"/>
                  </a:lnTo>
                  <a:lnTo>
                    <a:pt x="168516" y="227838"/>
                  </a:lnTo>
                  <a:lnTo>
                    <a:pt x="104444" y="162255"/>
                  </a:lnTo>
                  <a:lnTo>
                    <a:pt x="106311" y="160337"/>
                  </a:lnTo>
                  <a:lnTo>
                    <a:pt x="111188" y="155346"/>
                  </a:lnTo>
                  <a:lnTo>
                    <a:pt x="215722" y="48336"/>
                  </a:lnTo>
                  <a:lnTo>
                    <a:pt x="279793" y="113919"/>
                  </a:lnTo>
                  <a:lnTo>
                    <a:pt x="279793" y="100114"/>
                  </a:lnTo>
                  <a:lnTo>
                    <a:pt x="229209" y="48336"/>
                  </a:lnTo>
                  <a:lnTo>
                    <a:pt x="213855" y="32613"/>
                  </a:lnTo>
                  <a:lnTo>
                    <a:pt x="213855" y="29527"/>
                  </a:lnTo>
                  <a:lnTo>
                    <a:pt x="229209" y="13792"/>
                  </a:lnTo>
                  <a:lnTo>
                    <a:pt x="313512" y="100114"/>
                  </a:lnTo>
                  <a:lnTo>
                    <a:pt x="313512" y="86309"/>
                  </a:lnTo>
                  <a:lnTo>
                    <a:pt x="242684" y="13792"/>
                  </a:lnTo>
                  <a:lnTo>
                    <a:pt x="229209" y="0"/>
                  </a:lnTo>
                  <a:lnTo>
                    <a:pt x="203390" y="26428"/>
                  </a:lnTo>
                  <a:lnTo>
                    <a:pt x="203390" y="35699"/>
                  </a:lnTo>
                  <a:lnTo>
                    <a:pt x="208978" y="41427"/>
                  </a:lnTo>
                  <a:lnTo>
                    <a:pt x="97701" y="155346"/>
                  </a:lnTo>
                  <a:lnTo>
                    <a:pt x="92113" y="149631"/>
                  </a:lnTo>
                  <a:lnTo>
                    <a:pt x="83058" y="149631"/>
                  </a:lnTo>
                  <a:lnTo>
                    <a:pt x="57226" y="176060"/>
                  </a:lnTo>
                  <a:lnTo>
                    <a:pt x="155016" y="276174"/>
                  </a:lnTo>
                  <a:lnTo>
                    <a:pt x="168516" y="262356"/>
                  </a:lnTo>
                  <a:lnTo>
                    <a:pt x="180848" y="249732"/>
                  </a:lnTo>
                  <a:lnTo>
                    <a:pt x="180848" y="240461"/>
                  </a:lnTo>
                  <a:lnTo>
                    <a:pt x="175260" y="234746"/>
                  </a:lnTo>
                  <a:lnTo>
                    <a:pt x="182003" y="227838"/>
                  </a:lnTo>
                  <a:lnTo>
                    <a:pt x="217411" y="191592"/>
                  </a:lnTo>
                  <a:lnTo>
                    <a:pt x="345897" y="323126"/>
                  </a:lnTo>
                  <a:lnTo>
                    <a:pt x="352044" y="327304"/>
                  </a:lnTo>
                  <a:lnTo>
                    <a:pt x="359029" y="328701"/>
                  </a:lnTo>
                  <a:lnTo>
                    <a:pt x="366026" y="327304"/>
                  </a:lnTo>
                  <a:lnTo>
                    <a:pt x="372173" y="323126"/>
                  </a:lnTo>
                  <a:lnTo>
                    <a:pt x="372859" y="322427"/>
                  </a:lnTo>
                  <a:lnTo>
                    <a:pt x="374535" y="319836"/>
                  </a:lnTo>
                  <a:lnTo>
                    <a:pt x="376948" y="316128"/>
                  </a:lnTo>
                  <a:lnTo>
                    <a:pt x="378307" y="3089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0755" y="3681857"/>
              <a:ext cx="719963" cy="381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80244" y="3932682"/>
            <a:ext cx="202755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escalado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despliegues</a:t>
            </a:r>
            <a:r>
              <a:rPr sz="13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aplicaciones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repetibilidad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las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soluciones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las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unidades, 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líneas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sitios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oneroso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y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consume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mucho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94721" y="2868929"/>
            <a:ext cx="94234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68910">
              <a:lnSpc>
                <a:spcPts val="1989"/>
              </a:lnSpc>
              <a:spcBef>
                <a:spcPts val="305"/>
              </a:spcBef>
            </a:pPr>
            <a:r>
              <a:rPr sz="1800" b="1" spc="-10" dirty="0">
                <a:latin typeface="Arial"/>
                <a:cs typeface="Arial"/>
              </a:rPr>
              <a:t>Difícil </a:t>
            </a:r>
            <a:r>
              <a:rPr sz="1800" b="1" spc="-65" dirty="0">
                <a:latin typeface="Arial"/>
                <a:cs typeface="Arial"/>
              </a:rPr>
              <a:t>escalado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51242" y="1595627"/>
            <a:ext cx="10185400" cy="3481704"/>
            <a:chOff x="1051242" y="1595627"/>
            <a:chExt cx="10185400" cy="3481704"/>
          </a:xfrm>
        </p:grpSpPr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61803" y="1595627"/>
              <a:ext cx="1374648" cy="13746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18078" y="1813432"/>
              <a:ext cx="895119" cy="89560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377767" y="2432807"/>
              <a:ext cx="379730" cy="20320"/>
            </a:xfrm>
            <a:custGeom>
              <a:avLst/>
              <a:gdLst/>
              <a:ahLst/>
              <a:cxnLst/>
              <a:rect l="l" t="t" r="r" b="b"/>
              <a:pathLst>
                <a:path w="379729" h="20319">
                  <a:moveTo>
                    <a:pt x="375633" y="0"/>
                  </a:moveTo>
                  <a:lnTo>
                    <a:pt x="3956" y="0"/>
                  </a:lnTo>
                  <a:lnTo>
                    <a:pt x="0" y="4997"/>
                  </a:lnTo>
                  <a:lnTo>
                    <a:pt x="0" y="14993"/>
                  </a:lnTo>
                  <a:lnTo>
                    <a:pt x="3956" y="19991"/>
                  </a:lnTo>
                  <a:lnTo>
                    <a:pt x="371670" y="19991"/>
                  </a:lnTo>
                  <a:lnTo>
                    <a:pt x="375633" y="19991"/>
                  </a:lnTo>
                  <a:lnTo>
                    <a:pt x="379587" y="14993"/>
                  </a:lnTo>
                  <a:lnTo>
                    <a:pt x="379587" y="4998"/>
                  </a:lnTo>
                  <a:lnTo>
                    <a:pt x="375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87757" y="2352838"/>
              <a:ext cx="69924" cy="9995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487648" y="2282868"/>
              <a:ext cx="60325" cy="170180"/>
            </a:xfrm>
            <a:custGeom>
              <a:avLst/>
              <a:gdLst/>
              <a:ahLst/>
              <a:cxnLst/>
              <a:rect l="l" t="t" r="r" b="b"/>
              <a:pathLst>
                <a:path w="60325" h="170180">
                  <a:moveTo>
                    <a:pt x="56188" y="0"/>
                  </a:moveTo>
                  <a:lnTo>
                    <a:pt x="3745" y="0"/>
                  </a:lnTo>
                  <a:lnTo>
                    <a:pt x="0" y="3856"/>
                  </a:lnTo>
                  <a:lnTo>
                    <a:pt x="0" y="166071"/>
                  </a:lnTo>
                  <a:lnTo>
                    <a:pt x="3745" y="169929"/>
                  </a:lnTo>
                  <a:lnTo>
                    <a:pt x="56188" y="169929"/>
                  </a:lnTo>
                  <a:lnTo>
                    <a:pt x="59934" y="166071"/>
                  </a:lnTo>
                  <a:lnTo>
                    <a:pt x="59934" y="154486"/>
                  </a:lnTo>
                  <a:lnTo>
                    <a:pt x="14983" y="154486"/>
                  </a:lnTo>
                  <a:lnTo>
                    <a:pt x="14983" y="15443"/>
                  </a:lnTo>
                  <a:lnTo>
                    <a:pt x="59934" y="15443"/>
                  </a:lnTo>
                  <a:lnTo>
                    <a:pt x="59934" y="3856"/>
                  </a:lnTo>
                  <a:lnTo>
                    <a:pt x="56188" y="0"/>
                  </a:lnTo>
                  <a:close/>
                </a:path>
                <a:path w="60325" h="170180">
                  <a:moveTo>
                    <a:pt x="59934" y="15443"/>
                  </a:moveTo>
                  <a:lnTo>
                    <a:pt x="44950" y="15443"/>
                  </a:lnTo>
                  <a:lnTo>
                    <a:pt x="44950" y="154486"/>
                  </a:lnTo>
                  <a:lnTo>
                    <a:pt x="59934" y="154486"/>
                  </a:lnTo>
                  <a:lnTo>
                    <a:pt x="59934" y="15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77550" y="2312856"/>
              <a:ext cx="69923" cy="1399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97745" y="2072959"/>
              <a:ext cx="339630" cy="3798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05465" y="3681857"/>
              <a:ext cx="720089" cy="381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1242" y="1813432"/>
              <a:ext cx="895794" cy="89560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39113" y="3681857"/>
              <a:ext cx="720039" cy="381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632455" y="3969257"/>
              <a:ext cx="6800215" cy="1108075"/>
            </a:xfrm>
            <a:custGeom>
              <a:avLst/>
              <a:gdLst/>
              <a:ahLst/>
              <a:cxnLst/>
              <a:rect l="l" t="t" r="r" b="b"/>
              <a:pathLst>
                <a:path w="6800215" h="1108075">
                  <a:moveTo>
                    <a:pt x="0" y="0"/>
                  </a:moveTo>
                  <a:lnTo>
                    <a:pt x="0" y="1107948"/>
                  </a:lnTo>
                </a:path>
                <a:path w="6800215" h="1108075">
                  <a:moveTo>
                    <a:pt x="4533138" y="0"/>
                  </a:moveTo>
                  <a:lnTo>
                    <a:pt x="4533138" y="1107948"/>
                  </a:lnTo>
                </a:path>
                <a:path w="6800215" h="1108075">
                  <a:moveTo>
                    <a:pt x="2266569" y="0"/>
                  </a:moveTo>
                  <a:lnTo>
                    <a:pt x="2266569" y="1107948"/>
                  </a:lnTo>
                </a:path>
                <a:path w="6800215" h="1108075">
                  <a:moveTo>
                    <a:pt x="6799707" y="0"/>
                  </a:moveTo>
                  <a:lnTo>
                    <a:pt x="6799707" y="1107948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85012" y="3932682"/>
            <a:ext cx="182689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Las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soluciones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puntos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son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útiles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resolver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debilidades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individuales pero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no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facilitan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la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resolución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del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siguiente problema</a:t>
            </a:r>
            <a:endParaRPr sz="1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26388" y="2868929"/>
            <a:ext cx="114427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7310" marR="5080" indent="-55244">
              <a:lnSpc>
                <a:spcPts val="1989"/>
              </a:lnSpc>
              <a:spcBef>
                <a:spcPts val="305"/>
              </a:spcBef>
            </a:pPr>
            <a:r>
              <a:rPr sz="1800" b="1" spc="-90" dirty="0">
                <a:latin typeface="Arial"/>
                <a:cs typeface="Arial"/>
              </a:rPr>
              <a:t>Soluciones </a:t>
            </a:r>
            <a:r>
              <a:rPr sz="1800" b="1" spc="-60" dirty="0">
                <a:latin typeface="Arial"/>
                <a:cs typeface="Arial"/>
              </a:rPr>
              <a:t>de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puntos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95527" y="1595627"/>
            <a:ext cx="1374775" cy="1374775"/>
            <a:chOff x="795527" y="1595627"/>
            <a:chExt cx="1374775" cy="137477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527" y="1595627"/>
              <a:ext cx="1374648" cy="137464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91889" y="2063495"/>
              <a:ext cx="419100" cy="397510"/>
            </a:xfrm>
            <a:custGeom>
              <a:avLst/>
              <a:gdLst/>
              <a:ahLst/>
              <a:cxnLst/>
              <a:rect l="l" t="t" r="r" b="b"/>
              <a:pathLst>
                <a:path w="419100" h="397510">
                  <a:moveTo>
                    <a:pt x="231351" y="1756"/>
                  </a:moveTo>
                  <a:lnTo>
                    <a:pt x="185038" y="2031"/>
                  </a:lnTo>
                  <a:lnTo>
                    <a:pt x="140103" y="11765"/>
                  </a:lnTo>
                  <a:lnTo>
                    <a:pt x="98289" y="30579"/>
                  </a:lnTo>
                  <a:lnTo>
                    <a:pt x="61338" y="58096"/>
                  </a:lnTo>
                  <a:lnTo>
                    <a:pt x="30991" y="93939"/>
                  </a:lnTo>
                  <a:lnTo>
                    <a:pt x="10064" y="135362"/>
                  </a:lnTo>
                  <a:lnTo>
                    <a:pt x="0" y="178543"/>
                  </a:lnTo>
                  <a:lnTo>
                    <a:pt x="119" y="204812"/>
                  </a:lnTo>
                  <a:lnTo>
                    <a:pt x="10539" y="264978"/>
                  </a:lnTo>
                  <a:lnTo>
                    <a:pt x="30452" y="304482"/>
                  </a:lnTo>
                  <a:lnTo>
                    <a:pt x="59576" y="339393"/>
                  </a:lnTo>
                  <a:lnTo>
                    <a:pt x="97512" y="368066"/>
                  </a:lnTo>
                  <a:lnTo>
                    <a:pt x="141359" y="387840"/>
                  </a:lnTo>
                  <a:lnTo>
                    <a:pt x="187310" y="397399"/>
                  </a:lnTo>
                  <a:lnTo>
                    <a:pt x="233623" y="397124"/>
                  </a:lnTo>
                  <a:lnTo>
                    <a:pt x="278557" y="387390"/>
                  </a:lnTo>
                  <a:lnTo>
                    <a:pt x="284307" y="384803"/>
                  </a:lnTo>
                  <a:lnTo>
                    <a:pt x="195878" y="384803"/>
                  </a:lnTo>
                  <a:lnTo>
                    <a:pt x="153432" y="377840"/>
                  </a:lnTo>
                  <a:lnTo>
                    <a:pt x="113786" y="362400"/>
                  </a:lnTo>
                  <a:lnTo>
                    <a:pt x="78477" y="339081"/>
                  </a:lnTo>
                  <a:lnTo>
                    <a:pt x="49041" y="308482"/>
                  </a:lnTo>
                  <a:lnTo>
                    <a:pt x="27014" y="271202"/>
                  </a:lnTo>
                  <a:lnTo>
                    <a:pt x="13475" y="223263"/>
                  </a:lnTo>
                  <a:lnTo>
                    <a:pt x="13601" y="199503"/>
                  </a:lnTo>
                  <a:lnTo>
                    <a:pt x="13720" y="176985"/>
                  </a:lnTo>
                  <a:lnTo>
                    <a:pt x="13729" y="175302"/>
                  </a:lnTo>
                  <a:lnTo>
                    <a:pt x="26689" y="129905"/>
                  </a:lnTo>
                  <a:lnTo>
                    <a:pt x="26756" y="129671"/>
                  </a:lnTo>
                  <a:lnTo>
                    <a:pt x="51588" y="88539"/>
                  </a:lnTo>
                  <a:lnTo>
                    <a:pt x="87183" y="54347"/>
                  </a:lnTo>
                  <a:lnTo>
                    <a:pt x="132547" y="29355"/>
                  </a:lnTo>
                  <a:lnTo>
                    <a:pt x="177994" y="17301"/>
                  </a:lnTo>
                  <a:lnTo>
                    <a:pt x="224515" y="15826"/>
                  </a:lnTo>
                  <a:lnTo>
                    <a:pt x="287305" y="15826"/>
                  </a:lnTo>
                  <a:lnTo>
                    <a:pt x="277302" y="11316"/>
                  </a:lnTo>
                  <a:lnTo>
                    <a:pt x="231351" y="1756"/>
                  </a:lnTo>
                  <a:close/>
                </a:path>
                <a:path w="419100" h="397510">
                  <a:moveTo>
                    <a:pt x="396751" y="117851"/>
                  </a:moveTo>
                  <a:lnTo>
                    <a:pt x="392775" y="119301"/>
                  </a:lnTo>
                  <a:lnTo>
                    <a:pt x="388785" y="120849"/>
                  </a:lnTo>
                  <a:lnTo>
                    <a:pt x="387488" y="123751"/>
                  </a:lnTo>
                  <a:lnTo>
                    <a:pt x="386915" y="125272"/>
                  </a:lnTo>
                  <a:lnTo>
                    <a:pt x="388499" y="128922"/>
                  </a:lnTo>
                  <a:lnTo>
                    <a:pt x="402097" y="176985"/>
                  </a:lnTo>
                  <a:lnTo>
                    <a:pt x="402089" y="178543"/>
                  </a:lnTo>
                  <a:lnTo>
                    <a:pt x="401969" y="201518"/>
                  </a:lnTo>
                  <a:lnTo>
                    <a:pt x="401848" y="224945"/>
                  </a:lnTo>
                  <a:lnTo>
                    <a:pt x="388810" y="270622"/>
                  </a:lnTo>
                  <a:lnTo>
                    <a:pt x="363989" y="311710"/>
                  </a:lnTo>
                  <a:lnTo>
                    <a:pt x="328391" y="345903"/>
                  </a:lnTo>
                  <a:lnTo>
                    <a:pt x="283023" y="370898"/>
                  </a:lnTo>
                  <a:lnTo>
                    <a:pt x="239587" y="382688"/>
                  </a:lnTo>
                  <a:lnTo>
                    <a:pt x="195878" y="384803"/>
                  </a:lnTo>
                  <a:lnTo>
                    <a:pt x="284307" y="384803"/>
                  </a:lnTo>
                  <a:lnTo>
                    <a:pt x="320370" y="368577"/>
                  </a:lnTo>
                  <a:lnTo>
                    <a:pt x="357321" y="341061"/>
                  </a:lnTo>
                  <a:lnTo>
                    <a:pt x="387668" y="305222"/>
                  </a:lnTo>
                  <a:lnTo>
                    <a:pt x="409145" y="262129"/>
                  </a:lnTo>
                  <a:lnTo>
                    <a:pt x="419097" y="216097"/>
                  </a:lnTo>
                  <a:lnTo>
                    <a:pt x="419040" y="214593"/>
                  </a:lnTo>
                  <a:lnTo>
                    <a:pt x="418918" y="211319"/>
                  </a:lnTo>
                  <a:lnTo>
                    <a:pt x="418794" y="207982"/>
                  </a:lnTo>
                  <a:lnTo>
                    <a:pt x="418676" y="204812"/>
                  </a:lnTo>
                  <a:lnTo>
                    <a:pt x="418553" y="201518"/>
                  </a:lnTo>
                  <a:lnTo>
                    <a:pt x="418478" y="199503"/>
                  </a:lnTo>
                  <a:lnTo>
                    <a:pt x="418386" y="197033"/>
                  </a:lnTo>
                  <a:lnTo>
                    <a:pt x="418286" y="194355"/>
                  </a:lnTo>
                  <a:lnTo>
                    <a:pt x="418166" y="191132"/>
                  </a:lnTo>
                  <a:lnTo>
                    <a:pt x="418061" y="188321"/>
                  </a:lnTo>
                  <a:lnTo>
                    <a:pt x="417939" y="185053"/>
                  </a:lnTo>
                  <a:lnTo>
                    <a:pt x="417848" y="182621"/>
                  </a:lnTo>
                  <a:lnTo>
                    <a:pt x="417726" y="179341"/>
                  </a:lnTo>
                  <a:lnTo>
                    <a:pt x="417638" y="176985"/>
                  </a:lnTo>
                  <a:lnTo>
                    <a:pt x="417531" y="174104"/>
                  </a:lnTo>
                  <a:lnTo>
                    <a:pt x="417436" y="171561"/>
                  </a:lnTo>
                  <a:lnTo>
                    <a:pt x="417346" y="169143"/>
                  </a:lnTo>
                  <a:lnTo>
                    <a:pt x="403716" y="123282"/>
                  </a:lnTo>
                  <a:lnTo>
                    <a:pt x="402936" y="123282"/>
                  </a:lnTo>
                  <a:lnTo>
                    <a:pt x="401221" y="119608"/>
                  </a:lnTo>
                  <a:lnTo>
                    <a:pt x="396751" y="117851"/>
                  </a:lnTo>
                  <a:close/>
                </a:path>
                <a:path w="419100" h="397510">
                  <a:moveTo>
                    <a:pt x="223930" y="55486"/>
                  </a:moveTo>
                  <a:lnTo>
                    <a:pt x="177034" y="57897"/>
                  </a:lnTo>
                  <a:lnTo>
                    <a:pt x="132702" y="73778"/>
                  </a:lnTo>
                  <a:lnTo>
                    <a:pt x="94503" y="102946"/>
                  </a:lnTo>
                  <a:lnTo>
                    <a:pt x="67947" y="141981"/>
                  </a:lnTo>
                  <a:lnTo>
                    <a:pt x="56166" y="184881"/>
                  </a:lnTo>
                  <a:lnTo>
                    <a:pt x="56041" y="185338"/>
                  </a:lnTo>
                  <a:lnTo>
                    <a:pt x="58574" y="229375"/>
                  </a:lnTo>
                  <a:lnTo>
                    <a:pt x="58590" y="229643"/>
                  </a:lnTo>
                  <a:lnTo>
                    <a:pt x="75399" y="271525"/>
                  </a:lnTo>
                  <a:lnTo>
                    <a:pt x="106276" y="307611"/>
                  </a:lnTo>
                  <a:lnTo>
                    <a:pt x="147597" y="332700"/>
                  </a:lnTo>
                  <a:lnTo>
                    <a:pt x="193493" y="343949"/>
                  </a:lnTo>
                  <a:lnTo>
                    <a:pt x="240393" y="341541"/>
                  </a:lnTo>
                  <a:lnTo>
                    <a:pt x="274849" y="329199"/>
                  </a:lnTo>
                  <a:lnTo>
                    <a:pt x="186859" y="329199"/>
                  </a:lnTo>
                  <a:lnTo>
                    <a:pt x="146420" y="317095"/>
                  </a:lnTo>
                  <a:lnTo>
                    <a:pt x="111443" y="293757"/>
                  </a:lnTo>
                  <a:lnTo>
                    <a:pt x="85006" y="260106"/>
                  </a:lnTo>
                  <a:lnTo>
                    <a:pt x="71114" y="220302"/>
                  </a:lnTo>
                  <a:lnTo>
                    <a:pt x="71062" y="179844"/>
                  </a:lnTo>
                  <a:lnTo>
                    <a:pt x="83717" y="142110"/>
                  </a:lnTo>
                  <a:lnTo>
                    <a:pt x="83760" y="141981"/>
                  </a:lnTo>
                  <a:lnTo>
                    <a:pt x="108580" y="108594"/>
                  </a:lnTo>
                  <a:lnTo>
                    <a:pt x="144203" y="83618"/>
                  </a:lnTo>
                  <a:lnTo>
                    <a:pt x="191376" y="69861"/>
                  </a:lnTo>
                  <a:lnTo>
                    <a:pt x="207928" y="68909"/>
                  </a:lnTo>
                  <a:lnTo>
                    <a:pt x="273412" y="68909"/>
                  </a:lnTo>
                  <a:lnTo>
                    <a:pt x="269823" y="66731"/>
                  </a:lnTo>
                  <a:lnTo>
                    <a:pt x="223930" y="55486"/>
                  </a:lnTo>
                  <a:close/>
                </a:path>
                <a:path w="419100" h="397510">
                  <a:moveTo>
                    <a:pt x="338704" y="127006"/>
                  </a:moveTo>
                  <a:lnTo>
                    <a:pt x="330635" y="129905"/>
                  </a:lnTo>
                  <a:lnTo>
                    <a:pt x="328608" y="134182"/>
                  </a:lnTo>
                  <a:lnTo>
                    <a:pt x="330362" y="138531"/>
                  </a:lnTo>
                  <a:lnTo>
                    <a:pt x="330523" y="138829"/>
                  </a:lnTo>
                  <a:lnTo>
                    <a:pt x="330648" y="139060"/>
                  </a:lnTo>
                  <a:lnTo>
                    <a:pt x="330986" y="139539"/>
                  </a:lnTo>
                  <a:lnTo>
                    <a:pt x="344886" y="179341"/>
                  </a:lnTo>
                  <a:lnTo>
                    <a:pt x="344945" y="219794"/>
                  </a:lnTo>
                  <a:lnTo>
                    <a:pt x="332136" y="257994"/>
                  </a:lnTo>
                  <a:lnTo>
                    <a:pt x="307433" y="291036"/>
                  </a:lnTo>
                  <a:lnTo>
                    <a:pt x="271809" y="316016"/>
                  </a:lnTo>
                  <a:lnTo>
                    <a:pt x="229513" y="329199"/>
                  </a:lnTo>
                  <a:lnTo>
                    <a:pt x="274849" y="329199"/>
                  </a:lnTo>
                  <a:lnTo>
                    <a:pt x="284724" y="325661"/>
                  </a:lnTo>
                  <a:lnTo>
                    <a:pt x="322916" y="296493"/>
                  </a:lnTo>
                  <a:lnTo>
                    <a:pt x="348486" y="259467"/>
                  </a:lnTo>
                  <a:lnTo>
                    <a:pt x="360917" y="217834"/>
                  </a:lnTo>
                  <a:lnTo>
                    <a:pt x="360834" y="214593"/>
                  </a:lnTo>
                  <a:lnTo>
                    <a:pt x="360750" y="211319"/>
                  </a:lnTo>
                  <a:lnTo>
                    <a:pt x="360653" y="207552"/>
                  </a:lnTo>
                  <a:lnTo>
                    <a:pt x="360583" y="204812"/>
                  </a:lnTo>
                  <a:lnTo>
                    <a:pt x="360499" y="201518"/>
                  </a:lnTo>
                  <a:lnTo>
                    <a:pt x="360384" y="197033"/>
                  </a:lnTo>
                  <a:lnTo>
                    <a:pt x="360315" y="194355"/>
                  </a:lnTo>
                  <a:lnTo>
                    <a:pt x="360191" y="189501"/>
                  </a:lnTo>
                  <a:lnTo>
                    <a:pt x="360072" y="184881"/>
                  </a:lnTo>
                  <a:lnTo>
                    <a:pt x="360014" y="182621"/>
                  </a:lnTo>
                  <a:lnTo>
                    <a:pt x="359910" y="178543"/>
                  </a:lnTo>
                  <a:lnTo>
                    <a:pt x="359809" y="174593"/>
                  </a:lnTo>
                  <a:lnTo>
                    <a:pt x="344760" y="132744"/>
                  </a:lnTo>
                  <a:lnTo>
                    <a:pt x="343239" y="128922"/>
                  </a:lnTo>
                  <a:lnTo>
                    <a:pt x="338704" y="127006"/>
                  </a:lnTo>
                  <a:close/>
                </a:path>
                <a:path w="419100" h="397510">
                  <a:moveTo>
                    <a:pt x="207928" y="118859"/>
                  </a:moveTo>
                  <a:lnTo>
                    <a:pt x="174643" y="125272"/>
                  </a:lnTo>
                  <a:lnTo>
                    <a:pt x="147489" y="142643"/>
                  </a:lnTo>
                  <a:lnTo>
                    <a:pt x="129211" y="168367"/>
                  </a:lnTo>
                  <a:lnTo>
                    <a:pt x="122624" y="199503"/>
                  </a:lnTo>
                  <a:lnTo>
                    <a:pt x="122554" y="199835"/>
                  </a:lnTo>
                  <a:lnTo>
                    <a:pt x="147744" y="256936"/>
                  </a:lnTo>
                  <a:lnTo>
                    <a:pt x="208292" y="280492"/>
                  </a:lnTo>
                  <a:lnTo>
                    <a:pt x="241577" y="274072"/>
                  </a:lnTo>
                  <a:lnTo>
                    <a:pt x="254164" y="266017"/>
                  </a:lnTo>
                  <a:lnTo>
                    <a:pt x="207928" y="266017"/>
                  </a:lnTo>
                  <a:lnTo>
                    <a:pt x="180656" y="260815"/>
                  </a:lnTo>
                  <a:lnTo>
                    <a:pt x="158389" y="246628"/>
                  </a:lnTo>
                  <a:lnTo>
                    <a:pt x="143378" y="225588"/>
                  </a:lnTo>
                  <a:lnTo>
                    <a:pt x="137877" y="199835"/>
                  </a:lnTo>
                  <a:lnTo>
                    <a:pt x="143263" y="174593"/>
                  </a:lnTo>
                  <a:lnTo>
                    <a:pt x="180656" y="138829"/>
                  </a:lnTo>
                  <a:lnTo>
                    <a:pt x="207928" y="133629"/>
                  </a:lnTo>
                  <a:lnTo>
                    <a:pt x="256296" y="133629"/>
                  </a:lnTo>
                  <a:lnTo>
                    <a:pt x="250344" y="129671"/>
                  </a:lnTo>
                  <a:lnTo>
                    <a:pt x="236980" y="123751"/>
                  </a:lnTo>
                  <a:lnTo>
                    <a:pt x="222734" y="120110"/>
                  </a:lnTo>
                  <a:lnTo>
                    <a:pt x="207928" y="118859"/>
                  </a:lnTo>
                  <a:close/>
                </a:path>
                <a:path w="419100" h="397510">
                  <a:moveTo>
                    <a:pt x="275148" y="154456"/>
                  </a:moveTo>
                  <a:lnTo>
                    <a:pt x="271406" y="156386"/>
                  </a:lnTo>
                  <a:lnTo>
                    <a:pt x="267702" y="158487"/>
                  </a:lnTo>
                  <a:lnTo>
                    <a:pt x="266455" y="163021"/>
                  </a:lnTo>
                  <a:lnTo>
                    <a:pt x="268599" y="166572"/>
                  </a:lnTo>
                  <a:lnTo>
                    <a:pt x="272653" y="174399"/>
                  </a:lnTo>
                  <a:lnTo>
                    <a:pt x="275592" y="182621"/>
                  </a:lnTo>
                  <a:lnTo>
                    <a:pt x="277383" y="191132"/>
                  </a:lnTo>
                  <a:lnTo>
                    <a:pt x="277972" y="199503"/>
                  </a:lnTo>
                  <a:lnTo>
                    <a:pt x="277991" y="199835"/>
                  </a:lnTo>
                  <a:lnTo>
                    <a:pt x="272486" y="225588"/>
                  </a:lnTo>
                  <a:lnTo>
                    <a:pt x="257468" y="246628"/>
                  </a:lnTo>
                  <a:lnTo>
                    <a:pt x="235196" y="260815"/>
                  </a:lnTo>
                  <a:lnTo>
                    <a:pt x="207928" y="266017"/>
                  </a:lnTo>
                  <a:lnTo>
                    <a:pt x="254164" y="266017"/>
                  </a:lnTo>
                  <a:lnTo>
                    <a:pt x="268729" y="256697"/>
                  </a:lnTo>
                  <a:lnTo>
                    <a:pt x="287003" y="230972"/>
                  </a:lnTo>
                  <a:lnTo>
                    <a:pt x="293582" y="199835"/>
                  </a:lnTo>
                  <a:lnTo>
                    <a:pt x="293652" y="199503"/>
                  </a:lnTo>
                  <a:lnTo>
                    <a:pt x="293086" y="191651"/>
                  </a:lnTo>
                  <a:lnTo>
                    <a:pt x="293049" y="191132"/>
                  </a:lnTo>
                  <a:lnTo>
                    <a:pt x="292931" y="189501"/>
                  </a:lnTo>
                  <a:lnTo>
                    <a:pt x="292888" y="188909"/>
                  </a:lnTo>
                  <a:lnTo>
                    <a:pt x="290954" y="179844"/>
                  </a:lnTo>
                  <a:lnTo>
                    <a:pt x="290847" y="179341"/>
                  </a:lnTo>
                  <a:lnTo>
                    <a:pt x="290726" y="178773"/>
                  </a:lnTo>
                  <a:lnTo>
                    <a:pt x="290677" y="178543"/>
                  </a:lnTo>
                  <a:lnTo>
                    <a:pt x="287052" y="168542"/>
                  </a:lnTo>
                  <a:lnTo>
                    <a:pt x="282048" y="159040"/>
                  </a:lnTo>
                  <a:lnTo>
                    <a:pt x="279826" y="155611"/>
                  </a:lnTo>
                  <a:lnTo>
                    <a:pt x="275148" y="154456"/>
                  </a:lnTo>
                  <a:close/>
                </a:path>
                <a:path w="419100" h="397510">
                  <a:moveTo>
                    <a:pt x="213548" y="170271"/>
                  </a:moveTo>
                  <a:lnTo>
                    <a:pt x="207928" y="170271"/>
                  </a:lnTo>
                  <a:lnTo>
                    <a:pt x="195749" y="172593"/>
                  </a:lnTo>
                  <a:lnTo>
                    <a:pt x="185808" y="178927"/>
                  </a:lnTo>
                  <a:lnTo>
                    <a:pt x="179107" y="188321"/>
                  </a:lnTo>
                  <a:lnTo>
                    <a:pt x="176718" y="199503"/>
                  </a:lnTo>
                  <a:lnTo>
                    <a:pt x="176653" y="199835"/>
                  </a:lnTo>
                  <a:lnTo>
                    <a:pt x="179107" y="211319"/>
                  </a:lnTo>
                  <a:lnTo>
                    <a:pt x="185808" y="220713"/>
                  </a:lnTo>
                  <a:lnTo>
                    <a:pt x="195749" y="227050"/>
                  </a:lnTo>
                  <a:lnTo>
                    <a:pt x="207928" y="229375"/>
                  </a:lnTo>
                  <a:lnTo>
                    <a:pt x="220095" y="227050"/>
                  </a:lnTo>
                  <a:lnTo>
                    <a:pt x="230038" y="220713"/>
                  </a:lnTo>
                  <a:lnTo>
                    <a:pt x="234408" y="214593"/>
                  </a:lnTo>
                  <a:lnTo>
                    <a:pt x="199286" y="214593"/>
                  </a:lnTo>
                  <a:lnTo>
                    <a:pt x="192295" y="207982"/>
                  </a:lnTo>
                  <a:lnTo>
                    <a:pt x="192295" y="191651"/>
                  </a:lnTo>
                  <a:lnTo>
                    <a:pt x="199286" y="185053"/>
                  </a:lnTo>
                  <a:lnTo>
                    <a:pt x="207928" y="185053"/>
                  </a:lnTo>
                  <a:lnTo>
                    <a:pt x="209331" y="184881"/>
                  </a:lnTo>
                  <a:lnTo>
                    <a:pt x="234852" y="184881"/>
                  </a:lnTo>
                  <a:lnTo>
                    <a:pt x="246255" y="174104"/>
                  </a:lnTo>
                  <a:lnTo>
                    <a:pt x="223573" y="174104"/>
                  </a:lnTo>
                  <a:lnTo>
                    <a:pt x="218791" y="171561"/>
                  </a:lnTo>
                  <a:lnTo>
                    <a:pt x="213548" y="170271"/>
                  </a:lnTo>
                  <a:close/>
                </a:path>
                <a:path w="419100" h="397510">
                  <a:moveTo>
                    <a:pt x="239120" y="195534"/>
                  </a:moveTo>
                  <a:lnTo>
                    <a:pt x="223235" y="195534"/>
                  </a:lnTo>
                  <a:lnTo>
                    <a:pt x="223535" y="197033"/>
                  </a:lnTo>
                  <a:lnTo>
                    <a:pt x="223573" y="207982"/>
                  </a:lnTo>
                  <a:lnTo>
                    <a:pt x="216569" y="214593"/>
                  </a:lnTo>
                  <a:lnTo>
                    <a:pt x="234408" y="214593"/>
                  </a:lnTo>
                  <a:lnTo>
                    <a:pt x="236745" y="211319"/>
                  </a:lnTo>
                  <a:lnTo>
                    <a:pt x="239203" y="199835"/>
                  </a:lnTo>
                  <a:lnTo>
                    <a:pt x="239120" y="195534"/>
                  </a:lnTo>
                  <a:close/>
                </a:path>
                <a:path w="419100" h="397510">
                  <a:moveTo>
                    <a:pt x="234852" y="184881"/>
                  </a:moveTo>
                  <a:lnTo>
                    <a:pt x="210735" y="184881"/>
                  </a:lnTo>
                  <a:lnTo>
                    <a:pt x="212138" y="185053"/>
                  </a:lnTo>
                  <a:lnTo>
                    <a:pt x="202457" y="194355"/>
                  </a:lnTo>
                  <a:lnTo>
                    <a:pt x="199429" y="197033"/>
                  </a:lnTo>
                  <a:lnTo>
                    <a:pt x="199343" y="199503"/>
                  </a:lnTo>
                  <a:lnTo>
                    <a:pt x="199273" y="201518"/>
                  </a:lnTo>
                  <a:lnTo>
                    <a:pt x="202579" y="204812"/>
                  </a:lnTo>
                  <a:lnTo>
                    <a:pt x="205290" y="207552"/>
                  </a:lnTo>
                  <a:lnTo>
                    <a:pt x="210033" y="207699"/>
                  </a:lnTo>
                  <a:lnTo>
                    <a:pt x="213294" y="204812"/>
                  </a:lnTo>
                  <a:lnTo>
                    <a:pt x="223235" y="195534"/>
                  </a:lnTo>
                  <a:lnTo>
                    <a:pt x="239120" y="195534"/>
                  </a:lnTo>
                  <a:lnTo>
                    <a:pt x="239026" y="194355"/>
                  </a:lnTo>
                  <a:lnTo>
                    <a:pt x="237529" y="189501"/>
                  </a:lnTo>
                  <a:lnTo>
                    <a:pt x="234670" y="185053"/>
                  </a:lnTo>
                  <a:lnTo>
                    <a:pt x="234852" y="184881"/>
                  </a:lnTo>
                  <a:close/>
                </a:path>
                <a:path w="419100" h="397510">
                  <a:moveTo>
                    <a:pt x="256296" y="133629"/>
                  </a:moveTo>
                  <a:lnTo>
                    <a:pt x="207928" y="133629"/>
                  </a:lnTo>
                  <a:lnTo>
                    <a:pt x="219677" y="134636"/>
                  </a:lnTo>
                  <a:lnTo>
                    <a:pt x="231003" y="137490"/>
                  </a:lnTo>
                  <a:lnTo>
                    <a:pt x="241661" y="142110"/>
                  </a:lnTo>
                  <a:lnTo>
                    <a:pt x="251407" y="148411"/>
                  </a:lnTo>
                  <a:lnTo>
                    <a:pt x="223573" y="174104"/>
                  </a:lnTo>
                  <a:lnTo>
                    <a:pt x="246255" y="174104"/>
                  </a:lnTo>
                  <a:lnTo>
                    <a:pt x="284715" y="137757"/>
                  </a:lnTo>
                  <a:lnTo>
                    <a:pt x="262505" y="137757"/>
                  </a:lnTo>
                  <a:lnTo>
                    <a:pt x="256296" y="133629"/>
                  </a:lnTo>
                  <a:close/>
                </a:path>
                <a:path w="419100" h="397510">
                  <a:moveTo>
                    <a:pt x="273412" y="68909"/>
                  </a:moveTo>
                  <a:lnTo>
                    <a:pt x="207928" y="68909"/>
                  </a:lnTo>
                  <a:lnTo>
                    <a:pt x="233124" y="71057"/>
                  </a:lnTo>
                  <a:lnTo>
                    <a:pt x="257279" y="77483"/>
                  </a:lnTo>
                  <a:lnTo>
                    <a:pt x="279785" y="87969"/>
                  </a:lnTo>
                  <a:lnTo>
                    <a:pt x="300033" y="102295"/>
                  </a:lnTo>
                  <a:lnTo>
                    <a:pt x="262505" y="137757"/>
                  </a:lnTo>
                  <a:lnTo>
                    <a:pt x="284715" y="137757"/>
                  </a:lnTo>
                  <a:lnTo>
                    <a:pt x="323800" y="100820"/>
                  </a:lnTo>
                  <a:lnTo>
                    <a:pt x="379729" y="100820"/>
                  </a:lnTo>
                  <a:lnTo>
                    <a:pt x="382184" y="99604"/>
                  </a:lnTo>
                  <a:lnTo>
                    <a:pt x="383691" y="97576"/>
                  </a:lnTo>
                  <a:lnTo>
                    <a:pt x="387760" y="91813"/>
                  </a:lnTo>
                  <a:lnTo>
                    <a:pt x="311143" y="91813"/>
                  </a:lnTo>
                  <a:lnTo>
                    <a:pt x="273412" y="68909"/>
                  </a:lnTo>
                  <a:close/>
                </a:path>
                <a:path w="419100" h="397510">
                  <a:moveTo>
                    <a:pt x="287305" y="15826"/>
                  </a:moveTo>
                  <a:lnTo>
                    <a:pt x="224515" y="15826"/>
                  </a:lnTo>
                  <a:lnTo>
                    <a:pt x="270091" y="24765"/>
                  </a:lnTo>
                  <a:lnTo>
                    <a:pt x="312702" y="43953"/>
                  </a:lnTo>
                  <a:lnTo>
                    <a:pt x="312702" y="90339"/>
                  </a:lnTo>
                  <a:lnTo>
                    <a:pt x="311143" y="91813"/>
                  </a:lnTo>
                  <a:lnTo>
                    <a:pt x="387760" y="91813"/>
                  </a:lnTo>
                  <a:lnTo>
                    <a:pt x="391829" y="86051"/>
                  </a:lnTo>
                  <a:lnTo>
                    <a:pt x="339445" y="86051"/>
                  </a:lnTo>
                  <a:lnTo>
                    <a:pt x="350503" y="75569"/>
                  </a:lnTo>
                  <a:lnTo>
                    <a:pt x="328335" y="75569"/>
                  </a:lnTo>
                  <a:lnTo>
                    <a:pt x="328335" y="43805"/>
                  </a:lnTo>
                  <a:lnTo>
                    <a:pt x="348355" y="31087"/>
                  </a:lnTo>
                  <a:lnTo>
                    <a:pt x="321149" y="31087"/>
                  </a:lnTo>
                  <a:lnTo>
                    <a:pt x="287305" y="15826"/>
                  </a:lnTo>
                  <a:close/>
                </a:path>
                <a:path w="419100" h="397510">
                  <a:moveTo>
                    <a:pt x="418803" y="45280"/>
                  </a:moveTo>
                  <a:lnTo>
                    <a:pt x="382457" y="45280"/>
                  </a:lnTo>
                  <a:lnTo>
                    <a:pt x="398089" y="49556"/>
                  </a:lnTo>
                  <a:lnTo>
                    <a:pt x="372594" y="86051"/>
                  </a:lnTo>
                  <a:lnTo>
                    <a:pt x="391829" y="86051"/>
                  </a:lnTo>
                  <a:lnTo>
                    <a:pt x="417802" y="49261"/>
                  </a:lnTo>
                  <a:lnTo>
                    <a:pt x="418803" y="47148"/>
                  </a:lnTo>
                  <a:lnTo>
                    <a:pt x="418803" y="45280"/>
                  </a:lnTo>
                  <a:close/>
                </a:path>
                <a:path w="419100" h="397510">
                  <a:moveTo>
                    <a:pt x="383099" y="19562"/>
                  </a:moveTo>
                  <a:lnTo>
                    <a:pt x="366500" y="19562"/>
                  </a:lnTo>
                  <a:lnTo>
                    <a:pt x="371035" y="34331"/>
                  </a:lnTo>
                  <a:lnTo>
                    <a:pt x="328335" y="75569"/>
                  </a:lnTo>
                  <a:lnTo>
                    <a:pt x="350503" y="75569"/>
                  </a:lnTo>
                  <a:lnTo>
                    <a:pt x="382457" y="45280"/>
                  </a:lnTo>
                  <a:lnTo>
                    <a:pt x="418803" y="45280"/>
                  </a:lnTo>
                  <a:lnTo>
                    <a:pt x="418803" y="44727"/>
                  </a:lnTo>
                  <a:lnTo>
                    <a:pt x="417802" y="42613"/>
                  </a:lnTo>
                  <a:lnTo>
                    <a:pt x="416905" y="40365"/>
                  </a:lnTo>
                  <a:lnTo>
                    <a:pt x="414930" y="38657"/>
                  </a:lnTo>
                  <a:lnTo>
                    <a:pt x="385744" y="31087"/>
                  </a:lnTo>
                  <a:lnTo>
                    <a:pt x="383099" y="19562"/>
                  </a:lnTo>
                  <a:close/>
                </a:path>
                <a:path w="419100" h="397510">
                  <a:moveTo>
                    <a:pt x="372763" y="0"/>
                  </a:moveTo>
                  <a:lnTo>
                    <a:pt x="370164" y="270"/>
                  </a:lnTo>
                  <a:lnTo>
                    <a:pt x="367728" y="1756"/>
                  </a:lnTo>
                  <a:lnTo>
                    <a:pt x="321149" y="31087"/>
                  </a:lnTo>
                  <a:lnTo>
                    <a:pt x="348355" y="31087"/>
                  </a:lnTo>
                  <a:lnTo>
                    <a:pt x="366500" y="19562"/>
                  </a:lnTo>
                  <a:lnTo>
                    <a:pt x="383099" y="19562"/>
                  </a:lnTo>
                  <a:lnTo>
                    <a:pt x="379949" y="5836"/>
                  </a:lnTo>
                  <a:lnTo>
                    <a:pt x="379299" y="3502"/>
                  </a:lnTo>
                  <a:lnTo>
                    <a:pt x="377611" y="1756"/>
                  </a:lnTo>
                  <a:lnTo>
                    <a:pt x="377847" y="1756"/>
                  </a:lnTo>
                  <a:lnTo>
                    <a:pt x="3727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0" y="3291075"/>
              <a:ext cx="12192000" cy="3567429"/>
            </a:xfrm>
            <a:custGeom>
              <a:avLst/>
              <a:gdLst/>
              <a:ahLst/>
              <a:cxnLst/>
              <a:rect l="l" t="t" r="r" b="b"/>
              <a:pathLst>
                <a:path w="12192000" h="3567429">
                  <a:moveTo>
                    <a:pt x="12192000" y="0"/>
                  </a:moveTo>
                  <a:lnTo>
                    <a:pt x="0" y="0"/>
                  </a:lnTo>
                  <a:lnTo>
                    <a:pt x="0" y="3566922"/>
                  </a:lnTo>
                  <a:lnTo>
                    <a:pt x="12192000" y="356692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9D9D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7847" y="3725798"/>
              <a:ext cx="657732" cy="21525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8336" y="3612769"/>
              <a:ext cx="894080" cy="2265680"/>
            </a:xfrm>
            <a:custGeom>
              <a:avLst/>
              <a:gdLst/>
              <a:ahLst/>
              <a:cxnLst/>
              <a:rect l="l" t="t" r="r" b="b"/>
              <a:pathLst>
                <a:path w="894080" h="2265679">
                  <a:moveTo>
                    <a:pt x="618629" y="2172932"/>
                  </a:moveTo>
                  <a:lnTo>
                    <a:pt x="471436" y="1115187"/>
                  </a:lnTo>
                  <a:lnTo>
                    <a:pt x="204863" y="798703"/>
                  </a:lnTo>
                  <a:lnTo>
                    <a:pt x="0" y="980567"/>
                  </a:lnTo>
                  <a:lnTo>
                    <a:pt x="618629" y="2172932"/>
                  </a:lnTo>
                  <a:close/>
                </a:path>
                <a:path w="894080" h="2265679">
                  <a:moveTo>
                    <a:pt x="893584" y="113030"/>
                  </a:moveTo>
                  <a:lnTo>
                    <a:pt x="699147" y="0"/>
                  </a:lnTo>
                  <a:lnTo>
                    <a:pt x="809510" y="2265553"/>
                  </a:lnTo>
                  <a:lnTo>
                    <a:pt x="893584" y="11303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6966" y="4546600"/>
              <a:ext cx="1152652" cy="15324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59457" y="5542915"/>
              <a:ext cx="386080" cy="389890"/>
            </a:xfrm>
            <a:custGeom>
              <a:avLst/>
              <a:gdLst/>
              <a:ahLst/>
              <a:cxnLst/>
              <a:rect l="l" t="t" r="r" b="b"/>
              <a:pathLst>
                <a:path w="386080" h="389889">
                  <a:moveTo>
                    <a:pt x="385572" y="0"/>
                  </a:moveTo>
                  <a:lnTo>
                    <a:pt x="130556" y="127977"/>
                  </a:lnTo>
                  <a:lnTo>
                    <a:pt x="90678" y="231622"/>
                  </a:lnTo>
                  <a:lnTo>
                    <a:pt x="61468" y="242785"/>
                  </a:lnTo>
                  <a:lnTo>
                    <a:pt x="0" y="389407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991" y="4382261"/>
              <a:ext cx="861974" cy="140343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49489" y="3426714"/>
              <a:ext cx="287655" cy="984885"/>
            </a:xfrm>
            <a:custGeom>
              <a:avLst/>
              <a:gdLst/>
              <a:ahLst/>
              <a:cxnLst/>
              <a:rect l="l" t="t" r="r" b="b"/>
              <a:pathLst>
                <a:path w="287655" h="984885">
                  <a:moveTo>
                    <a:pt x="287337" y="0"/>
                  </a:moveTo>
                  <a:lnTo>
                    <a:pt x="158686" y="2666"/>
                  </a:lnTo>
                  <a:lnTo>
                    <a:pt x="0" y="955548"/>
                  </a:lnTo>
                  <a:lnTo>
                    <a:pt x="223710" y="984758"/>
                  </a:lnTo>
                  <a:lnTo>
                    <a:pt x="287337" y="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1920" y="3298190"/>
              <a:ext cx="1634617" cy="195681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50135" y="3298190"/>
              <a:ext cx="1280160" cy="380365"/>
            </a:xfrm>
            <a:custGeom>
              <a:avLst/>
              <a:gdLst/>
              <a:ahLst/>
              <a:cxnLst/>
              <a:rect l="l" t="t" r="r" b="b"/>
              <a:pathLst>
                <a:path w="1280160" h="380364">
                  <a:moveTo>
                    <a:pt x="0" y="0"/>
                  </a:moveTo>
                  <a:lnTo>
                    <a:pt x="1126743" y="379857"/>
                  </a:lnTo>
                  <a:lnTo>
                    <a:pt x="1280032" y="184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7997" y="4370704"/>
              <a:ext cx="521207" cy="1489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2821939"/>
              <a:ext cx="1027176" cy="16118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77847" y="4457572"/>
              <a:ext cx="451484" cy="1421130"/>
            </a:xfrm>
            <a:custGeom>
              <a:avLst/>
              <a:gdLst/>
              <a:ahLst/>
              <a:cxnLst/>
              <a:rect l="l" t="t" r="r" b="b"/>
              <a:pathLst>
                <a:path w="451485" h="1421129">
                  <a:moveTo>
                    <a:pt x="451357" y="0"/>
                  </a:moveTo>
                  <a:lnTo>
                    <a:pt x="53085" y="62102"/>
                  </a:lnTo>
                  <a:lnTo>
                    <a:pt x="0" y="1420748"/>
                  </a:lnTo>
                  <a:lnTo>
                    <a:pt x="84073" y="651763"/>
                  </a:lnTo>
                  <a:lnTo>
                    <a:pt x="451357" y="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77847" y="4457572"/>
              <a:ext cx="451484" cy="1421130"/>
            </a:xfrm>
            <a:custGeom>
              <a:avLst/>
              <a:gdLst/>
              <a:ahLst/>
              <a:cxnLst/>
              <a:rect l="l" t="t" r="r" b="b"/>
              <a:pathLst>
                <a:path w="451485" h="1421129">
                  <a:moveTo>
                    <a:pt x="451357" y="0"/>
                  </a:moveTo>
                  <a:lnTo>
                    <a:pt x="84073" y="651763"/>
                  </a:lnTo>
                  <a:lnTo>
                    <a:pt x="0" y="1420748"/>
                  </a:lnTo>
                  <a:lnTo>
                    <a:pt x="121538" y="816736"/>
                  </a:lnTo>
                  <a:lnTo>
                    <a:pt x="451357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73200" y="3426840"/>
              <a:ext cx="657860" cy="24513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5579" y="3028823"/>
              <a:ext cx="1235329" cy="6210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9360" y="2444876"/>
              <a:ext cx="1170774" cy="116789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50135" y="3298190"/>
              <a:ext cx="385445" cy="1248410"/>
            </a:xfrm>
            <a:custGeom>
              <a:avLst/>
              <a:gdLst/>
              <a:ahLst/>
              <a:cxnLst/>
              <a:rect l="l" t="t" r="r" b="b"/>
              <a:pathLst>
                <a:path w="385444" h="1248410">
                  <a:moveTo>
                    <a:pt x="0" y="0"/>
                  </a:moveTo>
                  <a:lnTo>
                    <a:pt x="385444" y="1248410"/>
                  </a:lnTo>
                  <a:lnTo>
                    <a:pt x="330200" y="562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7483" y="3298190"/>
              <a:ext cx="382651" cy="427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50135" y="2693670"/>
              <a:ext cx="835025" cy="680085"/>
            </a:xfrm>
            <a:custGeom>
              <a:avLst/>
              <a:gdLst/>
              <a:ahLst/>
              <a:cxnLst/>
              <a:rect l="l" t="t" r="r" b="b"/>
              <a:pathLst>
                <a:path w="835025" h="680085">
                  <a:moveTo>
                    <a:pt x="456691" y="0"/>
                  </a:moveTo>
                  <a:lnTo>
                    <a:pt x="0" y="165353"/>
                  </a:lnTo>
                  <a:lnTo>
                    <a:pt x="385444" y="679703"/>
                  </a:lnTo>
                  <a:lnTo>
                    <a:pt x="834770" y="335152"/>
                  </a:lnTo>
                  <a:lnTo>
                    <a:pt x="456691" y="0"/>
                  </a:lnTo>
                  <a:close/>
                </a:path>
              </a:pathLst>
            </a:custGeom>
            <a:solidFill>
              <a:srgbClr val="008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50135" y="2859023"/>
              <a:ext cx="385444" cy="5143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17827" y="2236977"/>
              <a:ext cx="397509" cy="25933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60270" y="2236977"/>
              <a:ext cx="354965" cy="606425"/>
            </a:xfrm>
            <a:custGeom>
              <a:avLst/>
              <a:gdLst/>
              <a:ahLst/>
              <a:cxnLst/>
              <a:rect l="l" t="t" r="r" b="b"/>
              <a:pathLst>
                <a:path w="354964" h="606425">
                  <a:moveTo>
                    <a:pt x="155067" y="0"/>
                  </a:moveTo>
                  <a:lnTo>
                    <a:pt x="0" y="207899"/>
                  </a:lnTo>
                  <a:lnTo>
                    <a:pt x="211328" y="606044"/>
                  </a:lnTo>
                  <a:lnTo>
                    <a:pt x="354965" y="277241"/>
                  </a:lnTo>
                  <a:lnTo>
                    <a:pt x="155067" y="0"/>
                  </a:lnTo>
                  <a:close/>
                </a:path>
              </a:pathLst>
            </a:custGeom>
            <a:solidFill>
              <a:srgbClr val="008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0270" y="2444876"/>
              <a:ext cx="328295" cy="398145"/>
            </a:xfrm>
            <a:custGeom>
              <a:avLst/>
              <a:gdLst/>
              <a:ahLst/>
              <a:cxnLst/>
              <a:rect l="l" t="t" r="r" b="b"/>
              <a:pathLst>
                <a:path w="328294" h="398144">
                  <a:moveTo>
                    <a:pt x="0" y="0"/>
                  </a:moveTo>
                  <a:lnTo>
                    <a:pt x="211328" y="398145"/>
                  </a:lnTo>
                  <a:lnTo>
                    <a:pt x="328295" y="130301"/>
                  </a:lnTo>
                  <a:lnTo>
                    <a:pt x="223901" y="315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71598" y="2514219"/>
              <a:ext cx="478536" cy="3448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015235" y="2493517"/>
              <a:ext cx="791845" cy="365760"/>
            </a:xfrm>
            <a:custGeom>
              <a:avLst/>
              <a:gdLst/>
              <a:ahLst/>
              <a:cxnLst/>
              <a:rect l="l" t="t" r="r" b="b"/>
              <a:pathLst>
                <a:path w="791844" h="365760">
                  <a:moveTo>
                    <a:pt x="96138" y="0"/>
                  </a:moveTo>
                  <a:lnTo>
                    <a:pt x="0" y="20701"/>
                  </a:lnTo>
                  <a:lnTo>
                    <a:pt x="113030" y="108077"/>
                  </a:lnTo>
                  <a:lnTo>
                    <a:pt x="334899" y="365506"/>
                  </a:lnTo>
                  <a:lnTo>
                    <a:pt x="791590" y="200152"/>
                  </a:lnTo>
                  <a:lnTo>
                    <a:pt x="96138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15338" y="2230754"/>
              <a:ext cx="199898" cy="2834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997836" y="2230754"/>
              <a:ext cx="113664" cy="283845"/>
            </a:xfrm>
            <a:custGeom>
              <a:avLst/>
              <a:gdLst/>
              <a:ahLst/>
              <a:cxnLst/>
              <a:rect l="l" t="t" r="r" b="b"/>
              <a:pathLst>
                <a:path w="113664" h="283844">
                  <a:moveTo>
                    <a:pt x="0" y="0"/>
                  </a:moveTo>
                  <a:lnTo>
                    <a:pt x="17399" y="283464"/>
                  </a:lnTo>
                  <a:lnTo>
                    <a:pt x="113537" y="262763"/>
                  </a:lnTo>
                  <a:lnTo>
                    <a:pt x="97662" y="99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95500" y="2330450"/>
              <a:ext cx="711835" cy="363220"/>
            </a:xfrm>
            <a:custGeom>
              <a:avLst/>
              <a:gdLst/>
              <a:ahLst/>
              <a:cxnLst/>
              <a:rect l="l" t="t" r="r" b="b"/>
              <a:pathLst>
                <a:path w="711835" h="363219">
                  <a:moveTo>
                    <a:pt x="0" y="0"/>
                  </a:moveTo>
                  <a:lnTo>
                    <a:pt x="15875" y="163067"/>
                  </a:lnTo>
                  <a:lnTo>
                    <a:pt x="711326" y="363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0360" y="2432557"/>
              <a:ext cx="754380" cy="551815"/>
            </a:xfrm>
            <a:custGeom>
              <a:avLst/>
              <a:gdLst/>
              <a:ahLst/>
              <a:cxnLst/>
              <a:rect l="l" t="t" r="r" b="b"/>
              <a:pathLst>
                <a:path w="754380" h="551814">
                  <a:moveTo>
                    <a:pt x="443102" y="0"/>
                  </a:moveTo>
                  <a:lnTo>
                    <a:pt x="325119" y="145541"/>
                  </a:lnTo>
                  <a:lnTo>
                    <a:pt x="0" y="60959"/>
                  </a:lnTo>
                  <a:lnTo>
                    <a:pt x="426465" y="261112"/>
                  </a:lnTo>
                  <a:lnTo>
                    <a:pt x="754380" y="551688"/>
                  </a:lnTo>
                  <a:lnTo>
                    <a:pt x="443102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95500" y="2077973"/>
              <a:ext cx="609981" cy="5001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97836" y="2096642"/>
              <a:ext cx="249554" cy="234315"/>
            </a:xfrm>
            <a:custGeom>
              <a:avLst/>
              <a:gdLst/>
              <a:ahLst/>
              <a:cxnLst/>
              <a:rect l="l" t="t" r="r" b="b"/>
              <a:pathLst>
                <a:path w="249555" h="234314">
                  <a:moveTo>
                    <a:pt x="249555" y="0"/>
                  </a:moveTo>
                  <a:lnTo>
                    <a:pt x="0" y="134112"/>
                  </a:lnTo>
                  <a:lnTo>
                    <a:pt x="97662" y="233807"/>
                  </a:lnTo>
                  <a:lnTo>
                    <a:pt x="249555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15338" y="1962150"/>
              <a:ext cx="432054" cy="27482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968754" y="1712595"/>
              <a:ext cx="379095" cy="384175"/>
            </a:xfrm>
            <a:custGeom>
              <a:avLst/>
              <a:gdLst/>
              <a:ahLst/>
              <a:cxnLst/>
              <a:rect l="l" t="t" r="r" b="b"/>
              <a:pathLst>
                <a:path w="379094" h="384175">
                  <a:moveTo>
                    <a:pt x="265810" y="0"/>
                  </a:moveTo>
                  <a:lnTo>
                    <a:pt x="226440" y="14097"/>
                  </a:lnTo>
                  <a:lnTo>
                    <a:pt x="199374" y="23145"/>
                  </a:lnTo>
                  <a:lnTo>
                    <a:pt x="187070" y="25907"/>
                  </a:lnTo>
                  <a:lnTo>
                    <a:pt x="157841" y="57263"/>
                  </a:lnTo>
                  <a:lnTo>
                    <a:pt x="93535" y="134540"/>
                  </a:lnTo>
                  <a:lnTo>
                    <a:pt x="0" y="249554"/>
                  </a:lnTo>
                  <a:lnTo>
                    <a:pt x="278638" y="384047"/>
                  </a:lnTo>
                  <a:lnTo>
                    <a:pt x="378968" y="175640"/>
                  </a:lnTo>
                  <a:lnTo>
                    <a:pt x="265810" y="0"/>
                  </a:lnTo>
                  <a:close/>
                </a:path>
              </a:pathLst>
            </a:custGeom>
            <a:solidFill>
              <a:srgbClr val="74D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47392" y="1853945"/>
              <a:ext cx="576580" cy="724535"/>
            </a:xfrm>
            <a:custGeom>
              <a:avLst/>
              <a:gdLst/>
              <a:ahLst/>
              <a:cxnLst/>
              <a:rect l="l" t="t" r="r" b="b"/>
              <a:pathLst>
                <a:path w="576580" h="724535">
                  <a:moveTo>
                    <a:pt x="265430" y="224028"/>
                  </a:moveTo>
                  <a:lnTo>
                    <a:pt x="178562" y="50673"/>
                  </a:lnTo>
                  <a:lnTo>
                    <a:pt x="222631" y="38227"/>
                  </a:lnTo>
                  <a:lnTo>
                    <a:pt x="153162" y="0"/>
                  </a:lnTo>
                  <a:lnTo>
                    <a:pt x="100330" y="34290"/>
                  </a:lnTo>
                  <a:lnTo>
                    <a:pt x="0" y="242697"/>
                  </a:lnTo>
                  <a:lnTo>
                    <a:pt x="265430" y="224028"/>
                  </a:lnTo>
                  <a:close/>
                </a:path>
                <a:path w="576580" h="724535">
                  <a:moveTo>
                    <a:pt x="576072" y="578612"/>
                  </a:moveTo>
                  <a:lnTo>
                    <a:pt x="282448" y="124460"/>
                  </a:lnTo>
                  <a:lnTo>
                    <a:pt x="265430" y="224028"/>
                  </a:lnTo>
                  <a:lnTo>
                    <a:pt x="458089" y="724154"/>
                  </a:lnTo>
                  <a:lnTo>
                    <a:pt x="576072" y="578612"/>
                  </a:lnTo>
                  <a:close/>
                </a:path>
              </a:pathLst>
            </a:custGeom>
            <a:solidFill>
              <a:srgbClr val="008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25954" y="1892173"/>
              <a:ext cx="104139" cy="186055"/>
            </a:xfrm>
            <a:custGeom>
              <a:avLst/>
              <a:gdLst/>
              <a:ahLst/>
              <a:cxnLst/>
              <a:rect l="l" t="t" r="r" b="b"/>
              <a:pathLst>
                <a:path w="104139" h="186055">
                  <a:moveTo>
                    <a:pt x="44068" y="0"/>
                  </a:moveTo>
                  <a:lnTo>
                    <a:pt x="0" y="12446"/>
                  </a:lnTo>
                  <a:lnTo>
                    <a:pt x="86868" y="185800"/>
                  </a:lnTo>
                  <a:lnTo>
                    <a:pt x="103885" y="86232"/>
                  </a:lnTo>
                  <a:lnTo>
                    <a:pt x="44068" y="0"/>
                  </a:lnTo>
                  <a:close/>
                </a:path>
              </a:pathLst>
            </a:custGeom>
            <a:solidFill>
              <a:srgbClr val="085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34564" y="1712595"/>
              <a:ext cx="165989" cy="17564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41498" y="3028823"/>
              <a:ext cx="1082675" cy="26327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5742" y="2236977"/>
              <a:ext cx="1924392" cy="10551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50135" y="2693670"/>
              <a:ext cx="834770" cy="5984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660270" y="2236977"/>
              <a:ext cx="354965" cy="606425"/>
            </a:xfrm>
            <a:custGeom>
              <a:avLst/>
              <a:gdLst/>
              <a:ahLst/>
              <a:cxnLst/>
              <a:rect l="l" t="t" r="r" b="b"/>
              <a:pathLst>
                <a:path w="354964" h="606425">
                  <a:moveTo>
                    <a:pt x="155067" y="0"/>
                  </a:moveTo>
                  <a:lnTo>
                    <a:pt x="0" y="207899"/>
                  </a:lnTo>
                  <a:lnTo>
                    <a:pt x="211328" y="606044"/>
                  </a:lnTo>
                  <a:lnTo>
                    <a:pt x="354965" y="277241"/>
                  </a:lnTo>
                  <a:lnTo>
                    <a:pt x="155067" y="0"/>
                  </a:lnTo>
                  <a:close/>
                </a:path>
              </a:pathLst>
            </a:custGeom>
            <a:solidFill>
              <a:srgbClr val="4DB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60270" y="2444876"/>
              <a:ext cx="328295" cy="398145"/>
            </a:xfrm>
            <a:custGeom>
              <a:avLst/>
              <a:gdLst/>
              <a:ahLst/>
              <a:cxnLst/>
              <a:rect l="l" t="t" r="r" b="b"/>
              <a:pathLst>
                <a:path w="328294" h="398144">
                  <a:moveTo>
                    <a:pt x="0" y="0"/>
                  </a:moveTo>
                  <a:lnTo>
                    <a:pt x="211328" y="398145"/>
                  </a:lnTo>
                  <a:lnTo>
                    <a:pt x="328295" y="130301"/>
                  </a:lnTo>
                  <a:lnTo>
                    <a:pt x="223901" y="315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A2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15338" y="2230754"/>
              <a:ext cx="991488" cy="62826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815338" y="2236977"/>
              <a:ext cx="200025" cy="277495"/>
            </a:xfrm>
            <a:custGeom>
              <a:avLst/>
              <a:gdLst/>
              <a:ahLst/>
              <a:cxnLst/>
              <a:rect l="l" t="t" r="r" b="b"/>
              <a:pathLst>
                <a:path w="200025" h="277494">
                  <a:moveTo>
                    <a:pt x="0" y="0"/>
                  </a:moveTo>
                  <a:lnTo>
                    <a:pt x="199898" y="277241"/>
                  </a:lnTo>
                  <a:lnTo>
                    <a:pt x="194182" y="1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DC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97836" y="2230754"/>
              <a:ext cx="113664" cy="283845"/>
            </a:xfrm>
            <a:custGeom>
              <a:avLst/>
              <a:gdLst/>
              <a:ahLst/>
              <a:cxnLst/>
              <a:rect l="l" t="t" r="r" b="b"/>
              <a:pathLst>
                <a:path w="113664" h="283844">
                  <a:moveTo>
                    <a:pt x="0" y="0"/>
                  </a:moveTo>
                  <a:lnTo>
                    <a:pt x="17399" y="283464"/>
                  </a:lnTo>
                  <a:lnTo>
                    <a:pt x="113537" y="262763"/>
                  </a:lnTo>
                  <a:lnTo>
                    <a:pt x="97662" y="99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A2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95500" y="2330450"/>
              <a:ext cx="711326" cy="36322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380360" y="2432557"/>
              <a:ext cx="754380" cy="551815"/>
            </a:xfrm>
            <a:custGeom>
              <a:avLst/>
              <a:gdLst/>
              <a:ahLst/>
              <a:cxnLst/>
              <a:rect l="l" t="t" r="r" b="b"/>
              <a:pathLst>
                <a:path w="754380" h="551814">
                  <a:moveTo>
                    <a:pt x="443102" y="0"/>
                  </a:moveTo>
                  <a:lnTo>
                    <a:pt x="325119" y="145541"/>
                  </a:lnTo>
                  <a:lnTo>
                    <a:pt x="0" y="60959"/>
                  </a:lnTo>
                  <a:lnTo>
                    <a:pt x="426465" y="261112"/>
                  </a:lnTo>
                  <a:lnTo>
                    <a:pt x="754380" y="551688"/>
                  </a:lnTo>
                  <a:lnTo>
                    <a:pt x="443102" y="0"/>
                  </a:lnTo>
                  <a:close/>
                </a:path>
              </a:pathLst>
            </a:custGeom>
            <a:solidFill>
              <a:srgbClr val="36A2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15338" y="1962150"/>
              <a:ext cx="890143" cy="6159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968754" y="1481708"/>
              <a:ext cx="379095" cy="615315"/>
            </a:xfrm>
            <a:custGeom>
              <a:avLst/>
              <a:gdLst/>
              <a:ahLst/>
              <a:cxnLst/>
              <a:rect l="l" t="t" r="r" b="b"/>
              <a:pathLst>
                <a:path w="379094" h="615314">
                  <a:moveTo>
                    <a:pt x="265810" y="0"/>
                  </a:moveTo>
                  <a:lnTo>
                    <a:pt x="148589" y="256793"/>
                  </a:lnTo>
                  <a:lnTo>
                    <a:pt x="0" y="480440"/>
                  </a:lnTo>
                  <a:lnTo>
                    <a:pt x="278638" y="614933"/>
                  </a:lnTo>
                  <a:lnTo>
                    <a:pt x="378968" y="406526"/>
                  </a:lnTo>
                  <a:lnTo>
                    <a:pt x="265810" y="0"/>
                  </a:lnTo>
                  <a:close/>
                </a:path>
              </a:pathLst>
            </a:custGeom>
            <a:solidFill>
              <a:srgbClr val="B8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12822" y="1978405"/>
              <a:ext cx="311150" cy="600075"/>
            </a:xfrm>
            <a:custGeom>
              <a:avLst/>
              <a:gdLst/>
              <a:ahLst/>
              <a:cxnLst/>
              <a:rect l="l" t="t" r="r" b="b"/>
              <a:pathLst>
                <a:path w="311150" h="600075">
                  <a:moveTo>
                    <a:pt x="17017" y="0"/>
                  </a:moveTo>
                  <a:lnTo>
                    <a:pt x="0" y="99568"/>
                  </a:lnTo>
                  <a:lnTo>
                    <a:pt x="192658" y="599694"/>
                  </a:lnTo>
                  <a:lnTo>
                    <a:pt x="310641" y="454152"/>
                  </a:lnTo>
                  <a:lnTo>
                    <a:pt x="17017" y="0"/>
                  </a:lnTo>
                  <a:close/>
                </a:path>
              </a:pathLst>
            </a:custGeom>
            <a:solidFill>
              <a:srgbClr val="4DB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47392" y="1789810"/>
              <a:ext cx="265430" cy="307340"/>
            </a:xfrm>
            <a:custGeom>
              <a:avLst/>
              <a:gdLst/>
              <a:ahLst/>
              <a:cxnLst/>
              <a:rect l="l" t="t" r="r" b="b"/>
              <a:pathLst>
                <a:path w="265430" h="307339">
                  <a:moveTo>
                    <a:pt x="153162" y="0"/>
                  </a:moveTo>
                  <a:lnTo>
                    <a:pt x="100330" y="98425"/>
                  </a:lnTo>
                  <a:lnTo>
                    <a:pt x="0" y="306831"/>
                  </a:lnTo>
                  <a:lnTo>
                    <a:pt x="265430" y="288163"/>
                  </a:lnTo>
                  <a:lnTo>
                    <a:pt x="178562" y="114808"/>
                  </a:lnTo>
                  <a:lnTo>
                    <a:pt x="222631" y="102362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66C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47722" y="1789810"/>
              <a:ext cx="122300" cy="11480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425954" y="1892173"/>
              <a:ext cx="104139" cy="186055"/>
            </a:xfrm>
            <a:custGeom>
              <a:avLst/>
              <a:gdLst/>
              <a:ahLst/>
              <a:cxnLst/>
              <a:rect l="l" t="t" r="r" b="b"/>
              <a:pathLst>
                <a:path w="104139" h="186055">
                  <a:moveTo>
                    <a:pt x="44068" y="0"/>
                  </a:moveTo>
                  <a:lnTo>
                    <a:pt x="0" y="12446"/>
                  </a:lnTo>
                  <a:lnTo>
                    <a:pt x="86868" y="185800"/>
                  </a:lnTo>
                  <a:lnTo>
                    <a:pt x="103885" y="86232"/>
                  </a:lnTo>
                  <a:lnTo>
                    <a:pt x="44068" y="0"/>
                  </a:lnTo>
                  <a:close/>
                </a:path>
              </a:pathLst>
            </a:custGeom>
            <a:solidFill>
              <a:srgbClr val="178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34564" y="1481708"/>
              <a:ext cx="165989" cy="40652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94204" y="1952282"/>
              <a:ext cx="862164" cy="86216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503932" y="2017014"/>
              <a:ext cx="656590" cy="656590"/>
            </a:xfrm>
            <a:custGeom>
              <a:avLst/>
              <a:gdLst/>
              <a:ahLst/>
              <a:cxnLst/>
              <a:rect l="l" t="t" r="r" b="b"/>
              <a:pathLst>
                <a:path w="656589" h="656589">
                  <a:moveTo>
                    <a:pt x="328168" y="0"/>
                  </a:moveTo>
                  <a:lnTo>
                    <a:pt x="279676" y="3558"/>
                  </a:lnTo>
                  <a:lnTo>
                    <a:pt x="233393" y="13895"/>
                  </a:lnTo>
                  <a:lnTo>
                    <a:pt x="189826" y="30502"/>
                  </a:lnTo>
                  <a:lnTo>
                    <a:pt x="149482" y="52873"/>
                  </a:lnTo>
                  <a:lnTo>
                    <a:pt x="112871" y="80498"/>
                  </a:lnTo>
                  <a:lnTo>
                    <a:pt x="80498" y="112871"/>
                  </a:lnTo>
                  <a:lnTo>
                    <a:pt x="52873" y="149482"/>
                  </a:lnTo>
                  <a:lnTo>
                    <a:pt x="30502" y="189826"/>
                  </a:lnTo>
                  <a:lnTo>
                    <a:pt x="13895" y="233393"/>
                  </a:lnTo>
                  <a:lnTo>
                    <a:pt x="3558" y="279676"/>
                  </a:lnTo>
                  <a:lnTo>
                    <a:pt x="0" y="328168"/>
                  </a:lnTo>
                  <a:lnTo>
                    <a:pt x="3558" y="376627"/>
                  </a:lnTo>
                  <a:lnTo>
                    <a:pt x="13895" y="422885"/>
                  </a:lnTo>
                  <a:lnTo>
                    <a:pt x="30502" y="466431"/>
                  </a:lnTo>
                  <a:lnTo>
                    <a:pt x="52873" y="506758"/>
                  </a:lnTo>
                  <a:lnTo>
                    <a:pt x="80498" y="543358"/>
                  </a:lnTo>
                  <a:lnTo>
                    <a:pt x="112871" y="575722"/>
                  </a:lnTo>
                  <a:lnTo>
                    <a:pt x="149482" y="603341"/>
                  </a:lnTo>
                  <a:lnTo>
                    <a:pt x="189826" y="625708"/>
                  </a:lnTo>
                  <a:lnTo>
                    <a:pt x="233393" y="642314"/>
                  </a:lnTo>
                  <a:lnTo>
                    <a:pt x="279676" y="652650"/>
                  </a:lnTo>
                  <a:lnTo>
                    <a:pt x="328168" y="656209"/>
                  </a:lnTo>
                  <a:lnTo>
                    <a:pt x="376656" y="652650"/>
                  </a:lnTo>
                  <a:lnTo>
                    <a:pt x="422931" y="642314"/>
                  </a:lnTo>
                  <a:lnTo>
                    <a:pt x="466486" y="625708"/>
                  </a:lnTo>
                  <a:lnTo>
                    <a:pt x="506814" y="603341"/>
                  </a:lnTo>
                  <a:lnTo>
                    <a:pt x="543410" y="575722"/>
                  </a:lnTo>
                  <a:lnTo>
                    <a:pt x="575765" y="543358"/>
                  </a:lnTo>
                  <a:lnTo>
                    <a:pt x="603373" y="506758"/>
                  </a:lnTo>
                  <a:lnTo>
                    <a:pt x="625729" y="466431"/>
                  </a:lnTo>
                  <a:lnTo>
                    <a:pt x="642324" y="422885"/>
                  </a:lnTo>
                  <a:lnTo>
                    <a:pt x="652653" y="376627"/>
                  </a:lnTo>
                  <a:lnTo>
                    <a:pt x="656209" y="328168"/>
                  </a:lnTo>
                  <a:lnTo>
                    <a:pt x="652653" y="279676"/>
                  </a:lnTo>
                  <a:lnTo>
                    <a:pt x="642324" y="233393"/>
                  </a:lnTo>
                  <a:lnTo>
                    <a:pt x="625729" y="189826"/>
                  </a:lnTo>
                  <a:lnTo>
                    <a:pt x="603373" y="149482"/>
                  </a:lnTo>
                  <a:lnTo>
                    <a:pt x="575765" y="112871"/>
                  </a:lnTo>
                  <a:lnTo>
                    <a:pt x="543410" y="80498"/>
                  </a:lnTo>
                  <a:lnTo>
                    <a:pt x="506814" y="52873"/>
                  </a:lnTo>
                  <a:lnTo>
                    <a:pt x="466486" y="30502"/>
                  </a:lnTo>
                  <a:lnTo>
                    <a:pt x="422931" y="13895"/>
                  </a:lnTo>
                  <a:lnTo>
                    <a:pt x="376656" y="3558"/>
                  </a:lnTo>
                  <a:lnTo>
                    <a:pt x="328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81732" y="2195067"/>
              <a:ext cx="300736" cy="20993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31642" y="2394585"/>
              <a:ext cx="201040" cy="10071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28515" y="2177732"/>
              <a:ext cx="1621916" cy="78428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70323" y="2307082"/>
              <a:ext cx="1171575" cy="35064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02608" y="2177732"/>
              <a:ext cx="4287266" cy="78428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370323" y="2307082"/>
              <a:ext cx="3784727" cy="35064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076700" y="2177732"/>
              <a:ext cx="6952742" cy="78428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70323" y="2307082"/>
              <a:ext cx="6397879" cy="350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94204" y="4800600"/>
              <a:ext cx="862164" cy="86216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503932" y="4865751"/>
              <a:ext cx="656590" cy="656590"/>
            </a:xfrm>
            <a:custGeom>
              <a:avLst/>
              <a:gdLst/>
              <a:ahLst/>
              <a:cxnLst/>
              <a:rect l="l" t="t" r="r" b="b"/>
              <a:pathLst>
                <a:path w="656589" h="656589">
                  <a:moveTo>
                    <a:pt x="328168" y="0"/>
                  </a:moveTo>
                  <a:lnTo>
                    <a:pt x="279676" y="3555"/>
                  </a:lnTo>
                  <a:lnTo>
                    <a:pt x="233393" y="13884"/>
                  </a:lnTo>
                  <a:lnTo>
                    <a:pt x="189826" y="30479"/>
                  </a:lnTo>
                  <a:lnTo>
                    <a:pt x="149482" y="52835"/>
                  </a:lnTo>
                  <a:lnTo>
                    <a:pt x="112871" y="80443"/>
                  </a:lnTo>
                  <a:lnTo>
                    <a:pt x="80498" y="112798"/>
                  </a:lnTo>
                  <a:lnTo>
                    <a:pt x="52873" y="149394"/>
                  </a:lnTo>
                  <a:lnTo>
                    <a:pt x="30502" y="189722"/>
                  </a:lnTo>
                  <a:lnTo>
                    <a:pt x="13895" y="233277"/>
                  </a:lnTo>
                  <a:lnTo>
                    <a:pt x="3558" y="279552"/>
                  </a:lnTo>
                  <a:lnTo>
                    <a:pt x="0" y="328041"/>
                  </a:lnTo>
                  <a:lnTo>
                    <a:pt x="3558" y="376532"/>
                  </a:lnTo>
                  <a:lnTo>
                    <a:pt x="13895" y="422815"/>
                  </a:lnTo>
                  <a:lnTo>
                    <a:pt x="30502" y="466382"/>
                  </a:lnTo>
                  <a:lnTo>
                    <a:pt x="52873" y="506726"/>
                  </a:lnTo>
                  <a:lnTo>
                    <a:pt x="80498" y="543337"/>
                  </a:lnTo>
                  <a:lnTo>
                    <a:pt x="112871" y="575710"/>
                  </a:lnTo>
                  <a:lnTo>
                    <a:pt x="149482" y="603335"/>
                  </a:lnTo>
                  <a:lnTo>
                    <a:pt x="189826" y="625706"/>
                  </a:lnTo>
                  <a:lnTo>
                    <a:pt x="233393" y="642313"/>
                  </a:lnTo>
                  <a:lnTo>
                    <a:pt x="279676" y="652650"/>
                  </a:lnTo>
                  <a:lnTo>
                    <a:pt x="328168" y="656209"/>
                  </a:lnTo>
                  <a:lnTo>
                    <a:pt x="376656" y="652650"/>
                  </a:lnTo>
                  <a:lnTo>
                    <a:pt x="422931" y="642313"/>
                  </a:lnTo>
                  <a:lnTo>
                    <a:pt x="466486" y="625706"/>
                  </a:lnTo>
                  <a:lnTo>
                    <a:pt x="506814" y="603335"/>
                  </a:lnTo>
                  <a:lnTo>
                    <a:pt x="543410" y="575710"/>
                  </a:lnTo>
                  <a:lnTo>
                    <a:pt x="575765" y="543337"/>
                  </a:lnTo>
                  <a:lnTo>
                    <a:pt x="603373" y="506726"/>
                  </a:lnTo>
                  <a:lnTo>
                    <a:pt x="625729" y="466382"/>
                  </a:lnTo>
                  <a:lnTo>
                    <a:pt x="642324" y="422815"/>
                  </a:lnTo>
                  <a:lnTo>
                    <a:pt x="652653" y="376532"/>
                  </a:lnTo>
                  <a:lnTo>
                    <a:pt x="656209" y="328041"/>
                  </a:lnTo>
                  <a:lnTo>
                    <a:pt x="652653" y="279552"/>
                  </a:lnTo>
                  <a:lnTo>
                    <a:pt x="642324" y="233277"/>
                  </a:lnTo>
                  <a:lnTo>
                    <a:pt x="625729" y="189722"/>
                  </a:lnTo>
                  <a:lnTo>
                    <a:pt x="603373" y="149394"/>
                  </a:lnTo>
                  <a:lnTo>
                    <a:pt x="575765" y="112798"/>
                  </a:lnTo>
                  <a:lnTo>
                    <a:pt x="543410" y="80443"/>
                  </a:lnTo>
                  <a:lnTo>
                    <a:pt x="506814" y="52835"/>
                  </a:lnTo>
                  <a:lnTo>
                    <a:pt x="466486" y="30479"/>
                  </a:lnTo>
                  <a:lnTo>
                    <a:pt x="422931" y="13884"/>
                  </a:lnTo>
                  <a:lnTo>
                    <a:pt x="376656" y="3555"/>
                  </a:lnTo>
                  <a:lnTo>
                    <a:pt x="328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639441" y="5057775"/>
              <a:ext cx="385190" cy="272161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758948" y="5118734"/>
              <a:ext cx="266065" cy="211454"/>
            </a:xfrm>
            <a:custGeom>
              <a:avLst/>
              <a:gdLst/>
              <a:ahLst/>
              <a:cxnLst/>
              <a:rect l="l" t="t" r="r" b="b"/>
              <a:pathLst>
                <a:path w="266064" h="211454">
                  <a:moveTo>
                    <a:pt x="192277" y="0"/>
                  </a:moveTo>
                  <a:lnTo>
                    <a:pt x="229076" y="34289"/>
                  </a:lnTo>
                  <a:lnTo>
                    <a:pt x="261112" y="73151"/>
                  </a:lnTo>
                  <a:lnTo>
                    <a:pt x="265683" y="80898"/>
                  </a:lnTo>
                  <a:lnTo>
                    <a:pt x="261112" y="88518"/>
                  </a:lnTo>
                  <a:lnTo>
                    <a:pt x="223314" y="133952"/>
                  </a:lnTo>
                  <a:lnTo>
                    <a:pt x="183095" y="169516"/>
                  </a:lnTo>
                  <a:lnTo>
                    <a:pt x="132165" y="198941"/>
                  </a:lnTo>
                  <a:lnTo>
                    <a:pt x="73151" y="211200"/>
                  </a:lnTo>
                  <a:lnTo>
                    <a:pt x="54131" y="209728"/>
                  </a:lnTo>
                  <a:lnTo>
                    <a:pt x="35480" y="206089"/>
                  </a:lnTo>
                  <a:lnTo>
                    <a:pt x="17377" y="200306"/>
                  </a:lnTo>
                  <a:lnTo>
                    <a:pt x="0" y="192404"/>
                  </a:lnTo>
                  <a:lnTo>
                    <a:pt x="20827" y="171703"/>
                  </a:lnTo>
                  <a:lnTo>
                    <a:pt x="33361" y="176748"/>
                  </a:lnTo>
                  <a:lnTo>
                    <a:pt x="46323" y="180435"/>
                  </a:lnTo>
                  <a:lnTo>
                    <a:pt x="59618" y="182741"/>
                  </a:lnTo>
                  <a:lnTo>
                    <a:pt x="73151" y="183641"/>
                  </a:lnTo>
                  <a:lnTo>
                    <a:pt x="127041" y="171124"/>
                  </a:lnTo>
                  <a:lnTo>
                    <a:pt x="173847" y="141700"/>
                  </a:lnTo>
                  <a:lnTo>
                    <a:pt x="210151" y="107561"/>
                  </a:lnTo>
                  <a:lnTo>
                    <a:pt x="232537" y="80898"/>
                  </a:lnTo>
                  <a:lnTo>
                    <a:pt x="218920" y="64261"/>
                  </a:lnTo>
                  <a:lnTo>
                    <a:pt x="204374" y="48482"/>
                  </a:lnTo>
                  <a:lnTo>
                    <a:pt x="188924" y="33607"/>
                  </a:lnTo>
                  <a:lnTo>
                    <a:pt x="172593" y="19684"/>
                  </a:lnTo>
                  <a:lnTo>
                    <a:pt x="192277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667825" y="5092128"/>
              <a:ext cx="220218" cy="17271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639441" y="5057775"/>
              <a:ext cx="316230" cy="265430"/>
            </a:xfrm>
            <a:custGeom>
              <a:avLst/>
              <a:gdLst/>
              <a:ahLst/>
              <a:cxnLst/>
              <a:rect l="l" t="t" r="r" b="b"/>
              <a:pathLst>
                <a:path w="316230" h="265429">
                  <a:moveTo>
                    <a:pt x="300863" y="0"/>
                  </a:moveTo>
                  <a:lnTo>
                    <a:pt x="304419" y="0"/>
                  </a:lnTo>
                  <a:lnTo>
                    <a:pt x="307975" y="1269"/>
                  </a:lnTo>
                  <a:lnTo>
                    <a:pt x="310641" y="3937"/>
                  </a:lnTo>
                  <a:lnTo>
                    <a:pt x="315975" y="9398"/>
                  </a:lnTo>
                  <a:lnTo>
                    <a:pt x="315975" y="18033"/>
                  </a:lnTo>
                  <a:lnTo>
                    <a:pt x="310641" y="23494"/>
                  </a:lnTo>
                  <a:lnTo>
                    <a:pt x="240537" y="93472"/>
                  </a:lnTo>
                  <a:lnTo>
                    <a:pt x="249427" y="102362"/>
                  </a:lnTo>
                  <a:lnTo>
                    <a:pt x="261197" y="127011"/>
                  </a:lnTo>
                  <a:lnTo>
                    <a:pt x="262524" y="153352"/>
                  </a:lnTo>
                  <a:lnTo>
                    <a:pt x="253874" y="178264"/>
                  </a:lnTo>
                  <a:lnTo>
                    <a:pt x="235711" y="198628"/>
                  </a:lnTo>
                  <a:lnTo>
                    <a:pt x="217451" y="208448"/>
                  </a:lnTo>
                  <a:lnTo>
                    <a:pt x="197834" y="212328"/>
                  </a:lnTo>
                  <a:lnTo>
                    <a:pt x="178169" y="210468"/>
                  </a:lnTo>
                  <a:lnTo>
                    <a:pt x="159765" y="203072"/>
                  </a:lnTo>
                  <a:lnTo>
                    <a:pt x="144525" y="189484"/>
                  </a:lnTo>
                  <a:lnTo>
                    <a:pt x="74294" y="259715"/>
                  </a:lnTo>
                  <a:lnTo>
                    <a:pt x="68960" y="265175"/>
                  </a:lnTo>
                  <a:lnTo>
                    <a:pt x="60197" y="265175"/>
                  </a:lnTo>
                  <a:lnTo>
                    <a:pt x="54863" y="259715"/>
                  </a:lnTo>
                  <a:lnTo>
                    <a:pt x="49529" y="254381"/>
                  </a:lnTo>
                  <a:lnTo>
                    <a:pt x="49529" y="245744"/>
                  </a:lnTo>
                  <a:lnTo>
                    <a:pt x="54863" y="240284"/>
                  </a:lnTo>
                  <a:lnTo>
                    <a:pt x="73278" y="221869"/>
                  </a:lnTo>
                  <a:lnTo>
                    <a:pt x="5206" y="149606"/>
                  </a:lnTo>
                  <a:lnTo>
                    <a:pt x="0" y="141858"/>
                  </a:lnTo>
                  <a:lnTo>
                    <a:pt x="4698" y="134112"/>
                  </a:lnTo>
                  <a:lnTo>
                    <a:pt x="15614" y="119415"/>
                  </a:lnTo>
                  <a:lnTo>
                    <a:pt x="42496" y="88778"/>
                  </a:lnTo>
                  <a:lnTo>
                    <a:pt x="82715" y="53233"/>
                  </a:lnTo>
                  <a:lnTo>
                    <a:pt x="133645" y="23815"/>
                  </a:lnTo>
                  <a:lnTo>
                    <a:pt x="192658" y="11556"/>
                  </a:lnTo>
                  <a:lnTo>
                    <a:pt x="202820" y="12037"/>
                  </a:lnTo>
                  <a:lnTo>
                    <a:pt x="212899" y="13112"/>
                  </a:lnTo>
                  <a:lnTo>
                    <a:pt x="222859" y="14807"/>
                  </a:lnTo>
                  <a:lnTo>
                    <a:pt x="232663" y="17144"/>
                  </a:lnTo>
                  <a:lnTo>
                    <a:pt x="264921" y="30225"/>
                  </a:lnTo>
                  <a:lnTo>
                    <a:pt x="291210" y="3937"/>
                  </a:lnTo>
                  <a:lnTo>
                    <a:pt x="293877" y="1269"/>
                  </a:lnTo>
                  <a:lnTo>
                    <a:pt x="297433" y="0"/>
                  </a:lnTo>
                  <a:lnTo>
                    <a:pt x="300863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42815" y="3349802"/>
              <a:ext cx="2592197" cy="95905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94403" y="3478529"/>
              <a:ext cx="2122170" cy="521335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4745228" y="3544316"/>
            <a:ext cx="1622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marR="5080" indent="-57658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Arial"/>
                <a:cs typeface="Arial"/>
              </a:rPr>
              <a:t>¿Cómo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se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recolectan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los </a:t>
            </a:r>
            <a:r>
              <a:rPr sz="1200" spc="-10" dirty="0">
                <a:latin typeface="Arial"/>
                <a:cs typeface="Arial"/>
              </a:rPr>
              <a:t>datos?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219955" y="2510027"/>
            <a:ext cx="2590800" cy="3045460"/>
            <a:chOff x="4219955" y="2510027"/>
            <a:chExt cx="2590800" cy="3045460"/>
          </a:xfrm>
        </p:grpSpPr>
        <p:pic>
          <p:nvPicPr>
            <p:cNvPr id="76" name="object 7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11139" y="3852672"/>
              <a:ext cx="890562" cy="170243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545963" y="3980814"/>
              <a:ext cx="454533" cy="125120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19955" y="2510027"/>
              <a:ext cx="2590673" cy="99441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471373" y="2638678"/>
              <a:ext cx="2122021" cy="556513"/>
            </a:xfrm>
            <a:prstGeom prst="rect">
              <a:avLst/>
            </a:prstGeom>
          </p:spPr>
        </p:pic>
      </p:grpSp>
      <p:sp>
        <p:nvSpPr>
          <p:cNvPr id="80" name="object 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85" dirty="0">
                <a:solidFill>
                  <a:srgbClr val="000000"/>
                </a:solidFill>
              </a:rPr>
              <a:t>¿Por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qué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es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45" dirty="0">
                <a:solidFill>
                  <a:srgbClr val="000000"/>
                </a:solidFill>
              </a:rPr>
              <a:t>tan</a:t>
            </a:r>
            <a:r>
              <a:rPr sz="3000" spc="-235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difícil?</a:t>
            </a:r>
            <a:endParaRPr sz="3000"/>
          </a:p>
        </p:txBody>
      </p:sp>
      <p:sp>
        <p:nvSpPr>
          <p:cNvPr id="81" name="object 81"/>
          <p:cNvSpPr txBox="1"/>
          <p:nvPr/>
        </p:nvSpPr>
        <p:spPr>
          <a:xfrm>
            <a:off x="4766817" y="2721990"/>
            <a:ext cx="153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925" marR="5080" indent="-530860">
              <a:lnSpc>
                <a:spcPct val="100000"/>
              </a:lnSpc>
              <a:spcBef>
                <a:spcPts val="100"/>
              </a:spcBef>
            </a:pPr>
            <a:r>
              <a:rPr sz="1200" spc="-130" dirty="0">
                <a:latin typeface="Arial"/>
                <a:cs typeface="Arial"/>
              </a:rPr>
              <a:t>¿Qué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estoy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tratando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 </a:t>
            </a:r>
            <a:r>
              <a:rPr sz="1200" spc="-10" dirty="0">
                <a:latin typeface="Arial"/>
                <a:cs typeface="Arial"/>
              </a:rPr>
              <a:t>hacer?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833616" y="2510027"/>
            <a:ext cx="2590800" cy="994410"/>
            <a:chOff x="6833616" y="2510027"/>
            <a:chExt cx="2590800" cy="994410"/>
          </a:xfrm>
        </p:grpSpPr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833616" y="2510027"/>
              <a:ext cx="2590673" cy="99441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84441" y="2638678"/>
              <a:ext cx="2122169" cy="556513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7264400" y="2813430"/>
            <a:ext cx="1764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30" dirty="0">
                <a:latin typeface="Arial"/>
                <a:cs typeface="Arial"/>
              </a:rPr>
              <a:t>¿Qué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“datos”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necesitan?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445752" y="2510027"/>
            <a:ext cx="2592705" cy="994410"/>
            <a:chOff x="9445752" y="2510027"/>
            <a:chExt cx="2592705" cy="994410"/>
          </a:xfrm>
        </p:grpSpPr>
        <p:pic>
          <p:nvPicPr>
            <p:cNvPr id="87" name="object 8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445752" y="2510027"/>
              <a:ext cx="2592197" cy="99441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97593" y="2638678"/>
              <a:ext cx="2122170" cy="556513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9832085" y="2721990"/>
            <a:ext cx="185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730" marR="5080" indent="-49403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Arial"/>
                <a:cs typeface="Arial"/>
              </a:rPr>
              <a:t>¿Cómo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los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uso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para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resolver el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problema?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080004" y="5518658"/>
            <a:ext cx="9112250" cy="1340485"/>
            <a:chOff x="3080004" y="5518658"/>
            <a:chExt cx="9112250" cy="1340485"/>
          </a:xfrm>
        </p:grpSpPr>
        <p:pic>
          <p:nvPicPr>
            <p:cNvPr id="91" name="object 9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3080004" y="5518658"/>
              <a:ext cx="9112250" cy="560705"/>
            </a:xfrm>
            <a:custGeom>
              <a:avLst/>
              <a:gdLst/>
              <a:ahLst/>
              <a:cxnLst/>
              <a:rect l="l" t="t" r="r" b="b"/>
              <a:pathLst>
                <a:path w="9112250" h="560704">
                  <a:moveTo>
                    <a:pt x="9111996" y="0"/>
                  </a:moveTo>
                  <a:lnTo>
                    <a:pt x="280161" y="0"/>
                  </a:lnTo>
                  <a:lnTo>
                    <a:pt x="234728" y="3668"/>
                  </a:lnTo>
                  <a:lnTo>
                    <a:pt x="191625" y="14287"/>
                  </a:lnTo>
                  <a:lnTo>
                    <a:pt x="151430" y="31281"/>
                  </a:lnTo>
                  <a:lnTo>
                    <a:pt x="114720" y="54071"/>
                  </a:lnTo>
                  <a:lnTo>
                    <a:pt x="82073" y="82081"/>
                  </a:lnTo>
                  <a:lnTo>
                    <a:pt x="54067" y="114734"/>
                  </a:lnTo>
                  <a:lnTo>
                    <a:pt x="31279" y="151452"/>
                  </a:lnTo>
                  <a:lnTo>
                    <a:pt x="14286" y="191658"/>
                  </a:lnTo>
                  <a:lnTo>
                    <a:pt x="3668" y="234775"/>
                  </a:lnTo>
                  <a:lnTo>
                    <a:pt x="0" y="280225"/>
                  </a:lnTo>
                  <a:lnTo>
                    <a:pt x="3668" y="325671"/>
                  </a:lnTo>
                  <a:lnTo>
                    <a:pt x="14286" y="368783"/>
                  </a:lnTo>
                  <a:lnTo>
                    <a:pt x="31279" y="408984"/>
                  </a:lnTo>
                  <a:lnTo>
                    <a:pt x="54067" y="445697"/>
                  </a:lnTo>
                  <a:lnTo>
                    <a:pt x="82073" y="478345"/>
                  </a:lnTo>
                  <a:lnTo>
                    <a:pt x="114720" y="506351"/>
                  </a:lnTo>
                  <a:lnTo>
                    <a:pt x="151430" y="529137"/>
                  </a:lnTo>
                  <a:lnTo>
                    <a:pt x="191625" y="546128"/>
                  </a:lnTo>
                  <a:lnTo>
                    <a:pt x="234728" y="556745"/>
                  </a:lnTo>
                  <a:lnTo>
                    <a:pt x="280161" y="560412"/>
                  </a:lnTo>
                  <a:lnTo>
                    <a:pt x="9111996" y="560412"/>
                  </a:lnTo>
                  <a:lnTo>
                    <a:pt x="9111996" y="0"/>
                  </a:lnTo>
                  <a:close/>
                </a:path>
              </a:pathLst>
            </a:custGeom>
            <a:solidFill>
              <a:srgbClr val="D9D9D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341623" y="5043296"/>
            <a:ext cx="3391535" cy="922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Arial"/>
                <a:cs typeface="Arial"/>
              </a:rPr>
              <a:t>Detalles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subyacentes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90" dirty="0">
                <a:latin typeface="Arial"/>
                <a:cs typeface="Arial"/>
              </a:rPr>
              <a:t>Al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60" dirty="0">
                <a:latin typeface="Arial"/>
                <a:cs typeface="Arial"/>
              </a:rPr>
              <a:t>implementar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las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soluciones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065134" y="5543499"/>
            <a:ext cx="3758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4B4B4B"/>
                </a:solidFill>
                <a:latin typeface="Arial"/>
                <a:cs typeface="Arial"/>
              </a:rPr>
              <a:t>Hay</a:t>
            </a:r>
            <a:r>
              <a:rPr sz="16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6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B4B4B"/>
                </a:solidFill>
                <a:latin typeface="Arial"/>
                <a:cs typeface="Arial"/>
              </a:rPr>
              <a:t>resolver</a:t>
            </a:r>
            <a:r>
              <a:rPr sz="16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6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4B4B4B"/>
                </a:solidFill>
                <a:latin typeface="Arial"/>
                <a:cs typeface="Arial"/>
              </a:rPr>
              <a:t>grandes</a:t>
            </a:r>
            <a:r>
              <a:rPr sz="16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4B4B4B"/>
                </a:solidFill>
                <a:latin typeface="Arial"/>
                <a:cs typeface="Arial"/>
              </a:rPr>
              <a:t>desafíos</a:t>
            </a:r>
            <a:r>
              <a:rPr sz="16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600" dirty="0">
                <a:solidFill>
                  <a:srgbClr val="4B4B4B"/>
                </a:solidFill>
                <a:latin typeface="Arial"/>
                <a:cs typeface="Arial"/>
              </a:rPr>
              <a:t>obtener</a:t>
            </a:r>
            <a:r>
              <a:rPr sz="16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B4B4B"/>
                </a:solidFill>
                <a:latin typeface="Arial"/>
                <a:cs typeface="Arial"/>
              </a:rPr>
              <a:t>éxito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3080004" y="1481708"/>
            <a:ext cx="9112250" cy="4476115"/>
            <a:chOff x="3080004" y="1481708"/>
            <a:chExt cx="9112250" cy="4476115"/>
          </a:xfrm>
        </p:grpSpPr>
        <p:sp>
          <p:nvSpPr>
            <p:cNvPr id="97" name="object 97"/>
            <p:cNvSpPr/>
            <p:nvPr/>
          </p:nvSpPr>
          <p:spPr>
            <a:xfrm>
              <a:off x="7310627" y="5644984"/>
              <a:ext cx="0" cy="307975"/>
            </a:xfrm>
            <a:custGeom>
              <a:avLst/>
              <a:gdLst/>
              <a:ahLst/>
              <a:cxnLst/>
              <a:rect l="l" t="t" r="r" b="b"/>
              <a:pathLst>
                <a:path h="307975">
                  <a:moveTo>
                    <a:pt x="0" y="0"/>
                  </a:moveTo>
                  <a:lnTo>
                    <a:pt x="0" y="307784"/>
                  </a:lnTo>
                </a:path>
              </a:pathLst>
            </a:custGeom>
            <a:ln w="9525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080004" y="1481708"/>
              <a:ext cx="9112250" cy="560705"/>
            </a:xfrm>
            <a:custGeom>
              <a:avLst/>
              <a:gdLst/>
              <a:ahLst/>
              <a:cxnLst/>
              <a:rect l="l" t="t" r="r" b="b"/>
              <a:pathLst>
                <a:path w="9112250" h="560705">
                  <a:moveTo>
                    <a:pt x="9111996" y="0"/>
                  </a:moveTo>
                  <a:lnTo>
                    <a:pt x="280161" y="0"/>
                  </a:lnTo>
                  <a:lnTo>
                    <a:pt x="234728" y="3664"/>
                  </a:lnTo>
                  <a:lnTo>
                    <a:pt x="191625" y="14274"/>
                  </a:lnTo>
                  <a:lnTo>
                    <a:pt x="151430" y="31255"/>
                  </a:lnTo>
                  <a:lnTo>
                    <a:pt x="114720" y="54030"/>
                  </a:lnTo>
                  <a:lnTo>
                    <a:pt x="82073" y="82026"/>
                  </a:lnTo>
                  <a:lnTo>
                    <a:pt x="54067" y="114665"/>
                  </a:lnTo>
                  <a:lnTo>
                    <a:pt x="31279" y="151374"/>
                  </a:lnTo>
                  <a:lnTo>
                    <a:pt x="14286" y="191576"/>
                  </a:lnTo>
                  <a:lnTo>
                    <a:pt x="3668" y="234697"/>
                  </a:lnTo>
                  <a:lnTo>
                    <a:pt x="0" y="280162"/>
                  </a:lnTo>
                  <a:lnTo>
                    <a:pt x="3668" y="325595"/>
                  </a:lnTo>
                  <a:lnTo>
                    <a:pt x="14286" y="368698"/>
                  </a:lnTo>
                  <a:lnTo>
                    <a:pt x="31279" y="408893"/>
                  </a:lnTo>
                  <a:lnTo>
                    <a:pt x="54067" y="445603"/>
                  </a:lnTo>
                  <a:lnTo>
                    <a:pt x="82073" y="478250"/>
                  </a:lnTo>
                  <a:lnTo>
                    <a:pt x="114720" y="506256"/>
                  </a:lnTo>
                  <a:lnTo>
                    <a:pt x="151430" y="529044"/>
                  </a:lnTo>
                  <a:lnTo>
                    <a:pt x="191625" y="546037"/>
                  </a:lnTo>
                  <a:lnTo>
                    <a:pt x="234728" y="556655"/>
                  </a:lnTo>
                  <a:lnTo>
                    <a:pt x="280161" y="560324"/>
                  </a:lnTo>
                  <a:lnTo>
                    <a:pt x="9111996" y="560324"/>
                  </a:lnTo>
                  <a:lnTo>
                    <a:pt x="9111996" y="0"/>
                  </a:lnTo>
                  <a:close/>
                </a:path>
              </a:pathLst>
            </a:custGeom>
            <a:solidFill>
              <a:srgbClr val="D9D9D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341623" y="1597278"/>
            <a:ext cx="2901315" cy="8839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90" dirty="0">
                <a:latin typeface="Arial"/>
                <a:cs typeface="Arial"/>
              </a:rPr>
              <a:t>Al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55" dirty="0">
                <a:latin typeface="Arial"/>
                <a:cs typeface="Arial"/>
              </a:rPr>
              <a:t>explorar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las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soluciones</a:t>
            </a:r>
            <a:endParaRPr sz="20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2190"/>
              </a:spcBef>
            </a:pPr>
            <a:r>
              <a:rPr sz="1800" b="1" spc="-10" dirty="0">
                <a:latin typeface="Arial"/>
                <a:cs typeface="Arial"/>
              </a:rPr>
              <a:t>Visible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325739" y="1505838"/>
            <a:ext cx="34982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4B4B4B"/>
                </a:solidFill>
                <a:latin typeface="Arial"/>
                <a:cs typeface="Arial"/>
              </a:rPr>
              <a:t>Normalmente</a:t>
            </a:r>
            <a:r>
              <a:rPr sz="16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4B4B4B"/>
                </a:solidFill>
                <a:latin typeface="Arial"/>
                <a:cs typeface="Arial"/>
              </a:rPr>
              <a:t>solo</a:t>
            </a:r>
            <a:r>
              <a:rPr sz="16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sz="16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4B4B4B"/>
                </a:solidFill>
                <a:latin typeface="Arial"/>
                <a:cs typeface="Arial"/>
              </a:rPr>
              <a:t>hacen</a:t>
            </a:r>
            <a:r>
              <a:rPr sz="16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4B4B4B"/>
                </a:solidFill>
                <a:latin typeface="Arial"/>
                <a:cs typeface="Arial"/>
              </a:rPr>
              <a:t>unas</a:t>
            </a:r>
            <a:r>
              <a:rPr sz="16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"/>
                <a:cs typeface="Arial"/>
              </a:rPr>
              <a:t>pocas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600" spc="-10" dirty="0">
                <a:solidFill>
                  <a:srgbClr val="4B4B4B"/>
                </a:solidFill>
                <a:latin typeface="Arial"/>
                <a:cs typeface="Arial"/>
              </a:rPr>
              <a:t>preguntas</a:t>
            </a:r>
            <a:r>
              <a:rPr sz="16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"/>
                <a:cs typeface="Arial"/>
              </a:rPr>
              <a:t>sencillas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833616" y="1603184"/>
            <a:ext cx="2590800" cy="2705735"/>
            <a:chOff x="6833616" y="1603184"/>
            <a:chExt cx="2590800" cy="2705735"/>
          </a:xfrm>
        </p:grpSpPr>
        <p:sp>
          <p:nvSpPr>
            <p:cNvPr id="102" name="object 102"/>
            <p:cNvSpPr/>
            <p:nvPr/>
          </p:nvSpPr>
          <p:spPr>
            <a:xfrm>
              <a:off x="7310628" y="1607947"/>
              <a:ext cx="0" cy="307975"/>
            </a:xfrm>
            <a:custGeom>
              <a:avLst/>
              <a:gdLst/>
              <a:ahLst/>
              <a:cxnLst/>
              <a:rect l="l" t="t" r="r" b="b"/>
              <a:pathLst>
                <a:path h="307975">
                  <a:moveTo>
                    <a:pt x="0" y="0"/>
                  </a:moveTo>
                  <a:lnTo>
                    <a:pt x="0" y="307848"/>
                  </a:lnTo>
                </a:path>
              </a:pathLst>
            </a:custGeom>
            <a:ln w="9525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833616" y="3349802"/>
              <a:ext cx="2590673" cy="95905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084441" y="3478529"/>
              <a:ext cx="2122169" cy="521335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7330820" y="3468116"/>
            <a:ext cx="1631950" cy="513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1200"/>
              </a:lnSpc>
              <a:spcBef>
                <a:spcPts val="340"/>
              </a:spcBef>
            </a:pPr>
            <a:r>
              <a:rPr sz="1200" spc="-80" dirty="0">
                <a:latin typeface="Arial"/>
                <a:cs typeface="Arial"/>
              </a:rPr>
              <a:t>¿Cómo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almacenan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los </a:t>
            </a:r>
            <a:r>
              <a:rPr sz="1200" spc="-10" dirty="0">
                <a:latin typeface="Arial"/>
                <a:cs typeface="Arial"/>
              </a:rPr>
              <a:t>datos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cómo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se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obtiene </a:t>
            </a:r>
            <a:r>
              <a:rPr sz="1200" spc="-20" dirty="0">
                <a:latin typeface="Arial"/>
                <a:cs typeface="Arial"/>
              </a:rPr>
              <a:t>acceso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ellos?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448800" y="3354374"/>
            <a:ext cx="2590800" cy="959485"/>
            <a:chOff x="9448800" y="3354374"/>
            <a:chExt cx="2590800" cy="959485"/>
          </a:xfrm>
        </p:grpSpPr>
        <p:pic>
          <p:nvPicPr>
            <p:cNvPr id="107" name="object 10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448800" y="3354374"/>
              <a:ext cx="2590673" cy="95905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699752" y="3482720"/>
              <a:ext cx="2122170" cy="521334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10065511" y="3548633"/>
            <a:ext cx="1393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Arial"/>
                <a:cs typeface="Arial"/>
              </a:rPr>
              <a:t>¿Cómo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protegen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 </a:t>
            </a:r>
            <a:r>
              <a:rPr sz="1200" spc="-20" dirty="0">
                <a:latin typeface="Arial"/>
                <a:cs typeface="Arial"/>
              </a:rPr>
              <a:t>gobiernan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datos?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4223003" y="4037126"/>
            <a:ext cx="2590800" cy="959485"/>
            <a:chOff x="4223003" y="4037126"/>
            <a:chExt cx="2590800" cy="959485"/>
          </a:xfrm>
        </p:grpSpPr>
        <p:pic>
          <p:nvPicPr>
            <p:cNvPr id="111" name="object 11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223003" y="4037126"/>
              <a:ext cx="2590673" cy="95905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474082" y="4165219"/>
              <a:ext cx="2122169" cy="521335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4601336" y="4155185"/>
            <a:ext cx="1868805" cy="513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1200"/>
              </a:lnSpc>
              <a:spcBef>
                <a:spcPts val="340"/>
              </a:spcBef>
            </a:pPr>
            <a:r>
              <a:rPr sz="1200" spc="-130" dirty="0">
                <a:latin typeface="Arial"/>
                <a:cs typeface="Arial"/>
              </a:rPr>
              <a:t>¿Qué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contexto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necesitan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los </a:t>
            </a:r>
            <a:r>
              <a:rPr sz="1200" spc="-10" dirty="0">
                <a:latin typeface="Arial"/>
                <a:cs typeface="Arial"/>
              </a:rPr>
              <a:t>datos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para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que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puedan comprenderse?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5469635" y="3852671"/>
            <a:ext cx="3957954" cy="1702435"/>
            <a:chOff x="5469635" y="3852671"/>
            <a:chExt cx="3957954" cy="1702435"/>
          </a:xfrm>
        </p:grpSpPr>
        <p:pic>
          <p:nvPicPr>
            <p:cNvPr id="115" name="object 11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469635" y="3852671"/>
              <a:ext cx="2906394" cy="170243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724270" y="3980814"/>
              <a:ext cx="2430779" cy="125120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835139" y="4052366"/>
              <a:ext cx="2592197" cy="95905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087107" y="4180966"/>
              <a:ext cx="2122170" cy="521207"/>
            </a:xfrm>
            <a:prstGeom prst="rect">
              <a:avLst/>
            </a:prstGeom>
          </p:spPr>
        </p:pic>
      </p:grpSp>
      <p:sp>
        <p:nvSpPr>
          <p:cNvPr id="119" name="object 119"/>
          <p:cNvSpPr txBox="1"/>
          <p:nvPr/>
        </p:nvSpPr>
        <p:spPr>
          <a:xfrm>
            <a:off x="7202551" y="4246879"/>
            <a:ext cx="18916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935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latin typeface="Arial"/>
                <a:cs typeface="Arial"/>
              </a:rPr>
              <a:t>¿Cómo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las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diferentes aplicaciones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usan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los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datos?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443728" y="3855720"/>
            <a:ext cx="6594475" cy="1699895"/>
            <a:chOff x="5443728" y="3855720"/>
            <a:chExt cx="6594475" cy="1699895"/>
          </a:xfrm>
        </p:grpSpPr>
        <p:pic>
          <p:nvPicPr>
            <p:cNvPr id="121" name="object 12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443728" y="3855720"/>
              <a:ext cx="5573395" cy="169951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724271" y="3985006"/>
              <a:ext cx="5046090" cy="124701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445752" y="4049318"/>
              <a:ext cx="2592197" cy="95905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697593" y="4178554"/>
              <a:ext cx="2122170" cy="521334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10281284" y="4335907"/>
            <a:ext cx="9569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Muchas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más…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055617" y="6507174"/>
            <a:ext cx="25012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  <a:tabLst>
                <a:tab pos="2432050" algn="l"/>
              </a:tabLst>
            </a:pP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PUBLIC</a:t>
            </a:r>
            <a:r>
              <a:rPr sz="700" spc="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500" b="1" spc="-82" baseline="-5555" dirty="0">
                <a:latin typeface="Arial"/>
                <a:cs typeface="Arial"/>
              </a:rPr>
              <a:t>6</a:t>
            </a:r>
            <a:endParaRPr sz="1500" baseline="-5555">
              <a:latin typeface="Arial"/>
              <a:cs typeface="Arial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28" name="object 128"/>
          <p:cNvSpPr txBox="1"/>
          <p:nvPr/>
        </p:nvSpPr>
        <p:spPr>
          <a:xfrm>
            <a:off x="3983482" y="6517944"/>
            <a:ext cx="22802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4B4B4B"/>
                </a:solidFill>
                <a:latin typeface="Arial"/>
                <a:cs typeface="Arial"/>
              </a:rPr>
              <a:t>PÚBLICO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" y="3949636"/>
            <a:ext cx="12191999" cy="20717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85" dirty="0">
                <a:solidFill>
                  <a:srgbClr val="000000"/>
                </a:solidFill>
              </a:rPr>
              <a:t>¿Por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qué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65" dirty="0">
                <a:solidFill>
                  <a:srgbClr val="000000"/>
                </a:solidFill>
              </a:rPr>
              <a:t>necesita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210" dirty="0">
                <a:solidFill>
                  <a:srgbClr val="000000"/>
                </a:solidFill>
              </a:rPr>
              <a:t>un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concentrador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80" dirty="0">
                <a:solidFill>
                  <a:srgbClr val="000000"/>
                </a:solidFill>
              </a:rPr>
              <a:t>datos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90" dirty="0">
                <a:solidFill>
                  <a:srgbClr val="000000"/>
                </a:solidFill>
              </a:rPr>
              <a:t>industrial?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60654" y="917524"/>
            <a:ext cx="75799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Proporcionando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DataOps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permitiendo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agilidad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propiedad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36" y="1293825"/>
            <a:ext cx="12183110" cy="4735195"/>
            <a:chOff x="9236" y="1293825"/>
            <a:chExt cx="12183110" cy="47351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6" y="3956989"/>
              <a:ext cx="12182763" cy="20717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543" y="1293825"/>
              <a:ext cx="11907139" cy="43816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749" y="1513459"/>
              <a:ext cx="11428730" cy="3903345"/>
            </a:xfrm>
            <a:custGeom>
              <a:avLst/>
              <a:gdLst/>
              <a:ahLst/>
              <a:cxnLst/>
              <a:rect l="l" t="t" r="r" b="b"/>
              <a:pathLst>
                <a:path w="11428730" h="3903345">
                  <a:moveTo>
                    <a:pt x="11020056" y="0"/>
                  </a:moveTo>
                  <a:lnTo>
                    <a:pt x="0" y="0"/>
                  </a:lnTo>
                  <a:lnTo>
                    <a:pt x="0" y="3494913"/>
                  </a:lnTo>
                  <a:lnTo>
                    <a:pt x="408393" y="3903344"/>
                  </a:lnTo>
                  <a:lnTo>
                    <a:pt x="11428488" y="3903344"/>
                  </a:lnTo>
                  <a:lnTo>
                    <a:pt x="11428488" y="408431"/>
                  </a:lnTo>
                  <a:lnTo>
                    <a:pt x="11020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8832" y="3957320"/>
            <a:ext cx="246634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95"/>
              </a:spcBef>
            </a:pP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conecta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a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variedad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fuentes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10" dirty="0">
                <a:solidFill>
                  <a:srgbClr val="4B4B4B"/>
                </a:solidFill>
                <a:latin typeface="Arial"/>
                <a:cs typeface="Arial"/>
              </a:rPr>
              <a:t>OT,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ET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sz="13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IT.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Proporciona</a:t>
            </a:r>
            <a:r>
              <a:rPr sz="1300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capacidades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escalables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transformación,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contextualización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modelado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0574" y="2820415"/>
            <a:ext cx="122491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72085">
              <a:lnSpc>
                <a:spcPts val="1989"/>
              </a:lnSpc>
              <a:spcBef>
                <a:spcPts val="305"/>
              </a:spcBef>
            </a:pPr>
            <a:r>
              <a:rPr sz="1800" b="1" spc="-10" dirty="0">
                <a:latin typeface="Arial"/>
                <a:cs typeface="Arial"/>
              </a:rPr>
              <a:t>DataOps </a:t>
            </a:r>
            <a:r>
              <a:rPr sz="1800" b="1" spc="-65" dirty="0">
                <a:latin typeface="Arial"/>
                <a:cs typeface="Arial"/>
              </a:rPr>
              <a:t>industriales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7994" y="3957320"/>
            <a:ext cx="237299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Facilita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la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construcción</a:t>
            </a:r>
            <a:r>
              <a:rPr sz="1300" spc="-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productos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industriales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capacidades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esenciales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para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acceder,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manipular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obtener perspectivas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partir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datos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industriales.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4848" y="2820415"/>
            <a:ext cx="189293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47345" marR="5080" indent="-335280">
              <a:lnSpc>
                <a:spcPts val="1989"/>
              </a:lnSpc>
              <a:spcBef>
                <a:spcPts val="305"/>
              </a:spcBef>
            </a:pPr>
            <a:r>
              <a:rPr sz="1800" b="1" spc="-70" dirty="0">
                <a:latin typeface="Arial"/>
                <a:cs typeface="Arial"/>
              </a:rPr>
              <a:t>Producto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de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datos </a:t>
            </a:r>
            <a:r>
              <a:rPr sz="1800" b="1" spc="-10" dirty="0">
                <a:latin typeface="Arial"/>
                <a:cs typeface="Arial"/>
              </a:rPr>
              <a:t>industriales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6365" y="3957320"/>
            <a:ext cx="25247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Promueve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responsabilidad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las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funciones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45" dirty="0">
                <a:solidFill>
                  <a:srgbClr val="4B4B4B"/>
                </a:solidFill>
                <a:latin typeface="Arial"/>
                <a:cs typeface="Arial"/>
              </a:rPr>
              <a:t>OT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mayor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independencia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menos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gastos generales.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7889" y="2820415"/>
            <a:ext cx="251079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8270" marR="5080" indent="-116205">
              <a:lnSpc>
                <a:spcPts val="1989"/>
              </a:lnSpc>
              <a:spcBef>
                <a:spcPts val="305"/>
              </a:spcBef>
            </a:pPr>
            <a:r>
              <a:rPr sz="1800" b="1" spc="-105" dirty="0">
                <a:latin typeface="Arial"/>
                <a:cs typeface="Arial"/>
              </a:rPr>
              <a:t>Gobernanza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federada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de </a:t>
            </a:r>
            <a:r>
              <a:rPr sz="1800" b="1" spc="-65" dirty="0">
                <a:latin typeface="Arial"/>
                <a:cs typeface="Arial"/>
              </a:rPr>
              <a:t>datos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descentralizada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67830" y="2820415"/>
            <a:ext cx="142811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4800" marR="5080" indent="-292735">
              <a:lnSpc>
                <a:spcPts val="1989"/>
              </a:lnSpc>
              <a:spcBef>
                <a:spcPts val="305"/>
              </a:spcBef>
            </a:pPr>
            <a:r>
              <a:rPr sz="1800" b="1" spc="-75" dirty="0">
                <a:latin typeface="Arial"/>
                <a:cs typeface="Arial"/>
              </a:rPr>
              <a:t>Propiedad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del </a:t>
            </a:r>
            <a:r>
              <a:rPr sz="1800" b="1" spc="-10" dirty="0">
                <a:latin typeface="Arial"/>
                <a:cs typeface="Arial"/>
              </a:rPr>
              <a:t>dominio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82054" y="3957320"/>
            <a:ext cx="24098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95"/>
              </a:spcBef>
            </a:pP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Descentraliza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propiedad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al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dominio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más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cercano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37488" y="1635251"/>
            <a:ext cx="1297305" cy="1296035"/>
            <a:chOff x="1237488" y="1635251"/>
            <a:chExt cx="1297305" cy="129603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7488" y="1635251"/>
              <a:ext cx="1297177" cy="129565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46808" y="2109228"/>
              <a:ext cx="314325" cy="306705"/>
            </a:xfrm>
            <a:custGeom>
              <a:avLst/>
              <a:gdLst/>
              <a:ahLst/>
              <a:cxnLst/>
              <a:rect l="l" t="t" r="r" b="b"/>
              <a:pathLst>
                <a:path w="314325" h="306705">
                  <a:moveTo>
                    <a:pt x="42672" y="4457"/>
                  </a:moveTo>
                  <a:lnTo>
                    <a:pt x="38176" y="0"/>
                  </a:lnTo>
                  <a:lnTo>
                    <a:pt x="34544" y="0"/>
                  </a:lnTo>
                  <a:lnTo>
                    <a:pt x="3340" y="30937"/>
                  </a:lnTo>
                  <a:lnTo>
                    <a:pt x="38" y="38747"/>
                  </a:lnTo>
                  <a:lnTo>
                    <a:pt x="0" y="195770"/>
                  </a:lnTo>
                  <a:lnTo>
                    <a:pt x="2578" y="198348"/>
                  </a:lnTo>
                  <a:lnTo>
                    <a:pt x="5778" y="198348"/>
                  </a:lnTo>
                  <a:lnTo>
                    <a:pt x="8966" y="198348"/>
                  </a:lnTo>
                  <a:lnTo>
                    <a:pt x="11557" y="195770"/>
                  </a:lnTo>
                  <a:lnTo>
                    <a:pt x="11607" y="41833"/>
                  </a:lnTo>
                  <a:lnTo>
                    <a:pt x="13690" y="36982"/>
                  </a:lnTo>
                  <a:lnTo>
                    <a:pt x="42672" y="8077"/>
                  </a:lnTo>
                  <a:lnTo>
                    <a:pt x="42672" y="4457"/>
                  </a:lnTo>
                  <a:close/>
                </a:path>
                <a:path w="314325" h="306705">
                  <a:moveTo>
                    <a:pt x="313994" y="294335"/>
                  </a:moveTo>
                  <a:lnTo>
                    <a:pt x="313982" y="101777"/>
                  </a:lnTo>
                  <a:lnTo>
                    <a:pt x="313982" y="90284"/>
                  </a:lnTo>
                  <a:lnTo>
                    <a:pt x="302488" y="90284"/>
                  </a:lnTo>
                  <a:lnTo>
                    <a:pt x="302488" y="101777"/>
                  </a:lnTo>
                  <a:lnTo>
                    <a:pt x="302488" y="294335"/>
                  </a:lnTo>
                  <a:lnTo>
                    <a:pt x="141744" y="294335"/>
                  </a:lnTo>
                  <a:lnTo>
                    <a:pt x="141744" y="184327"/>
                  </a:lnTo>
                  <a:lnTo>
                    <a:pt x="141744" y="101777"/>
                  </a:lnTo>
                  <a:lnTo>
                    <a:pt x="302488" y="101777"/>
                  </a:lnTo>
                  <a:lnTo>
                    <a:pt x="302488" y="90284"/>
                  </a:lnTo>
                  <a:lnTo>
                    <a:pt x="130187" y="90284"/>
                  </a:lnTo>
                  <a:lnTo>
                    <a:pt x="130187" y="184327"/>
                  </a:lnTo>
                  <a:lnTo>
                    <a:pt x="97320" y="184327"/>
                  </a:lnTo>
                  <a:lnTo>
                    <a:pt x="97320" y="56222"/>
                  </a:lnTo>
                  <a:lnTo>
                    <a:pt x="97320" y="44729"/>
                  </a:lnTo>
                  <a:lnTo>
                    <a:pt x="58851" y="44729"/>
                  </a:lnTo>
                  <a:lnTo>
                    <a:pt x="58851" y="184327"/>
                  </a:lnTo>
                  <a:lnTo>
                    <a:pt x="42621" y="184327"/>
                  </a:lnTo>
                  <a:lnTo>
                    <a:pt x="42621" y="31216"/>
                  </a:lnTo>
                  <a:lnTo>
                    <a:pt x="40043" y="28651"/>
                  </a:lnTo>
                  <a:lnTo>
                    <a:pt x="33655" y="28651"/>
                  </a:lnTo>
                  <a:lnTo>
                    <a:pt x="31076" y="31216"/>
                  </a:lnTo>
                  <a:lnTo>
                    <a:pt x="31076" y="195808"/>
                  </a:lnTo>
                  <a:lnTo>
                    <a:pt x="70408" y="195808"/>
                  </a:lnTo>
                  <a:lnTo>
                    <a:pt x="70408" y="184327"/>
                  </a:lnTo>
                  <a:lnTo>
                    <a:pt x="70408" y="56222"/>
                  </a:lnTo>
                  <a:lnTo>
                    <a:pt x="85775" y="56222"/>
                  </a:lnTo>
                  <a:lnTo>
                    <a:pt x="85775" y="195808"/>
                  </a:lnTo>
                  <a:lnTo>
                    <a:pt x="129616" y="195808"/>
                  </a:lnTo>
                  <a:lnTo>
                    <a:pt x="129616" y="294678"/>
                  </a:lnTo>
                  <a:lnTo>
                    <a:pt x="11557" y="294678"/>
                  </a:lnTo>
                  <a:lnTo>
                    <a:pt x="11557" y="209867"/>
                  </a:lnTo>
                  <a:lnTo>
                    <a:pt x="8966" y="207302"/>
                  </a:lnTo>
                  <a:lnTo>
                    <a:pt x="2578" y="207302"/>
                  </a:lnTo>
                  <a:lnTo>
                    <a:pt x="0" y="209867"/>
                  </a:lnTo>
                  <a:lnTo>
                    <a:pt x="0" y="306171"/>
                  </a:lnTo>
                  <a:lnTo>
                    <a:pt x="313994" y="305816"/>
                  </a:lnTo>
                  <a:lnTo>
                    <a:pt x="313994" y="294678"/>
                  </a:lnTo>
                  <a:lnTo>
                    <a:pt x="313994" y="2943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029455" y="1635251"/>
            <a:ext cx="1297305" cy="1296035"/>
            <a:chOff x="4029455" y="1635251"/>
            <a:chExt cx="1297305" cy="129603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9455" y="1635251"/>
              <a:ext cx="1297177" cy="12956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559773" y="2069844"/>
              <a:ext cx="255904" cy="299720"/>
            </a:xfrm>
            <a:custGeom>
              <a:avLst/>
              <a:gdLst/>
              <a:ahLst/>
              <a:cxnLst/>
              <a:rect l="l" t="t" r="r" b="b"/>
              <a:pathLst>
                <a:path w="255904" h="299719">
                  <a:moveTo>
                    <a:pt x="120576" y="0"/>
                  </a:moveTo>
                  <a:lnTo>
                    <a:pt x="75369" y="11000"/>
                  </a:lnTo>
                  <a:lnTo>
                    <a:pt x="38028" y="36567"/>
                  </a:lnTo>
                  <a:lnTo>
                    <a:pt x="11817" y="73473"/>
                  </a:lnTo>
                  <a:lnTo>
                    <a:pt x="0" y="118491"/>
                  </a:lnTo>
                  <a:lnTo>
                    <a:pt x="1645" y="145366"/>
                  </a:lnTo>
                  <a:lnTo>
                    <a:pt x="28232" y="204096"/>
                  </a:lnTo>
                  <a:lnTo>
                    <a:pt x="59954" y="239855"/>
                  </a:lnTo>
                  <a:lnTo>
                    <a:pt x="64151" y="246927"/>
                  </a:lnTo>
                  <a:lnTo>
                    <a:pt x="66682" y="255009"/>
                  </a:lnTo>
                  <a:lnTo>
                    <a:pt x="68778" y="265826"/>
                  </a:lnTo>
                  <a:lnTo>
                    <a:pt x="69852" y="271769"/>
                  </a:lnTo>
                  <a:lnTo>
                    <a:pt x="71157" y="278535"/>
                  </a:lnTo>
                  <a:lnTo>
                    <a:pt x="72797" y="286273"/>
                  </a:lnTo>
                  <a:lnTo>
                    <a:pt x="74879" y="295133"/>
                  </a:lnTo>
                  <a:lnTo>
                    <a:pt x="76007" y="299652"/>
                  </a:lnTo>
                  <a:lnTo>
                    <a:pt x="179273" y="298854"/>
                  </a:lnTo>
                  <a:lnTo>
                    <a:pt x="180401" y="294468"/>
                  </a:lnTo>
                  <a:lnTo>
                    <a:pt x="182046" y="287690"/>
                  </a:lnTo>
                  <a:lnTo>
                    <a:pt x="85226" y="287690"/>
                  </a:lnTo>
                  <a:lnTo>
                    <a:pt x="82920" y="277788"/>
                  </a:lnTo>
                  <a:lnTo>
                    <a:pt x="81512" y="270012"/>
                  </a:lnTo>
                  <a:lnTo>
                    <a:pt x="80384" y="263633"/>
                  </a:lnTo>
                  <a:lnTo>
                    <a:pt x="78088" y="251923"/>
                  </a:lnTo>
                  <a:lnTo>
                    <a:pt x="75045" y="242325"/>
                  </a:lnTo>
                  <a:lnTo>
                    <a:pt x="69864" y="233363"/>
                  </a:lnTo>
                  <a:lnTo>
                    <a:pt x="38200" y="197594"/>
                  </a:lnTo>
                  <a:lnTo>
                    <a:pt x="22301" y="171499"/>
                  </a:lnTo>
                  <a:lnTo>
                    <a:pt x="13490" y="145366"/>
                  </a:lnTo>
                  <a:lnTo>
                    <a:pt x="11805" y="119289"/>
                  </a:lnTo>
                  <a:lnTo>
                    <a:pt x="22515" y="78394"/>
                  </a:lnTo>
                  <a:lnTo>
                    <a:pt x="46302" y="44883"/>
                  </a:lnTo>
                  <a:lnTo>
                    <a:pt x="80198" y="21676"/>
                  </a:lnTo>
                  <a:lnTo>
                    <a:pt x="121240" y="11696"/>
                  </a:lnTo>
                  <a:lnTo>
                    <a:pt x="123428" y="11563"/>
                  </a:lnTo>
                  <a:lnTo>
                    <a:pt x="179884" y="11563"/>
                  </a:lnTo>
                  <a:lnTo>
                    <a:pt x="171787" y="7609"/>
                  </a:lnTo>
                  <a:lnTo>
                    <a:pt x="146806" y="1237"/>
                  </a:lnTo>
                  <a:lnTo>
                    <a:pt x="120576" y="0"/>
                  </a:lnTo>
                  <a:close/>
                </a:path>
                <a:path w="255904" h="299719">
                  <a:moveTo>
                    <a:pt x="179884" y="11563"/>
                  </a:moveTo>
                  <a:lnTo>
                    <a:pt x="128510" y="11563"/>
                  </a:lnTo>
                  <a:lnTo>
                    <a:pt x="149833" y="13574"/>
                  </a:lnTo>
                  <a:lnTo>
                    <a:pt x="170767" y="19696"/>
                  </a:lnTo>
                  <a:lnTo>
                    <a:pt x="207660" y="43396"/>
                  </a:lnTo>
                  <a:lnTo>
                    <a:pt x="234612" y="81907"/>
                  </a:lnTo>
                  <a:lnTo>
                    <a:pt x="244005" y="127995"/>
                  </a:lnTo>
                  <a:lnTo>
                    <a:pt x="239649" y="155718"/>
                  </a:lnTo>
                  <a:lnTo>
                    <a:pt x="228204" y="180861"/>
                  </a:lnTo>
                  <a:lnTo>
                    <a:pt x="212108" y="203562"/>
                  </a:lnTo>
                  <a:lnTo>
                    <a:pt x="193654" y="224125"/>
                  </a:lnTo>
                  <a:lnTo>
                    <a:pt x="185389" y="234056"/>
                  </a:lnTo>
                  <a:lnTo>
                    <a:pt x="180318" y="243322"/>
                  </a:lnTo>
                  <a:lnTo>
                    <a:pt x="177261" y="253023"/>
                  </a:lnTo>
                  <a:lnTo>
                    <a:pt x="174962" y="264364"/>
                  </a:lnTo>
                  <a:lnTo>
                    <a:pt x="172442" y="277788"/>
                  </a:lnTo>
                  <a:lnTo>
                    <a:pt x="170187" y="287025"/>
                  </a:lnTo>
                  <a:lnTo>
                    <a:pt x="85226" y="287690"/>
                  </a:lnTo>
                  <a:lnTo>
                    <a:pt x="182046" y="287690"/>
                  </a:lnTo>
                  <a:lnTo>
                    <a:pt x="182390" y="286273"/>
                  </a:lnTo>
                  <a:lnTo>
                    <a:pt x="184040" y="278826"/>
                  </a:lnTo>
                  <a:lnTo>
                    <a:pt x="185353" y="272348"/>
                  </a:lnTo>
                  <a:lnTo>
                    <a:pt x="186436" y="266623"/>
                  </a:lnTo>
                  <a:lnTo>
                    <a:pt x="188594" y="256021"/>
                  </a:lnTo>
                  <a:lnTo>
                    <a:pt x="191162" y="247749"/>
                  </a:lnTo>
                  <a:lnTo>
                    <a:pt x="195297" y="240325"/>
                  </a:lnTo>
                  <a:lnTo>
                    <a:pt x="202155" y="232265"/>
                  </a:lnTo>
                  <a:lnTo>
                    <a:pt x="221682" y="210480"/>
                  </a:lnTo>
                  <a:lnTo>
                    <a:pt x="238840" y="186028"/>
                  </a:lnTo>
                  <a:lnTo>
                    <a:pt x="251037" y="158660"/>
                  </a:lnTo>
                  <a:lnTo>
                    <a:pt x="255678" y="128128"/>
                  </a:lnTo>
                  <a:lnTo>
                    <a:pt x="253057" y="102020"/>
                  </a:lnTo>
                  <a:lnTo>
                    <a:pt x="245356" y="77413"/>
                  </a:lnTo>
                  <a:lnTo>
                    <a:pt x="232818" y="54887"/>
                  </a:lnTo>
                  <a:lnTo>
                    <a:pt x="215513" y="34823"/>
                  </a:lnTo>
                  <a:lnTo>
                    <a:pt x="194939" y="18915"/>
                  </a:lnTo>
                  <a:lnTo>
                    <a:pt x="179884" y="115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821423" y="1635251"/>
            <a:ext cx="1297305" cy="1296035"/>
            <a:chOff x="6821423" y="1635251"/>
            <a:chExt cx="1297305" cy="129603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1423" y="1635251"/>
              <a:ext cx="1297177" cy="129565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270420" y="2183713"/>
              <a:ext cx="433705" cy="248285"/>
            </a:xfrm>
            <a:custGeom>
              <a:avLst/>
              <a:gdLst/>
              <a:ahLst/>
              <a:cxnLst/>
              <a:rect l="l" t="t" r="r" b="b"/>
              <a:pathLst>
                <a:path w="433704" h="248285">
                  <a:moveTo>
                    <a:pt x="58508" y="144360"/>
                  </a:moveTo>
                  <a:lnTo>
                    <a:pt x="55714" y="141579"/>
                  </a:lnTo>
                  <a:lnTo>
                    <a:pt x="48806" y="141579"/>
                  </a:lnTo>
                  <a:lnTo>
                    <a:pt x="46012" y="144360"/>
                  </a:lnTo>
                  <a:lnTo>
                    <a:pt x="45631" y="221551"/>
                  </a:lnTo>
                  <a:lnTo>
                    <a:pt x="48437" y="224345"/>
                  </a:lnTo>
                  <a:lnTo>
                    <a:pt x="51892" y="224345"/>
                  </a:lnTo>
                  <a:lnTo>
                    <a:pt x="55346" y="224345"/>
                  </a:lnTo>
                  <a:lnTo>
                    <a:pt x="58140" y="221551"/>
                  </a:lnTo>
                  <a:lnTo>
                    <a:pt x="58508" y="144360"/>
                  </a:lnTo>
                  <a:close/>
                </a:path>
                <a:path w="433704" h="248285">
                  <a:moveTo>
                    <a:pt x="199542" y="144360"/>
                  </a:moveTo>
                  <a:lnTo>
                    <a:pt x="196748" y="141579"/>
                  </a:lnTo>
                  <a:lnTo>
                    <a:pt x="189839" y="141579"/>
                  </a:lnTo>
                  <a:lnTo>
                    <a:pt x="187045" y="144360"/>
                  </a:lnTo>
                  <a:lnTo>
                    <a:pt x="186728" y="221551"/>
                  </a:lnTo>
                  <a:lnTo>
                    <a:pt x="189534" y="224345"/>
                  </a:lnTo>
                  <a:lnTo>
                    <a:pt x="192989" y="224345"/>
                  </a:lnTo>
                  <a:lnTo>
                    <a:pt x="196430" y="224345"/>
                  </a:lnTo>
                  <a:lnTo>
                    <a:pt x="199237" y="221551"/>
                  </a:lnTo>
                  <a:lnTo>
                    <a:pt x="199542" y="144360"/>
                  </a:lnTo>
                  <a:close/>
                </a:path>
                <a:path w="433704" h="248285">
                  <a:moveTo>
                    <a:pt x="221742" y="238417"/>
                  </a:moveTo>
                  <a:lnTo>
                    <a:pt x="218935" y="235623"/>
                  </a:lnTo>
                  <a:lnTo>
                    <a:pt x="215493" y="235623"/>
                  </a:lnTo>
                  <a:lnTo>
                    <a:pt x="50266" y="235686"/>
                  </a:lnTo>
                  <a:lnTo>
                    <a:pt x="47675" y="234683"/>
                  </a:lnTo>
                  <a:lnTo>
                    <a:pt x="11442" y="198450"/>
                  </a:lnTo>
                  <a:lnTo>
                    <a:pt x="8813" y="196215"/>
                  </a:lnTo>
                  <a:lnTo>
                    <a:pt x="4876" y="196519"/>
                  </a:lnTo>
                  <a:lnTo>
                    <a:pt x="622" y="201472"/>
                  </a:lnTo>
                  <a:lnTo>
                    <a:pt x="622" y="204914"/>
                  </a:lnTo>
                  <a:lnTo>
                    <a:pt x="41173" y="245694"/>
                  </a:lnTo>
                  <a:lnTo>
                    <a:pt x="46939" y="248069"/>
                  </a:lnTo>
                  <a:lnTo>
                    <a:pt x="218935" y="248107"/>
                  </a:lnTo>
                  <a:lnTo>
                    <a:pt x="221742" y="245313"/>
                  </a:lnTo>
                  <a:lnTo>
                    <a:pt x="221742" y="238417"/>
                  </a:lnTo>
                  <a:close/>
                </a:path>
                <a:path w="433704" h="248285">
                  <a:moveTo>
                    <a:pt x="433412" y="0"/>
                  </a:moveTo>
                  <a:lnTo>
                    <a:pt x="201841" y="0"/>
                  </a:lnTo>
                  <a:lnTo>
                    <a:pt x="199047" y="2794"/>
                  </a:lnTo>
                  <a:lnTo>
                    <a:pt x="199047" y="9677"/>
                  </a:lnTo>
                  <a:lnTo>
                    <a:pt x="201841" y="12471"/>
                  </a:lnTo>
                  <a:lnTo>
                    <a:pt x="420916" y="12471"/>
                  </a:lnTo>
                  <a:lnTo>
                    <a:pt x="420916" y="175069"/>
                  </a:lnTo>
                  <a:lnTo>
                    <a:pt x="308444" y="175069"/>
                  </a:lnTo>
                  <a:lnTo>
                    <a:pt x="308444" y="189166"/>
                  </a:lnTo>
                  <a:lnTo>
                    <a:pt x="308444" y="235877"/>
                  </a:lnTo>
                  <a:lnTo>
                    <a:pt x="282879" y="235623"/>
                  </a:lnTo>
                  <a:lnTo>
                    <a:pt x="282879" y="189166"/>
                  </a:lnTo>
                  <a:lnTo>
                    <a:pt x="308444" y="189166"/>
                  </a:lnTo>
                  <a:lnTo>
                    <a:pt x="308444" y="175069"/>
                  </a:lnTo>
                  <a:lnTo>
                    <a:pt x="247434" y="175069"/>
                  </a:lnTo>
                  <a:lnTo>
                    <a:pt x="246989" y="168833"/>
                  </a:lnTo>
                  <a:lnTo>
                    <a:pt x="407047" y="168833"/>
                  </a:lnTo>
                  <a:lnTo>
                    <a:pt x="409841" y="166039"/>
                  </a:lnTo>
                  <a:lnTo>
                    <a:pt x="409841" y="159156"/>
                  </a:lnTo>
                  <a:lnTo>
                    <a:pt x="407047" y="156362"/>
                  </a:lnTo>
                  <a:lnTo>
                    <a:pt x="246240" y="156362"/>
                  </a:lnTo>
                  <a:lnTo>
                    <a:pt x="244475" y="127482"/>
                  </a:lnTo>
                  <a:lnTo>
                    <a:pt x="207899" y="93116"/>
                  </a:lnTo>
                  <a:lnTo>
                    <a:pt x="167119" y="83426"/>
                  </a:lnTo>
                  <a:lnTo>
                    <a:pt x="123837" y="80708"/>
                  </a:lnTo>
                  <a:lnTo>
                    <a:pt x="79959" y="83426"/>
                  </a:lnTo>
                  <a:lnTo>
                    <a:pt x="80365" y="83426"/>
                  </a:lnTo>
                  <a:lnTo>
                    <a:pt x="42189" y="91795"/>
                  </a:lnTo>
                  <a:lnTo>
                    <a:pt x="14617" y="106146"/>
                  </a:lnTo>
                  <a:lnTo>
                    <a:pt x="3187" y="126796"/>
                  </a:lnTo>
                  <a:lnTo>
                    <a:pt x="0" y="184188"/>
                  </a:lnTo>
                  <a:lnTo>
                    <a:pt x="2641" y="187134"/>
                  </a:lnTo>
                  <a:lnTo>
                    <a:pt x="9537" y="187515"/>
                  </a:lnTo>
                  <a:lnTo>
                    <a:pt x="12496" y="184873"/>
                  </a:lnTo>
                  <a:lnTo>
                    <a:pt x="15633" y="127482"/>
                  </a:lnTo>
                  <a:lnTo>
                    <a:pt x="24561" y="113855"/>
                  </a:lnTo>
                  <a:lnTo>
                    <a:pt x="47536" y="102958"/>
                  </a:lnTo>
                  <a:lnTo>
                    <a:pt x="81610" y="95732"/>
                  </a:lnTo>
                  <a:lnTo>
                    <a:pt x="123837" y="93116"/>
                  </a:lnTo>
                  <a:lnTo>
                    <a:pt x="166065" y="95732"/>
                  </a:lnTo>
                  <a:lnTo>
                    <a:pt x="200113" y="102958"/>
                  </a:lnTo>
                  <a:lnTo>
                    <a:pt x="223062" y="113855"/>
                  </a:lnTo>
                  <a:lnTo>
                    <a:pt x="231990" y="127482"/>
                  </a:lnTo>
                  <a:lnTo>
                    <a:pt x="237845" y="223799"/>
                  </a:lnTo>
                  <a:lnTo>
                    <a:pt x="237883" y="224332"/>
                  </a:lnTo>
                  <a:lnTo>
                    <a:pt x="240626" y="226898"/>
                  </a:lnTo>
                  <a:lnTo>
                    <a:pt x="244170" y="226898"/>
                  </a:lnTo>
                  <a:lnTo>
                    <a:pt x="247751" y="226733"/>
                  </a:lnTo>
                  <a:lnTo>
                    <a:pt x="250418" y="223799"/>
                  </a:lnTo>
                  <a:lnTo>
                    <a:pt x="250240" y="220357"/>
                  </a:lnTo>
                  <a:lnTo>
                    <a:pt x="248348" y="189166"/>
                  </a:lnTo>
                  <a:lnTo>
                    <a:pt x="248246" y="187540"/>
                  </a:lnTo>
                  <a:lnTo>
                    <a:pt x="270433" y="187540"/>
                  </a:lnTo>
                  <a:lnTo>
                    <a:pt x="270433" y="235623"/>
                  </a:lnTo>
                  <a:lnTo>
                    <a:pt x="238480" y="235623"/>
                  </a:lnTo>
                  <a:lnTo>
                    <a:pt x="235673" y="238417"/>
                  </a:lnTo>
                  <a:lnTo>
                    <a:pt x="235673" y="245313"/>
                  </a:lnTo>
                  <a:lnTo>
                    <a:pt x="238480" y="248107"/>
                  </a:lnTo>
                  <a:lnTo>
                    <a:pt x="359219" y="248107"/>
                  </a:lnTo>
                  <a:lnTo>
                    <a:pt x="362026" y="245313"/>
                  </a:lnTo>
                  <a:lnTo>
                    <a:pt x="362026" y="238417"/>
                  </a:lnTo>
                  <a:lnTo>
                    <a:pt x="359473" y="235877"/>
                  </a:lnTo>
                  <a:lnTo>
                    <a:pt x="359219" y="235623"/>
                  </a:lnTo>
                  <a:lnTo>
                    <a:pt x="320954" y="235623"/>
                  </a:lnTo>
                  <a:lnTo>
                    <a:pt x="320954" y="189166"/>
                  </a:lnTo>
                  <a:lnTo>
                    <a:pt x="320954" y="187540"/>
                  </a:lnTo>
                  <a:lnTo>
                    <a:pt x="433412" y="187540"/>
                  </a:lnTo>
                  <a:lnTo>
                    <a:pt x="433412" y="175069"/>
                  </a:lnTo>
                  <a:lnTo>
                    <a:pt x="433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5771" y="1635251"/>
            <a:ext cx="1297177" cy="1295653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494282" y="1852802"/>
            <a:ext cx="9185275" cy="3224530"/>
            <a:chOff x="1494282" y="1852802"/>
            <a:chExt cx="9185275" cy="322453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2796" y="3776345"/>
              <a:ext cx="720090" cy="381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4636" y="3776345"/>
              <a:ext cx="720089" cy="381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26604" y="3776345"/>
              <a:ext cx="719963" cy="381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10952" y="3776345"/>
              <a:ext cx="719963" cy="381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98825" y="3969257"/>
              <a:ext cx="5584190" cy="1108075"/>
            </a:xfrm>
            <a:custGeom>
              <a:avLst/>
              <a:gdLst/>
              <a:ahLst/>
              <a:cxnLst/>
              <a:rect l="l" t="t" r="r" b="b"/>
              <a:pathLst>
                <a:path w="5584190" h="1108075">
                  <a:moveTo>
                    <a:pt x="5583682" y="0"/>
                  </a:moveTo>
                  <a:lnTo>
                    <a:pt x="5583682" y="1107948"/>
                  </a:lnTo>
                </a:path>
                <a:path w="5584190" h="1108075">
                  <a:moveTo>
                    <a:pt x="2791841" y="0"/>
                  </a:moveTo>
                  <a:lnTo>
                    <a:pt x="2791841" y="1107948"/>
                  </a:lnTo>
                </a:path>
                <a:path w="5584190" h="1108075">
                  <a:moveTo>
                    <a:pt x="0" y="0"/>
                  </a:moveTo>
                  <a:lnTo>
                    <a:pt x="0" y="1107948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4282" y="1852802"/>
              <a:ext cx="817118" cy="8169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01613" y="2219959"/>
              <a:ext cx="128808" cy="8731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86123" y="1852802"/>
              <a:ext cx="817117" cy="8169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35913" y="2386177"/>
              <a:ext cx="106184" cy="689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9250" y="2116031"/>
              <a:ext cx="156524" cy="15750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77964" y="1852802"/>
              <a:ext cx="817244" cy="81699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10435" y="2092526"/>
              <a:ext cx="159598" cy="16811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562989" y="2223820"/>
              <a:ext cx="89535" cy="94615"/>
            </a:xfrm>
            <a:custGeom>
              <a:avLst/>
              <a:gdLst/>
              <a:ahLst/>
              <a:cxnLst/>
              <a:rect l="l" t="t" r="r" b="b"/>
              <a:pathLst>
                <a:path w="89534" h="94614">
                  <a:moveTo>
                    <a:pt x="12496" y="19443"/>
                  </a:moveTo>
                  <a:lnTo>
                    <a:pt x="9702" y="16649"/>
                  </a:lnTo>
                  <a:lnTo>
                    <a:pt x="2794" y="16649"/>
                  </a:lnTo>
                  <a:lnTo>
                    <a:pt x="0" y="19443"/>
                  </a:lnTo>
                  <a:lnTo>
                    <a:pt x="0" y="91757"/>
                  </a:lnTo>
                  <a:lnTo>
                    <a:pt x="2794" y="94551"/>
                  </a:lnTo>
                  <a:lnTo>
                    <a:pt x="9702" y="94551"/>
                  </a:lnTo>
                  <a:lnTo>
                    <a:pt x="12496" y="91757"/>
                  </a:lnTo>
                  <a:lnTo>
                    <a:pt x="12496" y="88303"/>
                  </a:lnTo>
                  <a:lnTo>
                    <a:pt x="12496" y="19443"/>
                  </a:lnTo>
                  <a:close/>
                </a:path>
                <a:path w="89534" h="94614">
                  <a:moveTo>
                    <a:pt x="38125" y="43332"/>
                  </a:moveTo>
                  <a:lnTo>
                    <a:pt x="35331" y="40538"/>
                  </a:lnTo>
                  <a:lnTo>
                    <a:pt x="28422" y="40538"/>
                  </a:lnTo>
                  <a:lnTo>
                    <a:pt x="25628" y="43332"/>
                  </a:lnTo>
                  <a:lnTo>
                    <a:pt x="25628" y="91757"/>
                  </a:lnTo>
                  <a:lnTo>
                    <a:pt x="28422" y="94551"/>
                  </a:lnTo>
                  <a:lnTo>
                    <a:pt x="35331" y="94551"/>
                  </a:lnTo>
                  <a:lnTo>
                    <a:pt x="38125" y="91757"/>
                  </a:lnTo>
                  <a:lnTo>
                    <a:pt x="38125" y="88303"/>
                  </a:lnTo>
                  <a:lnTo>
                    <a:pt x="38125" y="43332"/>
                  </a:lnTo>
                  <a:close/>
                </a:path>
                <a:path w="89534" h="94614">
                  <a:moveTo>
                    <a:pt x="63944" y="12141"/>
                  </a:moveTo>
                  <a:lnTo>
                    <a:pt x="61150" y="9347"/>
                  </a:lnTo>
                  <a:lnTo>
                    <a:pt x="54241" y="9347"/>
                  </a:lnTo>
                  <a:lnTo>
                    <a:pt x="51447" y="12141"/>
                  </a:lnTo>
                  <a:lnTo>
                    <a:pt x="51447" y="91757"/>
                  </a:lnTo>
                  <a:lnTo>
                    <a:pt x="54241" y="94551"/>
                  </a:lnTo>
                  <a:lnTo>
                    <a:pt x="61150" y="94551"/>
                  </a:lnTo>
                  <a:lnTo>
                    <a:pt x="63944" y="91757"/>
                  </a:lnTo>
                  <a:lnTo>
                    <a:pt x="63944" y="88303"/>
                  </a:lnTo>
                  <a:lnTo>
                    <a:pt x="63944" y="12141"/>
                  </a:lnTo>
                  <a:close/>
                </a:path>
                <a:path w="89534" h="94614">
                  <a:moveTo>
                    <a:pt x="89268" y="2794"/>
                  </a:moveTo>
                  <a:lnTo>
                    <a:pt x="86474" y="0"/>
                  </a:lnTo>
                  <a:lnTo>
                    <a:pt x="79565" y="0"/>
                  </a:lnTo>
                  <a:lnTo>
                    <a:pt x="76771" y="2794"/>
                  </a:lnTo>
                  <a:lnTo>
                    <a:pt x="76771" y="91757"/>
                  </a:lnTo>
                  <a:lnTo>
                    <a:pt x="79565" y="94551"/>
                  </a:lnTo>
                  <a:lnTo>
                    <a:pt x="86474" y="94551"/>
                  </a:lnTo>
                  <a:lnTo>
                    <a:pt x="89268" y="91757"/>
                  </a:lnTo>
                  <a:lnTo>
                    <a:pt x="89268" y="88303"/>
                  </a:lnTo>
                  <a:lnTo>
                    <a:pt x="89268" y="2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62312" y="1852802"/>
              <a:ext cx="817245" cy="81699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75759" y="2040181"/>
              <a:ext cx="392446" cy="443350"/>
            </a:xfrm>
            <a:prstGeom prst="rect">
              <a:avLst/>
            </a:prstGeom>
          </p:spPr>
        </p:pic>
      </p:grp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270014" y="403479"/>
            <a:ext cx="3013075" cy="3376295"/>
            <a:chOff x="270014" y="403479"/>
            <a:chExt cx="3013075" cy="337629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128" y="403479"/>
              <a:ext cx="3012694" cy="33759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014" y="403479"/>
              <a:ext cx="3012808" cy="337591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475990" y="403479"/>
            <a:ext cx="8335009" cy="3376295"/>
            <a:chOff x="3475990" y="403479"/>
            <a:chExt cx="8335009" cy="337629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7580" y="403479"/>
              <a:ext cx="4503420" cy="33759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5990" y="403479"/>
              <a:ext cx="3831590" cy="33759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7111" y="1494154"/>
              <a:ext cx="1471350" cy="14730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3384" y="1490471"/>
              <a:ext cx="752754" cy="1490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3848" y="1699272"/>
              <a:ext cx="1706879" cy="119315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19785" y="1298448"/>
            <a:ext cx="2471420" cy="155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200"/>
              </a:lnSpc>
              <a:spcBef>
                <a:spcPts val="95"/>
              </a:spcBef>
            </a:pPr>
            <a:r>
              <a:rPr sz="3000" spc="-285" dirty="0"/>
              <a:t>¿Qué</a:t>
            </a:r>
            <a:r>
              <a:rPr sz="3000" spc="-204" dirty="0"/>
              <a:t> </a:t>
            </a:r>
            <a:r>
              <a:rPr sz="3000" spc="-110" dirty="0"/>
              <a:t>hace</a:t>
            </a:r>
            <a:r>
              <a:rPr sz="3000" spc="-210" dirty="0"/>
              <a:t> </a:t>
            </a:r>
            <a:r>
              <a:rPr sz="3000" spc="-105" dirty="0"/>
              <a:t>que </a:t>
            </a:r>
            <a:r>
              <a:rPr sz="3000" spc="-75" dirty="0"/>
              <a:t>el</a:t>
            </a:r>
            <a:r>
              <a:rPr sz="3000" spc="-235" dirty="0"/>
              <a:t> </a:t>
            </a:r>
            <a:r>
              <a:rPr sz="3000" spc="-25" dirty="0"/>
              <a:t>DataOps </a:t>
            </a:r>
            <a:r>
              <a:rPr sz="3000" i="1" spc="-114" dirty="0">
                <a:solidFill>
                  <a:srgbClr val="F8C209"/>
                </a:solidFill>
                <a:latin typeface="Arial"/>
                <a:cs typeface="Arial"/>
              </a:rPr>
              <a:t>sea</a:t>
            </a:r>
            <a:r>
              <a:rPr sz="3000" i="1" spc="-240" dirty="0">
                <a:solidFill>
                  <a:srgbClr val="F8C209"/>
                </a:solidFill>
                <a:latin typeface="Arial"/>
                <a:cs typeface="Arial"/>
              </a:rPr>
              <a:t> </a:t>
            </a:r>
            <a:r>
              <a:rPr sz="3000" i="1" spc="-130" dirty="0">
                <a:solidFill>
                  <a:srgbClr val="F8C209"/>
                </a:solidFill>
                <a:latin typeface="Arial"/>
                <a:cs typeface="Arial"/>
              </a:rPr>
              <a:t>industrial</a:t>
            </a:r>
            <a:r>
              <a:rPr sz="3000" spc="-130" dirty="0">
                <a:solidFill>
                  <a:srgbClr val="F8C209"/>
                </a:solidFill>
              </a:rPr>
              <a:t>?</a:t>
            </a:r>
            <a:endParaRPr sz="3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899" y="3965829"/>
            <a:ext cx="254825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latin typeface="Arial"/>
                <a:cs typeface="Arial"/>
              </a:rPr>
              <a:t>Una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solución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DataOps </a:t>
            </a:r>
            <a:r>
              <a:rPr sz="1800" b="1" spc="-70" dirty="0">
                <a:latin typeface="Arial"/>
                <a:cs typeface="Arial"/>
              </a:rPr>
              <a:t>industrial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simplifica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y </a:t>
            </a:r>
            <a:r>
              <a:rPr sz="1800" b="1" spc="-45" dirty="0">
                <a:latin typeface="Arial"/>
                <a:cs typeface="Arial"/>
              </a:rPr>
              <a:t>acelera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el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viaje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hacia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una </a:t>
            </a:r>
            <a:r>
              <a:rPr sz="1800" b="1" spc="-65" dirty="0">
                <a:latin typeface="Arial"/>
                <a:cs typeface="Arial"/>
              </a:rPr>
              <a:t>transformación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digital </a:t>
            </a:r>
            <a:r>
              <a:rPr sz="1800" b="1" spc="-60" dirty="0">
                <a:latin typeface="Arial"/>
                <a:cs typeface="Arial"/>
              </a:rPr>
              <a:t>escalable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100" dirty="0">
                <a:latin typeface="Arial"/>
                <a:cs typeface="Arial"/>
              </a:rPr>
              <a:t>y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sostenible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0050" y="3878579"/>
            <a:ext cx="11410950" cy="0"/>
          </a:xfrm>
          <a:custGeom>
            <a:avLst/>
            <a:gdLst/>
            <a:ahLst/>
            <a:cxnLst/>
            <a:rect l="l" t="t" r="r" b="b"/>
            <a:pathLst>
              <a:path w="11410950">
                <a:moveTo>
                  <a:pt x="0" y="0"/>
                </a:moveTo>
                <a:lnTo>
                  <a:pt x="11410950" y="0"/>
                </a:lnTo>
              </a:path>
            </a:pathLst>
          </a:custGeom>
          <a:ln w="12700">
            <a:solidFill>
              <a:srgbClr val="F5802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11241" y="4656835"/>
            <a:ext cx="1416685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Los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sistemas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industriales cuentan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inmensas cantidades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25" dirty="0">
                <a:latin typeface="Arial"/>
                <a:cs typeface="Arial"/>
              </a:rPr>
              <a:t> de </a:t>
            </a:r>
            <a:r>
              <a:rPr sz="1000" spc="-10" dirty="0">
                <a:latin typeface="Arial"/>
                <a:cs typeface="Arial"/>
              </a:rPr>
              <a:t>series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temporales.</a:t>
            </a:r>
            <a:endParaRPr sz="1000">
              <a:latin typeface="Arial"/>
              <a:cs typeface="Arial"/>
            </a:endParaRPr>
          </a:p>
          <a:p>
            <a:pPr marL="12700" marR="10160">
              <a:lnSpc>
                <a:spcPct val="100000"/>
              </a:lnSpc>
              <a:spcBef>
                <a:spcPts val="600"/>
              </a:spcBef>
            </a:pPr>
            <a:r>
              <a:rPr sz="1000" spc="-40" dirty="0">
                <a:latin typeface="Arial"/>
                <a:cs typeface="Arial"/>
              </a:rPr>
              <a:t>El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DataOps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 </a:t>
            </a:r>
            <a:r>
              <a:rPr sz="1000" dirty="0">
                <a:latin typeface="Arial"/>
                <a:cs typeface="Arial"/>
              </a:rPr>
              <a:t>simplifica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escalado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 </a:t>
            </a:r>
            <a:r>
              <a:rPr sz="1000" spc="-10" dirty="0">
                <a:latin typeface="Arial"/>
                <a:cs typeface="Arial"/>
              </a:rPr>
              <a:t>cantidad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y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variedad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25" dirty="0">
                <a:latin typeface="Arial"/>
                <a:cs typeface="Arial"/>
              </a:rPr>
              <a:t> que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se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necesiten.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11241" y="3965828"/>
            <a:ext cx="48431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766570" algn="l"/>
                <a:tab pos="3467735" algn="l"/>
              </a:tabLst>
            </a:pPr>
            <a:r>
              <a:rPr sz="1600" b="1" spc="-75" dirty="0">
                <a:latin typeface="Arial"/>
                <a:cs typeface="Arial"/>
              </a:rPr>
              <a:t>Escalabilidad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para</a:t>
            </a:r>
            <a:r>
              <a:rPr sz="1600" b="1" spc="185" dirty="0">
                <a:latin typeface="Arial"/>
                <a:cs typeface="Arial"/>
              </a:rPr>
              <a:t> </a:t>
            </a:r>
            <a:r>
              <a:rPr sz="1600" b="1" spc="-90" dirty="0">
                <a:latin typeface="Arial"/>
                <a:cs typeface="Arial"/>
              </a:rPr>
              <a:t>Vínculos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digitales</a:t>
            </a:r>
            <a:r>
              <a:rPr sz="1600" b="1" spc="3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Autoservicio </a:t>
            </a:r>
            <a:r>
              <a:rPr sz="1600" b="1" spc="-60" dirty="0">
                <a:latin typeface="Arial"/>
                <a:cs typeface="Arial"/>
              </a:rPr>
              <a:t>datos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industriales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60" dirty="0">
                <a:latin typeface="Arial"/>
                <a:cs typeface="Arial"/>
              </a:rPr>
              <a:t>a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físicos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60" dirty="0">
                <a:latin typeface="Arial"/>
                <a:cs typeface="Arial"/>
              </a:rPr>
              <a:t>OT/producción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65746" y="4656835"/>
            <a:ext cx="151320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019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Arial"/>
                <a:cs typeface="Arial"/>
              </a:rPr>
              <a:t>Las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organizaciones </a:t>
            </a:r>
            <a:r>
              <a:rPr sz="1000" dirty="0">
                <a:latin typeface="Arial"/>
                <a:cs typeface="Arial"/>
              </a:rPr>
              <a:t>industriales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viven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en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el </a:t>
            </a:r>
            <a:r>
              <a:rPr sz="1000" spc="-20" dirty="0">
                <a:latin typeface="Arial"/>
                <a:cs typeface="Arial"/>
              </a:rPr>
              <a:t>mundo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físico.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spc="-40" dirty="0">
                <a:latin typeface="Arial"/>
                <a:cs typeface="Arial"/>
              </a:rPr>
              <a:t>El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DataOps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 </a:t>
            </a:r>
            <a:r>
              <a:rPr sz="1000" dirty="0">
                <a:latin typeface="Arial"/>
                <a:cs typeface="Arial"/>
              </a:rPr>
              <a:t>simplifica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 </a:t>
            </a:r>
            <a:r>
              <a:rPr sz="1000" spc="-10" dirty="0">
                <a:latin typeface="Arial"/>
                <a:cs typeface="Arial"/>
              </a:rPr>
              <a:t>contextualización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datos </a:t>
            </a:r>
            <a:r>
              <a:rPr sz="1000" spc="-10" dirty="0">
                <a:latin typeface="Arial"/>
                <a:cs typeface="Arial"/>
              </a:rPr>
              <a:t>mediante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diagramas, </a:t>
            </a:r>
            <a:r>
              <a:rPr sz="1000" spc="-25" dirty="0">
                <a:latin typeface="Arial"/>
                <a:cs typeface="Arial"/>
              </a:rPr>
              <a:t>imágenes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y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modelos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en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3D que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representan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entorno </a:t>
            </a:r>
            <a:r>
              <a:rPr sz="1000" spc="-20" dirty="0">
                <a:latin typeface="Arial"/>
                <a:cs typeface="Arial"/>
              </a:rPr>
              <a:t>del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mundo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real.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67950" y="3965828"/>
            <a:ext cx="11868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Análisis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5" dirty="0">
                <a:latin typeface="Arial"/>
                <a:cs typeface="Arial"/>
              </a:rPr>
              <a:t>de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spc="-55" dirty="0">
                <a:latin typeface="Arial"/>
                <a:cs typeface="Arial"/>
              </a:rPr>
              <a:t>ingeniería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3797" y="3965828"/>
            <a:ext cx="1484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latin typeface="Arial"/>
                <a:cs typeface="Arial"/>
              </a:rPr>
              <a:t>Conectividad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35" dirty="0">
                <a:latin typeface="Arial"/>
                <a:cs typeface="Arial"/>
              </a:rPr>
              <a:t>de </a:t>
            </a:r>
            <a:r>
              <a:rPr sz="1600" b="1" spc="-165" dirty="0">
                <a:latin typeface="Arial"/>
                <a:cs typeface="Arial"/>
              </a:rPr>
              <a:t>OT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estándar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6784" y="4656835"/>
            <a:ext cx="153225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transformación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ocurre </a:t>
            </a:r>
            <a:r>
              <a:rPr sz="1000" spc="-20" dirty="0">
                <a:latin typeface="Arial"/>
                <a:cs typeface="Arial"/>
              </a:rPr>
              <a:t>cuando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gente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cambia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su </a:t>
            </a:r>
            <a:r>
              <a:rPr sz="1000" spc="-30" dirty="0">
                <a:latin typeface="Arial"/>
                <a:cs typeface="Arial"/>
              </a:rPr>
              <a:t>manera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trabajar.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spc="-40" dirty="0">
                <a:latin typeface="Arial"/>
                <a:cs typeface="Arial"/>
              </a:rPr>
              <a:t>El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DataOps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 </a:t>
            </a:r>
            <a:r>
              <a:rPr sz="1000" dirty="0">
                <a:latin typeface="Arial"/>
                <a:cs typeface="Arial"/>
              </a:rPr>
              <a:t>simplifica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adopción mediante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herramientas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 </a:t>
            </a:r>
            <a:r>
              <a:rPr sz="1000" spc="-10" dirty="0">
                <a:latin typeface="Arial"/>
                <a:cs typeface="Arial"/>
              </a:rPr>
              <a:t>contextualización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datos, </a:t>
            </a:r>
            <a:r>
              <a:rPr sz="1000" dirty="0">
                <a:latin typeface="Arial"/>
                <a:cs typeface="Arial"/>
              </a:rPr>
              <a:t>descubrimiento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y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modelado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diseñadas </a:t>
            </a:r>
            <a:r>
              <a:rPr sz="1000" spc="-20" dirty="0">
                <a:latin typeface="Arial"/>
                <a:cs typeface="Arial"/>
              </a:rPr>
              <a:t>para usuarios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67950" y="4656835"/>
            <a:ext cx="1518920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32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Los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especialistas</a:t>
            </a:r>
            <a:r>
              <a:rPr sz="1000" spc="5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necesitan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efectuar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análisis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ingeniería </a:t>
            </a:r>
            <a:r>
              <a:rPr sz="1000" spc="-10" dirty="0">
                <a:latin typeface="Arial"/>
                <a:cs typeface="Arial"/>
              </a:rPr>
              <a:t>complejos.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spc="-40" dirty="0">
                <a:latin typeface="Arial"/>
                <a:cs typeface="Arial"/>
              </a:rPr>
              <a:t>El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DataOps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 </a:t>
            </a:r>
            <a:r>
              <a:rPr sz="1000" dirty="0">
                <a:latin typeface="Arial"/>
                <a:cs typeface="Arial"/>
              </a:rPr>
              <a:t>simplifica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análisis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tanto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ad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hoc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como </a:t>
            </a:r>
            <a:r>
              <a:rPr sz="1000" dirty="0">
                <a:latin typeface="Arial"/>
                <a:cs typeface="Arial"/>
              </a:rPr>
              <a:t>repetible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usando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funciones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ingeniería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y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25" dirty="0">
                <a:latin typeface="Arial"/>
                <a:cs typeface="Arial"/>
              </a:rPr>
              <a:t> de </a:t>
            </a:r>
            <a:r>
              <a:rPr sz="1000" spc="-10" dirty="0">
                <a:latin typeface="Arial"/>
                <a:cs typeface="Arial"/>
              </a:rPr>
              <a:t>simulación.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63797" y="4656835"/>
            <a:ext cx="1283970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419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Los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industriales están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encerrados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en </a:t>
            </a:r>
            <a:r>
              <a:rPr sz="1000" spc="-20" dirty="0">
                <a:latin typeface="Arial"/>
                <a:cs typeface="Arial"/>
              </a:rPr>
              <a:t>muchos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sistemas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no </a:t>
            </a:r>
            <a:r>
              <a:rPr sz="1000" spc="-10" dirty="0">
                <a:latin typeface="Arial"/>
                <a:cs typeface="Arial"/>
              </a:rPr>
              <a:t>interconectados.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spc="-40" dirty="0">
                <a:latin typeface="Arial"/>
                <a:cs typeface="Arial"/>
              </a:rPr>
              <a:t>El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DataOps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industrial </a:t>
            </a:r>
            <a:r>
              <a:rPr sz="1000" dirty="0">
                <a:latin typeface="Arial"/>
                <a:cs typeface="Arial"/>
              </a:rPr>
              <a:t>simplifica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acceso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fuentes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 </a:t>
            </a:r>
            <a:r>
              <a:rPr sz="1000" dirty="0">
                <a:latin typeface="Arial"/>
                <a:cs typeface="Arial"/>
              </a:rPr>
              <a:t>industriales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con </a:t>
            </a:r>
            <a:r>
              <a:rPr sz="1000" dirty="0">
                <a:latin typeface="Arial"/>
                <a:cs typeface="Arial"/>
              </a:rPr>
              <a:t>conectividad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estándar.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75990" y="4550409"/>
            <a:ext cx="719963" cy="381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23434" y="4550409"/>
            <a:ext cx="719963" cy="381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77557" y="4550409"/>
            <a:ext cx="719963" cy="381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78342" y="4550409"/>
            <a:ext cx="720089" cy="381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79126" y="4550409"/>
            <a:ext cx="720090" cy="381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736206" y="1916938"/>
            <a:ext cx="107251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sz="2000" b="1" i="1" spc="-70" dirty="0">
                <a:solidFill>
                  <a:srgbClr val="FFFFFF"/>
                </a:solidFill>
                <a:latin typeface="Arial"/>
                <a:cs typeface="Arial"/>
              </a:rPr>
              <a:t>DataOps </a:t>
            </a:r>
            <a:r>
              <a:rPr sz="2000" b="1" i="1" spc="-85" dirty="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13120" y="915924"/>
            <a:ext cx="2684145" cy="2685668"/>
            <a:chOff x="5913120" y="915924"/>
            <a:chExt cx="2684145" cy="2685668"/>
          </a:xfrm>
        </p:grpSpPr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13120" y="915924"/>
              <a:ext cx="2684145" cy="268566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68390" y="1134237"/>
              <a:ext cx="2206752" cy="2206243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922014"/>
              <a:ext cx="12191999" cy="393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1146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62787" y="4391405"/>
            <a:ext cx="34378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797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Disminución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costos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mantenimiento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3969" y="4391405"/>
            <a:ext cx="3543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0">
              <a:lnSpc>
                <a:spcPct val="100000"/>
              </a:lnSpc>
              <a:spcBef>
                <a:spcPts val="100"/>
              </a:spcBef>
            </a:pP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Mejora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productividad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trabajadores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60%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6468" y="1309116"/>
            <a:ext cx="10765790" cy="4279265"/>
            <a:chOff x="696468" y="1309116"/>
            <a:chExt cx="10765790" cy="427926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468" y="1309116"/>
              <a:ext cx="2936494" cy="29387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2195" y="1527683"/>
              <a:ext cx="2459151" cy="24585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6027" y="1600200"/>
              <a:ext cx="2362708" cy="23611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8712" y="1754251"/>
              <a:ext cx="2006066" cy="20055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10100" y="1309116"/>
              <a:ext cx="2938779" cy="2938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6569" y="1527683"/>
              <a:ext cx="2458917" cy="24585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01183" y="1600200"/>
              <a:ext cx="2361184" cy="236118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2953" y="1754251"/>
              <a:ext cx="2006092" cy="20055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25256" y="1309116"/>
              <a:ext cx="2936494" cy="29387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80718" y="1527683"/>
              <a:ext cx="2458980" cy="24585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14815" y="1600200"/>
              <a:ext cx="2362707" cy="23611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07221" y="1754251"/>
              <a:ext cx="2006092" cy="20055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21687" y="5524626"/>
              <a:ext cx="720089" cy="635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5954" y="5524626"/>
              <a:ext cx="720090" cy="63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50222" y="5524626"/>
              <a:ext cx="720089" cy="635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38929" y="2194941"/>
              <a:ext cx="3914140" cy="2823845"/>
            </a:xfrm>
            <a:custGeom>
              <a:avLst/>
              <a:gdLst/>
              <a:ahLst/>
              <a:cxnLst/>
              <a:rect l="l" t="t" r="r" b="b"/>
              <a:pathLst>
                <a:path w="3914140" h="2823845">
                  <a:moveTo>
                    <a:pt x="0" y="2823718"/>
                  </a:moveTo>
                  <a:lnTo>
                    <a:pt x="0" y="0"/>
                  </a:lnTo>
                </a:path>
                <a:path w="3914140" h="2823845">
                  <a:moveTo>
                    <a:pt x="3914140" y="2823718"/>
                  </a:moveTo>
                  <a:lnTo>
                    <a:pt x="3914140" y="0"/>
                  </a:lnTo>
                </a:path>
              </a:pathLst>
            </a:custGeom>
            <a:ln w="9525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304403" y="4391405"/>
            <a:ext cx="341376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Reducción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tiempo 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improductivo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activos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un 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8%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55617" y="6507174"/>
            <a:ext cx="25019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  <a:tabLst>
                <a:tab pos="2433955" algn="l"/>
              </a:tabLst>
            </a:pP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PUBLIC</a:t>
            </a:r>
            <a:r>
              <a:rPr sz="700" spc="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500" b="1" spc="-97" baseline="-5555" dirty="0">
                <a:latin typeface="Arial"/>
                <a:cs typeface="Arial"/>
              </a:rPr>
              <a:t>9</a:t>
            </a:r>
            <a:endParaRPr sz="1500" baseline="-5555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369567" y="324434"/>
            <a:ext cx="9451340" cy="9023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145030" marR="5080" indent="-2132330">
              <a:lnSpc>
                <a:spcPts val="3300"/>
              </a:lnSpc>
              <a:spcBef>
                <a:spcPts val="459"/>
              </a:spcBef>
            </a:pPr>
            <a:r>
              <a:rPr sz="3000" spc="-190" dirty="0">
                <a:solidFill>
                  <a:srgbClr val="000000"/>
                </a:solidFill>
              </a:rPr>
              <a:t>El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65" dirty="0">
                <a:solidFill>
                  <a:srgbClr val="000000"/>
                </a:solidFill>
              </a:rPr>
              <a:t>DataOps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industrial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85" dirty="0">
                <a:solidFill>
                  <a:srgbClr val="000000"/>
                </a:solidFill>
              </a:rPr>
              <a:t>libera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el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10" dirty="0">
                <a:solidFill>
                  <a:srgbClr val="000000"/>
                </a:solidFill>
              </a:rPr>
              <a:t>valor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la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transformación </a:t>
            </a:r>
            <a:r>
              <a:rPr sz="3000" spc="-85" dirty="0">
                <a:solidFill>
                  <a:srgbClr val="000000"/>
                </a:solidFill>
              </a:rPr>
              <a:t>para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las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empresas</a:t>
            </a:r>
            <a:r>
              <a:rPr sz="3000" spc="-24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industriales</a:t>
            </a:r>
            <a:endParaRPr sz="3000"/>
          </a:p>
        </p:txBody>
      </p:sp>
      <p:sp>
        <p:nvSpPr>
          <p:cNvPr id="27" name="object 27"/>
          <p:cNvSpPr txBox="1"/>
          <p:nvPr/>
        </p:nvSpPr>
        <p:spPr>
          <a:xfrm>
            <a:off x="310388" y="6285077"/>
            <a:ext cx="29362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*Resultados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basados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previos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despliegues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1146" y="6316924"/>
              <a:ext cx="1538985" cy="523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098289" cy="685799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5653" y="397509"/>
            <a:ext cx="36982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3210">
              <a:lnSpc>
                <a:spcPct val="100000"/>
              </a:lnSpc>
              <a:spcBef>
                <a:spcPts val="100"/>
              </a:spcBef>
            </a:pPr>
            <a:r>
              <a:rPr sz="2400" spc="-85" dirty="0"/>
              <a:t>Sistema</a:t>
            </a:r>
            <a:r>
              <a:rPr sz="2400" spc="-185" dirty="0"/>
              <a:t> </a:t>
            </a:r>
            <a:r>
              <a:rPr sz="2400" spc="-70" dirty="0"/>
              <a:t>de</a:t>
            </a:r>
            <a:r>
              <a:rPr sz="2400" spc="-170" dirty="0"/>
              <a:t> </a:t>
            </a:r>
            <a:r>
              <a:rPr sz="2400" spc="-10" dirty="0"/>
              <a:t>producción </a:t>
            </a:r>
            <a:r>
              <a:rPr sz="2400" spc="-95" dirty="0"/>
              <a:t>The</a:t>
            </a:r>
            <a:r>
              <a:rPr sz="2400" spc="-145" dirty="0"/>
              <a:t> </a:t>
            </a:r>
            <a:r>
              <a:rPr sz="2400" spc="-105" dirty="0"/>
              <a:t>Connected</a:t>
            </a:r>
            <a:r>
              <a:rPr sz="2400" spc="-120" dirty="0"/>
              <a:t> Enterprise®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503021" y="1434211"/>
            <a:ext cx="309372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 marR="217170" algn="ctr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transformación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fabricación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durante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todo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ciclo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vida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561" y="2653106"/>
            <a:ext cx="364553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uso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automatización 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conectar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personas,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herramientas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puedan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funcionar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máxima capacidad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373" y="4482846"/>
            <a:ext cx="36080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Diseñado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agilidad, 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escalabilidad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seguridad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núcleo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84598" y="908558"/>
            <a:ext cx="6595745" cy="4904740"/>
            <a:chOff x="4284598" y="908558"/>
            <a:chExt cx="6595745" cy="490474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4598" y="908558"/>
              <a:ext cx="3366516" cy="12917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8510" y="2221991"/>
              <a:ext cx="2170049" cy="21700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638" y="4411725"/>
              <a:ext cx="3608196" cy="11537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29091" y="2221991"/>
              <a:ext cx="2650743" cy="21700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72196" y="908558"/>
              <a:ext cx="3201670" cy="12917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60031" y="2455291"/>
              <a:ext cx="1712976" cy="17176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0688" y="5605678"/>
              <a:ext cx="3570097" cy="20730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290689" y="5605678"/>
            <a:ext cx="3570604" cy="20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2455">
              <a:lnSpc>
                <a:spcPts val="1630"/>
              </a:lnSpc>
            </a:pPr>
            <a:r>
              <a:rPr sz="1400" b="1" spc="-2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5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b="1" spc="4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6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927842" y="919937"/>
            <a:ext cx="851535" cy="4892675"/>
            <a:chOff x="10927842" y="919937"/>
            <a:chExt cx="851535" cy="4892675"/>
          </a:xfrm>
        </p:grpSpPr>
        <p:sp>
          <p:nvSpPr>
            <p:cNvPr id="21" name="object 21"/>
            <p:cNvSpPr/>
            <p:nvPr/>
          </p:nvSpPr>
          <p:spPr>
            <a:xfrm>
              <a:off x="10927842" y="919937"/>
              <a:ext cx="851535" cy="4892675"/>
            </a:xfrm>
            <a:custGeom>
              <a:avLst/>
              <a:gdLst/>
              <a:ahLst/>
              <a:cxnLst/>
              <a:rect l="l" t="t" r="r" b="b"/>
              <a:pathLst>
                <a:path w="851534" h="4892675">
                  <a:moveTo>
                    <a:pt x="851522" y="0"/>
                  </a:moveTo>
                  <a:lnTo>
                    <a:pt x="0" y="0"/>
                  </a:lnTo>
                  <a:lnTo>
                    <a:pt x="0" y="4892548"/>
                  </a:lnTo>
                  <a:lnTo>
                    <a:pt x="851522" y="4892548"/>
                  </a:lnTo>
                  <a:lnTo>
                    <a:pt x="851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226218" y="1608230"/>
              <a:ext cx="64333" cy="935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13056" y="1628256"/>
              <a:ext cx="64324" cy="733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198048" y="1662912"/>
              <a:ext cx="309245" cy="144780"/>
            </a:xfrm>
            <a:custGeom>
              <a:avLst/>
              <a:gdLst/>
              <a:ahLst/>
              <a:cxnLst/>
              <a:rect l="l" t="t" r="r" b="b"/>
              <a:pathLst>
                <a:path w="309245" h="144780">
                  <a:moveTo>
                    <a:pt x="217055" y="81953"/>
                  </a:moveTo>
                  <a:lnTo>
                    <a:pt x="214998" y="79933"/>
                  </a:lnTo>
                  <a:lnTo>
                    <a:pt x="212471" y="79933"/>
                  </a:lnTo>
                  <a:lnTo>
                    <a:pt x="209943" y="79933"/>
                  </a:lnTo>
                  <a:lnTo>
                    <a:pt x="207886" y="81953"/>
                  </a:lnTo>
                  <a:lnTo>
                    <a:pt x="207886" y="123888"/>
                  </a:lnTo>
                  <a:lnTo>
                    <a:pt x="209943" y="125907"/>
                  </a:lnTo>
                  <a:lnTo>
                    <a:pt x="214998" y="125907"/>
                  </a:lnTo>
                  <a:lnTo>
                    <a:pt x="217055" y="123888"/>
                  </a:lnTo>
                  <a:lnTo>
                    <a:pt x="217055" y="81953"/>
                  </a:lnTo>
                  <a:close/>
                </a:path>
                <a:path w="309245" h="144780">
                  <a:moveTo>
                    <a:pt x="289737" y="116027"/>
                  </a:moveTo>
                  <a:lnTo>
                    <a:pt x="287883" y="114084"/>
                  </a:lnTo>
                  <a:lnTo>
                    <a:pt x="286105" y="112318"/>
                  </a:lnTo>
                  <a:lnTo>
                    <a:pt x="283210" y="112306"/>
                  </a:lnTo>
                  <a:lnTo>
                    <a:pt x="261327" y="133527"/>
                  </a:lnTo>
                  <a:lnTo>
                    <a:pt x="256908" y="135343"/>
                  </a:lnTo>
                  <a:lnTo>
                    <a:pt x="182308" y="135382"/>
                  </a:lnTo>
                  <a:lnTo>
                    <a:pt x="180263" y="137401"/>
                  </a:lnTo>
                  <a:lnTo>
                    <a:pt x="180263" y="142379"/>
                  </a:lnTo>
                  <a:lnTo>
                    <a:pt x="182308" y="144411"/>
                  </a:lnTo>
                  <a:lnTo>
                    <a:pt x="259321" y="144373"/>
                  </a:lnTo>
                  <a:lnTo>
                    <a:pt x="266077" y="141617"/>
                  </a:lnTo>
                  <a:lnTo>
                    <a:pt x="289648" y="118884"/>
                  </a:lnTo>
                  <a:lnTo>
                    <a:pt x="289737" y="116027"/>
                  </a:lnTo>
                  <a:close/>
                </a:path>
                <a:path w="309245" h="144780">
                  <a:moveTo>
                    <a:pt x="308787" y="83680"/>
                  </a:moveTo>
                  <a:lnTo>
                    <a:pt x="286981" y="48209"/>
                  </a:lnTo>
                  <a:lnTo>
                    <a:pt x="268465" y="45110"/>
                  </a:lnTo>
                  <a:lnTo>
                    <a:pt x="247154" y="45110"/>
                  </a:lnTo>
                  <a:lnTo>
                    <a:pt x="239293" y="44119"/>
                  </a:lnTo>
                  <a:lnTo>
                    <a:pt x="231394" y="43916"/>
                  </a:lnTo>
                  <a:lnTo>
                    <a:pt x="223520" y="44500"/>
                  </a:lnTo>
                  <a:lnTo>
                    <a:pt x="215722" y="45872"/>
                  </a:lnTo>
                  <a:lnTo>
                    <a:pt x="213931" y="19392"/>
                  </a:lnTo>
                  <a:lnTo>
                    <a:pt x="163017" y="698"/>
                  </a:lnTo>
                  <a:lnTo>
                    <a:pt x="153771" y="0"/>
                  </a:lnTo>
                  <a:lnTo>
                    <a:pt x="152628" y="0"/>
                  </a:lnTo>
                  <a:lnTo>
                    <a:pt x="113347" y="4927"/>
                  </a:lnTo>
                  <a:lnTo>
                    <a:pt x="91871" y="43916"/>
                  </a:lnTo>
                  <a:lnTo>
                    <a:pt x="91643" y="48145"/>
                  </a:lnTo>
                  <a:lnTo>
                    <a:pt x="83972" y="46888"/>
                  </a:lnTo>
                  <a:lnTo>
                    <a:pt x="76250" y="46012"/>
                  </a:lnTo>
                  <a:lnTo>
                    <a:pt x="68491" y="45491"/>
                  </a:lnTo>
                  <a:lnTo>
                    <a:pt x="60718" y="45339"/>
                  </a:lnTo>
                  <a:lnTo>
                    <a:pt x="40271" y="46494"/>
                  </a:lnTo>
                  <a:lnTo>
                    <a:pt x="1244" y="67487"/>
                  </a:lnTo>
                  <a:lnTo>
                    <a:pt x="228" y="82334"/>
                  </a:lnTo>
                  <a:lnTo>
                    <a:pt x="127" y="83680"/>
                  </a:lnTo>
                  <a:lnTo>
                    <a:pt x="19215" y="117563"/>
                  </a:lnTo>
                  <a:lnTo>
                    <a:pt x="46748" y="144360"/>
                  </a:lnTo>
                  <a:lnTo>
                    <a:pt x="164833" y="144360"/>
                  </a:lnTo>
                  <a:lnTo>
                    <a:pt x="166878" y="142341"/>
                  </a:lnTo>
                  <a:lnTo>
                    <a:pt x="166878" y="137363"/>
                  </a:lnTo>
                  <a:lnTo>
                    <a:pt x="164833" y="135343"/>
                  </a:lnTo>
                  <a:lnTo>
                    <a:pt x="120827" y="135343"/>
                  </a:lnTo>
                  <a:lnTo>
                    <a:pt x="120954" y="109131"/>
                  </a:lnTo>
                  <a:lnTo>
                    <a:pt x="121081" y="82867"/>
                  </a:lnTo>
                  <a:lnTo>
                    <a:pt x="121094" y="67487"/>
                  </a:lnTo>
                  <a:lnTo>
                    <a:pt x="119430" y="62318"/>
                  </a:lnTo>
                  <a:lnTo>
                    <a:pt x="119354" y="62115"/>
                  </a:lnTo>
                  <a:lnTo>
                    <a:pt x="115074" y="57467"/>
                  </a:lnTo>
                  <a:lnTo>
                    <a:pt x="111671" y="55435"/>
                  </a:lnTo>
                  <a:lnTo>
                    <a:pt x="111671" y="66852"/>
                  </a:lnTo>
                  <a:lnTo>
                    <a:pt x="111594" y="82334"/>
                  </a:lnTo>
                  <a:lnTo>
                    <a:pt x="111467" y="108597"/>
                  </a:lnTo>
                  <a:lnTo>
                    <a:pt x="111340" y="135343"/>
                  </a:lnTo>
                  <a:lnTo>
                    <a:pt x="97917" y="135343"/>
                  </a:lnTo>
                  <a:lnTo>
                    <a:pt x="97917" y="82867"/>
                  </a:lnTo>
                  <a:lnTo>
                    <a:pt x="95872" y="80835"/>
                  </a:lnTo>
                  <a:lnTo>
                    <a:pt x="90805" y="80835"/>
                  </a:lnTo>
                  <a:lnTo>
                    <a:pt x="88760" y="82867"/>
                  </a:lnTo>
                  <a:lnTo>
                    <a:pt x="88760" y="135343"/>
                  </a:lnTo>
                  <a:lnTo>
                    <a:pt x="47840" y="135343"/>
                  </a:lnTo>
                  <a:lnTo>
                    <a:pt x="34899" y="124231"/>
                  </a:lnTo>
                  <a:lnTo>
                    <a:pt x="23431" y="111734"/>
                  </a:lnTo>
                  <a:lnTo>
                    <a:pt x="13550" y="97993"/>
                  </a:lnTo>
                  <a:lnTo>
                    <a:pt x="5359" y="83146"/>
                  </a:lnTo>
                  <a:lnTo>
                    <a:pt x="6400" y="67983"/>
                  </a:lnTo>
                  <a:lnTo>
                    <a:pt x="6464" y="66992"/>
                  </a:lnTo>
                  <a:lnTo>
                    <a:pt x="59105" y="52920"/>
                  </a:lnTo>
                  <a:lnTo>
                    <a:pt x="80238" y="54165"/>
                  </a:lnTo>
                  <a:lnTo>
                    <a:pt x="111671" y="66852"/>
                  </a:lnTo>
                  <a:lnTo>
                    <a:pt x="111671" y="55435"/>
                  </a:lnTo>
                  <a:lnTo>
                    <a:pt x="108889" y="53771"/>
                  </a:lnTo>
                  <a:lnTo>
                    <a:pt x="107492" y="53213"/>
                  </a:lnTo>
                  <a:lnTo>
                    <a:pt x="106680" y="52920"/>
                  </a:lnTo>
                  <a:lnTo>
                    <a:pt x="100838" y="50749"/>
                  </a:lnTo>
                  <a:lnTo>
                    <a:pt x="117246" y="13614"/>
                  </a:lnTo>
                  <a:lnTo>
                    <a:pt x="155384" y="9194"/>
                  </a:lnTo>
                  <a:lnTo>
                    <a:pt x="177063" y="10426"/>
                  </a:lnTo>
                  <a:lnTo>
                    <a:pt x="209918" y="50266"/>
                  </a:lnTo>
                  <a:lnTo>
                    <a:pt x="209943" y="50749"/>
                  </a:lnTo>
                  <a:lnTo>
                    <a:pt x="201968" y="53771"/>
                  </a:lnTo>
                  <a:lnTo>
                    <a:pt x="195630" y="57607"/>
                  </a:lnTo>
                  <a:lnTo>
                    <a:pt x="191338" y="62318"/>
                  </a:lnTo>
                  <a:lnTo>
                    <a:pt x="189674" y="67487"/>
                  </a:lnTo>
                  <a:lnTo>
                    <a:pt x="189611" y="67665"/>
                  </a:lnTo>
                  <a:lnTo>
                    <a:pt x="189509" y="121437"/>
                  </a:lnTo>
                  <a:lnTo>
                    <a:pt x="188874" y="125958"/>
                  </a:lnTo>
                  <a:lnTo>
                    <a:pt x="194005" y="125958"/>
                  </a:lnTo>
                  <a:lnTo>
                    <a:pt x="196024" y="123964"/>
                  </a:lnTo>
                  <a:lnTo>
                    <a:pt x="194094" y="121437"/>
                  </a:lnTo>
                  <a:lnTo>
                    <a:pt x="194094" y="66040"/>
                  </a:lnTo>
                  <a:lnTo>
                    <a:pt x="200990" y="59804"/>
                  </a:lnTo>
                  <a:lnTo>
                    <a:pt x="214198" y="55422"/>
                  </a:lnTo>
                  <a:lnTo>
                    <a:pt x="230009" y="52920"/>
                  </a:lnTo>
                  <a:lnTo>
                    <a:pt x="228777" y="52920"/>
                  </a:lnTo>
                  <a:lnTo>
                    <a:pt x="268097" y="53213"/>
                  </a:lnTo>
                  <a:lnTo>
                    <a:pt x="299148" y="80835"/>
                  </a:lnTo>
                  <a:lnTo>
                    <a:pt x="299250" y="82334"/>
                  </a:lnTo>
                  <a:lnTo>
                    <a:pt x="296710" y="89001"/>
                  </a:lnTo>
                  <a:lnTo>
                    <a:pt x="293522" y="95415"/>
                  </a:lnTo>
                  <a:lnTo>
                    <a:pt x="289763" y="101498"/>
                  </a:lnTo>
                  <a:lnTo>
                    <a:pt x="288429" y="103619"/>
                  </a:lnTo>
                  <a:lnTo>
                    <a:pt x="289102" y="106400"/>
                  </a:lnTo>
                  <a:lnTo>
                    <a:pt x="291249" y="107708"/>
                  </a:lnTo>
                  <a:lnTo>
                    <a:pt x="293370" y="109131"/>
                  </a:lnTo>
                  <a:lnTo>
                    <a:pt x="296227" y="108597"/>
                  </a:lnTo>
                  <a:lnTo>
                    <a:pt x="297726" y="106400"/>
                  </a:lnTo>
                  <a:lnTo>
                    <a:pt x="302107" y="99377"/>
                  </a:lnTo>
                  <a:lnTo>
                    <a:pt x="305676" y="92113"/>
                  </a:lnTo>
                  <a:lnTo>
                    <a:pt x="308787" y="8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19664" y="1582242"/>
              <a:ext cx="64281" cy="733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196333" y="2420251"/>
              <a:ext cx="292735" cy="170180"/>
            </a:xfrm>
            <a:custGeom>
              <a:avLst/>
              <a:gdLst/>
              <a:ahLst/>
              <a:cxnLst/>
              <a:rect l="l" t="t" r="r" b="b"/>
              <a:pathLst>
                <a:path w="292734" h="170180">
                  <a:moveTo>
                    <a:pt x="38379" y="99682"/>
                  </a:moveTo>
                  <a:lnTo>
                    <a:pt x="36474" y="97777"/>
                  </a:lnTo>
                  <a:lnTo>
                    <a:pt x="31546" y="97777"/>
                  </a:lnTo>
                  <a:lnTo>
                    <a:pt x="29654" y="99682"/>
                  </a:lnTo>
                  <a:lnTo>
                    <a:pt x="29654" y="151041"/>
                  </a:lnTo>
                  <a:lnTo>
                    <a:pt x="31394" y="152908"/>
                  </a:lnTo>
                  <a:lnTo>
                    <a:pt x="33629" y="153047"/>
                  </a:lnTo>
                  <a:lnTo>
                    <a:pt x="36233" y="153047"/>
                  </a:lnTo>
                  <a:lnTo>
                    <a:pt x="38125" y="151142"/>
                  </a:lnTo>
                  <a:lnTo>
                    <a:pt x="38379" y="99682"/>
                  </a:lnTo>
                  <a:close/>
                </a:path>
                <a:path w="292734" h="170180">
                  <a:moveTo>
                    <a:pt x="135788" y="99682"/>
                  </a:moveTo>
                  <a:lnTo>
                    <a:pt x="133896" y="97777"/>
                  </a:lnTo>
                  <a:lnTo>
                    <a:pt x="129222" y="97777"/>
                  </a:lnTo>
                  <a:lnTo>
                    <a:pt x="127317" y="99682"/>
                  </a:lnTo>
                  <a:lnTo>
                    <a:pt x="127317" y="151142"/>
                  </a:lnTo>
                  <a:lnTo>
                    <a:pt x="129222" y="153047"/>
                  </a:lnTo>
                  <a:lnTo>
                    <a:pt x="131305" y="153047"/>
                  </a:lnTo>
                  <a:lnTo>
                    <a:pt x="131559" y="153047"/>
                  </a:lnTo>
                  <a:lnTo>
                    <a:pt x="133642" y="153047"/>
                  </a:lnTo>
                  <a:lnTo>
                    <a:pt x="135534" y="151142"/>
                  </a:lnTo>
                  <a:lnTo>
                    <a:pt x="135788" y="99682"/>
                  </a:lnTo>
                  <a:close/>
                </a:path>
                <a:path w="292734" h="170180">
                  <a:moveTo>
                    <a:pt x="150660" y="163322"/>
                  </a:moveTo>
                  <a:lnTo>
                    <a:pt x="148755" y="161417"/>
                  </a:lnTo>
                  <a:lnTo>
                    <a:pt x="146545" y="161544"/>
                  </a:lnTo>
                  <a:lnTo>
                    <a:pt x="34582" y="161556"/>
                  </a:lnTo>
                  <a:lnTo>
                    <a:pt x="32816" y="160820"/>
                  </a:lnTo>
                  <a:lnTo>
                    <a:pt x="6832" y="134543"/>
                  </a:lnTo>
                  <a:lnTo>
                    <a:pt x="4152" y="134531"/>
                  </a:lnTo>
                  <a:lnTo>
                    <a:pt x="825" y="137871"/>
                  </a:lnTo>
                  <a:lnTo>
                    <a:pt x="825" y="140550"/>
                  </a:lnTo>
                  <a:lnTo>
                    <a:pt x="28308" y="168313"/>
                  </a:lnTo>
                  <a:lnTo>
                    <a:pt x="32219" y="169938"/>
                  </a:lnTo>
                  <a:lnTo>
                    <a:pt x="148755" y="169926"/>
                  </a:lnTo>
                  <a:lnTo>
                    <a:pt x="150660" y="168021"/>
                  </a:lnTo>
                  <a:lnTo>
                    <a:pt x="150660" y="163322"/>
                  </a:lnTo>
                  <a:close/>
                </a:path>
                <a:path w="292734" h="170180">
                  <a:moveTo>
                    <a:pt x="292252" y="0"/>
                  </a:moveTo>
                  <a:lnTo>
                    <a:pt x="135280" y="0"/>
                  </a:lnTo>
                  <a:lnTo>
                    <a:pt x="133375" y="1905"/>
                  </a:lnTo>
                  <a:lnTo>
                    <a:pt x="133375" y="6604"/>
                  </a:lnTo>
                  <a:lnTo>
                    <a:pt x="135280" y="8496"/>
                  </a:lnTo>
                  <a:lnTo>
                    <a:pt x="283768" y="8496"/>
                  </a:lnTo>
                  <a:lnTo>
                    <a:pt x="283781" y="119037"/>
                  </a:lnTo>
                  <a:lnTo>
                    <a:pt x="207543" y="119037"/>
                  </a:lnTo>
                  <a:lnTo>
                    <a:pt x="207543" y="131787"/>
                  </a:lnTo>
                  <a:lnTo>
                    <a:pt x="207543" y="161607"/>
                  </a:lnTo>
                  <a:lnTo>
                    <a:pt x="190601" y="161607"/>
                  </a:lnTo>
                  <a:lnTo>
                    <a:pt x="190601" y="161417"/>
                  </a:lnTo>
                  <a:lnTo>
                    <a:pt x="190601" y="131787"/>
                  </a:lnTo>
                  <a:lnTo>
                    <a:pt x="207543" y="131787"/>
                  </a:lnTo>
                  <a:lnTo>
                    <a:pt x="207543" y="119037"/>
                  </a:lnTo>
                  <a:lnTo>
                    <a:pt x="169418" y="119037"/>
                  </a:lnTo>
                  <a:lnTo>
                    <a:pt x="169125" y="114782"/>
                  </a:lnTo>
                  <a:lnTo>
                    <a:pt x="276377" y="114782"/>
                  </a:lnTo>
                  <a:lnTo>
                    <a:pt x="278269" y="112877"/>
                  </a:lnTo>
                  <a:lnTo>
                    <a:pt x="278269" y="108191"/>
                  </a:lnTo>
                  <a:lnTo>
                    <a:pt x="276377" y="106273"/>
                  </a:lnTo>
                  <a:lnTo>
                    <a:pt x="165773" y="106273"/>
                  </a:lnTo>
                  <a:lnTo>
                    <a:pt x="164579" y="86893"/>
                  </a:lnTo>
                  <a:lnTo>
                    <a:pt x="164553" y="86385"/>
                  </a:lnTo>
                  <a:lnTo>
                    <a:pt x="156845" y="72364"/>
                  </a:lnTo>
                  <a:lnTo>
                    <a:pt x="139687" y="63385"/>
                  </a:lnTo>
                  <a:lnTo>
                    <a:pt x="138239" y="62623"/>
                  </a:lnTo>
                  <a:lnTo>
                    <a:pt x="112471" y="56946"/>
                  </a:lnTo>
                  <a:lnTo>
                    <a:pt x="83312" y="55092"/>
                  </a:lnTo>
                  <a:lnTo>
                    <a:pt x="54127" y="56946"/>
                  </a:lnTo>
                  <a:lnTo>
                    <a:pt x="28346" y="62623"/>
                  </a:lnTo>
                  <a:lnTo>
                    <a:pt x="9715" y="72364"/>
                  </a:lnTo>
                  <a:lnTo>
                    <a:pt x="1993" y="86385"/>
                  </a:lnTo>
                  <a:lnTo>
                    <a:pt x="0" y="122897"/>
                  </a:lnTo>
                  <a:lnTo>
                    <a:pt x="0" y="125158"/>
                  </a:lnTo>
                  <a:lnTo>
                    <a:pt x="1752" y="127025"/>
                  </a:lnTo>
                  <a:lnTo>
                    <a:pt x="6210" y="127317"/>
                  </a:lnTo>
                  <a:lnTo>
                    <a:pt x="8191" y="125679"/>
                  </a:lnTo>
                  <a:lnTo>
                    <a:pt x="8470" y="123456"/>
                  </a:lnTo>
                  <a:lnTo>
                    <a:pt x="10464" y="86893"/>
                  </a:lnTo>
                  <a:lnTo>
                    <a:pt x="16459" y="77609"/>
                  </a:lnTo>
                  <a:lnTo>
                    <a:pt x="31915" y="70154"/>
                  </a:lnTo>
                  <a:lnTo>
                    <a:pt x="54851" y="65189"/>
                  </a:lnTo>
                  <a:lnTo>
                    <a:pt x="83312" y="63385"/>
                  </a:lnTo>
                  <a:lnTo>
                    <a:pt x="112191" y="65189"/>
                  </a:lnTo>
                  <a:lnTo>
                    <a:pt x="111887" y="65189"/>
                  </a:lnTo>
                  <a:lnTo>
                    <a:pt x="135115" y="70154"/>
                  </a:lnTo>
                  <a:lnTo>
                    <a:pt x="134886" y="70154"/>
                  </a:lnTo>
                  <a:lnTo>
                    <a:pt x="150152" y="77444"/>
                  </a:lnTo>
                  <a:lnTo>
                    <a:pt x="156159" y="86677"/>
                  </a:lnTo>
                  <a:lnTo>
                    <a:pt x="160134" y="152006"/>
                  </a:lnTo>
                  <a:lnTo>
                    <a:pt x="160147" y="152400"/>
                  </a:lnTo>
                  <a:lnTo>
                    <a:pt x="162013" y="154152"/>
                  </a:lnTo>
                  <a:lnTo>
                    <a:pt x="164452" y="154152"/>
                  </a:lnTo>
                  <a:lnTo>
                    <a:pt x="166814" y="153987"/>
                  </a:lnTo>
                  <a:lnTo>
                    <a:pt x="168567" y="152006"/>
                  </a:lnTo>
                  <a:lnTo>
                    <a:pt x="168452" y="149682"/>
                  </a:lnTo>
                  <a:lnTo>
                    <a:pt x="167106" y="127533"/>
                  </a:lnTo>
                  <a:lnTo>
                    <a:pt x="167093" y="127406"/>
                  </a:lnTo>
                  <a:lnTo>
                    <a:pt x="182130" y="127406"/>
                  </a:lnTo>
                  <a:lnTo>
                    <a:pt x="182130" y="161417"/>
                  </a:lnTo>
                  <a:lnTo>
                    <a:pt x="164465" y="161417"/>
                  </a:lnTo>
                  <a:lnTo>
                    <a:pt x="162852" y="160794"/>
                  </a:lnTo>
                  <a:lnTo>
                    <a:pt x="161036" y="161607"/>
                  </a:lnTo>
                  <a:lnTo>
                    <a:pt x="160235" y="163703"/>
                  </a:lnTo>
                  <a:lnTo>
                    <a:pt x="160235" y="167119"/>
                  </a:lnTo>
                  <a:lnTo>
                    <a:pt x="164465" y="165671"/>
                  </a:lnTo>
                  <a:lnTo>
                    <a:pt x="182130" y="165671"/>
                  </a:lnTo>
                  <a:lnTo>
                    <a:pt x="182130" y="169926"/>
                  </a:lnTo>
                  <a:lnTo>
                    <a:pt x="241858" y="169926"/>
                  </a:lnTo>
                  <a:lnTo>
                    <a:pt x="243751" y="168021"/>
                  </a:lnTo>
                  <a:lnTo>
                    <a:pt x="243751" y="165671"/>
                  </a:lnTo>
                  <a:lnTo>
                    <a:pt x="243751" y="163322"/>
                  </a:lnTo>
                  <a:lnTo>
                    <a:pt x="242036" y="161607"/>
                  </a:lnTo>
                  <a:lnTo>
                    <a:pt x="241858" y="161417"/>
                  </a:lnTo>
                  <a:lnTo>
                    <a:pt x="216014" y="161417"/>
                  </a:lnTo>
                  <a:lnTo>
                    <a:pt x="216014" y="131787"/>
                  </a:lnTo>
                  <a:lnTo>
                    <a:pt x="216014" y="127406"/>
                  </a:lnTo>
                  <a:lnTo>
                    <a:pt x="292252" y="127533"/>
                  </a:lnTo>
                  <a:lnTo>
                    <a:pt x="292252" y="127406"/>
                  </a:lnTo>
                  <a:lnTo>
                    <a:pt x="292252" y="119037"/>
                  </a:lnTo>
                  <a:lnTo>
                    <a:pt x="292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241113" y="2373094"/>
              <a:ext cx="81530" cy="948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366005" y="2454262"/>
              <a:ext cx="79375" cy="38735"/>
            </a:xfrm>
            <a:custGeom>
              <a:avLst/>
              <a:gdLst/>
              <a:ahLst/>
              <a:cxnLst/>
              <a:rect l="l" t="t" r="r" b="b"/>
              <a:pathLst>
                <a:path w="79375" h="38735">
                  <a:moveTo>
                    <a:pt x="79209" y="31661"/>
                  </a:moveTo>
                  <a:lnTo>
                    <a:pt x="77304" y="29756"/>
                  </a:lnTo>
                  <a:lnTo>
                    <a:pt x="1905" y="29756"/>
                  </a:lnTo>
                  <a:lnTo>
                    <a:pt x="0" y="31661"/>
                  </a:lnTo>
                  <a:lnTo>
                    <a:pt x="0" y="36360"/>
                  </a:lnTo>
                  <a:lnTo>
                    <a:pt x="1905" y="38252"/>
                  </a:lnTo>
                  <a:lnTo>
                    <a:pt x="4241" y="38252"/>
                  </a:lnTo>
                  <a:lnTo>
                    <a:pt x="77304" y="38252"/>
                  </a:lnTo>
                  <a:lnTo>
                    <a:pt x="79209" y="36360"/>
                  </a:lnTo>
                  <a:lnTo>
                    <a:pt x="79209" y="31661"/>
                  </a:lnTo>
                  <a:close/>
                </a:path>
                <a:path w="79375" h="38735">
                  <a:moveTo>
                    <a:pt x="79209" y="18910"/>
                  </a:moveTo>
                  <a:lnTo>
                    <a:pt x="77304" y="17005"/>
                  </a:lnTo>
                  <a:lnTo>
                    <a:pt x="1905" y="17005"/>
                  </a:lnTo>
                  <a:lnTo>
                    <a:pt x="0" y="18910"/>
                  </a:lnTo>
                  <a:lnTo>
                    <a:pt x="0" y="23596"/>
                  </a:lnTo>
                  <a:lnTo>
                    <a:pt x="1905" y="25501"/>
                  </a:lnTo>
                  <a:lnTo>
                    <a:pt x="4241" y="25501"/>
                  </a:lnTo>
                  <a:lnTo>
                    <a:pt x="77304" y="25501"/>
                  </a:lnTo>
                  <a:lnTo>
                    <a:pt x="79209" y="23596"/>
                  </a:lnTo>
                  <a:lnTo>
                    <a:pt x="79209" y="18910"/>
                  </a:lnTo>
                  <a:close/>
                </a:path>
                <a:path w="79375" h="38735">
                  <a:moveTo>
                    <a:pt x="79209" y="1905"/>
                  </a:moveTo>
                  <a:lnTo>
                    <a:pt x="77304" y="0"/>
                  </a:lnTo>
                  <a:lnTo>
                    <a:pt x="1905" y="0"/>
                  </a:lnTo>
                  <a:lnTo>
                    <a:pt x="0" y="1905"/>
                  </a:lnTo>
                  <a:lnTo>
                    <a:pt x="0" y="6604"/>
                  </a:lnTo>
                  <a:lnTo>
                    <a:pt x="1905" y="8496"/>
                  </a:lnTo>
                  <a:lnTo>
                    <a:pt x="4241" y="8496"/>
                  </a:lnTo>
                  <a:lnTo>
                    <a:pt x="77304" y="8496"/>
                  </a:lnTo>
                  <a:lnTo>
                    <a:pt x="79209" y="6604"/>
                  </a:lnTo>
                  <a:lnTo>
                    <a:pt x="79209" y="1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17579" y="3237719"/>
              <a:ext cx="275994" cy="27730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13031" y="4175563"/>
              <a:ext cx="312085" cy="24728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224886" y="4956061"/>
              <a:ext cx="285115" cy="216535"/>
            </a:xfrm>
            <a:custGeom>
              <a:avLst/>
              <a:gdLst/>
              <a:ahLst/>
              <a:cxnLst/>
              <a:rect l="l" t="t" r="r" b="b"/>
              <a:pathLst>
                <a:path w="285115" h="216535">
                  <a:moveTo>
                    <a:pt x="267660" y="211544"/>
                  </a:moveTo>
                  <a:lnTo>
                    <a:pt x="180025" y="211544"/>
                  </a:lnTo>
                  <a:lnTo>
                    <a:pt x="180282" y="213971"/>
                  </a:lnTo>
                  <a:lnTo>
                    <a:pt x="180387" y="214971"/>
                  </a:lnTo>
                  <a:lnTo>
                    <a:pt x="181461" y="214971"/>
                  </a:lnTo>
                  <a:lnTo>
                    <a:pt x="182226" y="215938"/>
                  </a:lnTo>
                  <a:lnTo>
                    <a:pt x="267660" y="211544"/>
                  </a:lnTo>
                  <a:close/>
                </a:path>
                <a:path w="285115" h="216535">
                  <a:moveTo>
                    <a:pt x="284881" y="211544"/>
                  </a:moveTo>
                  <a:lnTo>
                    <a:pt x="267660" y="211544"/>
                  </a:lnTo>
                  <a:lnTo>
                    <a:pt x="276653" y="215938"/>
                  </a:lnTo>
                  <a:lnTo>
                    <a:pt x="282868" y="215938"/>
                  </a:lnTo>
                  <a:lnTo>
                    <a:pt x="284881" y="213971"/>
                  </a:lnTo>
                  <a:lnTo>
                    <a:pt x="284881" y="211544"/>
                  </a:lnTo>
                  <a:close/>
                </a:path>
                <a:path w="285115" h="216535">
                  <a:moveTo>
                    <a:pt x="65649" y="111744"/>
                  </a:moveTo>
                  <a:lnTo>
                    <a:pt x="18368" y="120287"/>
                  </a:lnTo>
                  <a:lnTo>
                    <a:pt x="164" y="182635"/>
                  </a:lnTo>
                  <a:lnTo>
                    <a:pt x="0" y="187065"/>
                  </a:lnTo>
                  <a:lnTo>
                    <a:pt x="1275" y="191434"/>
                  </a:lnTo>
                  <a:lnTo>
                    <a:pt x="3806" y="195113"/>
                  </a:lnTo>
                  <a:lnTo>
                    <a:pt x="15587" y="212071"/>
                  </a:lnTo>
                  <a:lnTo>
                    <a:pt x="27323" y="211544"/>
                  </a:lnTo>
                  <a:lnTo>
                    <a:pt x="284881" y="211544"/>
                  </a:lnTo>
                  <a:lnTo>
                    <a:pt x="284881" y="209118"/>
                  </a:lnTo>
                  <a:lnTo>
                    <a:pt x="282868" y="207151"/>
                  </a:lnTo>
                  <a:lnTo>
                    <a:pt x="43376" y="207151"/>
                  </a:lnTo>
                  <a:lnTo>
                    <a:pt x="43376" y="204996"/>
                  </a:lnTo>
                  <a:lnTo>
                    <a:pt x="22781" y="204996"/>
                  </a:lnTo>
                  <a:lnTo>
                    <a:pt x="20335" y="203117"/>
                  </a:lnTo>
                  <a:lnTo>
                    <a:pt x="20027" y="202757"/>
                  </a:lnTo>
                  <a:lnTo>
                    <a:pt x="19634" y="202098"/>
                  </a:lnTo>
                  <a:lnTo>
                    <a:pt x="11225" y="190192"/>
                  </a:lnTo>
                  <a:lnTo>
                    <a:pt x="9790" y="188073"/>
                  </a:lnTo>
                  <a:lnTo>
                    <a:pt x="9067" y="185570"/>
                  </a:lnTo>
                  <a:lnTo>
                    <a:pt x="9175" y="182635"/>
                  </a:lnTo>
                  <a:lnTo>
                    <a:pt x="11225" y="138305"/>
                  </a:lnTo>
                  <a:lnTo>
                    <a:pt x="46164" y="122201"/>
                  </a:lnTo>
                  <a:lnTo>
                    <a:pt x="55283" y="121101"/>
                  </a:lnTo>
                  <a:lnTo>
                    <a:pt x="54536" y="121101"/>
                  </a:lnTo>
                  <a:lnTo>
                    <a:pt x="66420" y="120287"/>
                  </a:lnTo>
                  <a:lnTo>
                    <a:pt x="133352" y="120287"/>
                  </a:lnTo>
                  <a:lnTo>
                    <a:pt x="130235" y="118245"/>
                  </a:lnTo>
                  <a:lnTo>
                    <a:pt x="100379" y="112577"/>
                  </a:lnTo>
                  <a:lnTo>
                    <a:pt x="65649" y="111744"/>
                  </a:lnTo>
                  <a:close/>
                </a:path>
                <a:path w="285115" h="216535">
                  <a:moveTo>
                    <a:pt x="122418" y="150152"/>
                  </a:moveTo>
                  <a:lnTo>
                    <a:pt x="117213" y="150152"/>
                  </a:lnTo>
                  <a:lnTo>
                    <a:pt x="115321" y="152001"/>
                  </a:lnTo>
                  <a:lnTo>
                    <a:pt x="115321" y="207151"/>
                  </a:lnTo>
                  <a:lnTo>
                    <a:pt x="124314" y="207151"/>
                  </a:lnTo>
                  <a:lnTo>
                    <a:pt x="124314" y="152001"/>
                  </a:lnTo>
                  <a:lnTo>
                    <a:pt x="122418" y="150152"/>
                  </a:lnTo>
                  <a:close/>
                </a:path>
                <a:path w="285115" h="216535">
                  <a:moveTo>
                    <a:pt x="133352" y="120287"/>
                  </a:moveTo>
                  <a:lnTo>
                    <a:pt x="80407" y="120287"/>
                  </a:lnTo>
                  <a:lnTo>
                    <a:pt x="98447" y="121101"/>
                  </a:lnTo>
                  <a:lnTo>
                    <a:pt x="118314" y="123938"/>
                  </a:lnTo>
                  <a:lnTo>
                    <a:pt x="117884" y="123938"/>
                  </a:lnTo>
                  <a:lnTo>
                    <a:pt x="131578" y="127901"/>
                  </a:lnTo>
                  <a:lnTo>
                    <a:pt x="138700" y="132990"/>
                  </a:lnTo>
                  <a:lnTo>
                    <a:pt x="173824" y="206975"/>
                  </a:lnTo>
                  <a:lnTo>
                    <a:pt x="173907" y="207151"/>
                  </a:lnTo>
                  <a:lnTo>
                    <a:pt x="277101" y="207151"/>
                  </a:lnTo>
                  <a:lnTo>
                    <a:pt x="277101" y="206975"/>
                  </a:lnTo>
                  <a:lnTo>
                    <a:pt x="183892" y="206975"/>
                  </a:lnTo>
                  <a:lnTo>
                    <a:pt x="146838" y="129124"/>
                  </a:lnTo>
                  <a:lnTo>
                    <a:pt x="133352" y="120287"/>
                  </a:lnTo>
                  <a:close/>
                </a:path>
                <a:path w="285115" h="216535">
                  <a:moveTo>
                    <a:pt x="264819" y="156000"/>
                  </a:moveTo>
                  <a:lnTo>
                    <a:pt x="247618" y="156000"/>
                  </a:lnTo>
                  <a:lnTo>
                    <a:pt x="249530" y="156280"/>
                  </a:lnTo>
                  <a:lnTo>
                    <a:pt x="251472" y="156847"/>
                  </a:lnTo>
                  <a:lnTo>
                    <a:pt x="257155" y="158298"/>
                  </a:lnTo>
                  <a:lnTo>
                    <a:pt x="262010" y="161904"/>
                  </a:lnTo>
                  <a:lnTo>
                    <a:pt x="264961" y="166864"/>
                  </a:lnTo>
                  <a:lnTo>
                    <a:pt x="266985" y="170186"/>
                  </a:lnTo>
                  <a:lnTo>
                    <a:pt x="268142" y="173942"/>
                  </a:lnTo>
                  <a:lnTo>
                    <a:pt x="268334" y="177802"/>
                  </a:lnTo>
                  <a:lnTo>
                    <a:pt x="268334" y="206975"/>
                  </a:lnTo>
                  <a:lnTo>
                    <a:pt x="277101" y="206975"/>
                  </a:lnTo>
                  <a:lnTo>
                    <a:pt x="277029" y="177802"/>
                  </a:lnTo>
                  <a:lnTo>
                    <a:pt x="275510" y="174088"/>
                  </a:lnTo>
                  <a:lnTo>
                    <a:pt x="271116" y="165205"/>
                  </a:lnTo>
                  <a:lnTo>
                    <a:pt x="264819" y="156000"/>
                  </a:lnTo>
                  <a:close/>
                </a:path>
                <a:path w="285115" h="216535">
                  <a:moveTo>
                    <a:pt x="41484" y="150152"/>
                  </a:moveTo>
                  <a:lnTo>
                    <a:pt x="36275" y="150152"/>
                  </a:lnTo>
                  <a:lnTo>
                    <a:pt x="34382" y="152001"/>
                  </a:lnTo>
                  <a:lnTo>
                    <a:pt x="34382" y="202757"/>
                  </a:lnTo>
                  <a:lnTo>
                    <a:pt x="27143" y="202757"/>
                  </a:lnTo>
                  <a:lnTo>
                    <a:pt x="25608" y="204665"/>
                  </a:lnTo>
                  <a:lnTo>
                    <a:pt x="22781" y="204996"/>
                  </a:lnTo>
                  <a:lnTo>
                    <a:pt x="43376" y="204996"/>
                  </a:lnTo>
                  <a:lnTo>
                    <a:pt x="43376" y="152001"/>
                  </a:lnTo>
                  <a:lnTo>
                    <a:pt x="41484" y="150152"/>
                  </a:lnTo>
                  <a:close/>
                </a:path>
                <a:path w="285115" h="216535">
                  <a:moveTo>
                    <a:pt x="206916" y="101050"/>
                  </a:moveTo>
                  <a:lnTo>
                    <a:pt x="194366" y="101050"/>
                  </a:lnTo>
                  <a:lnTo>
                    <a:pt x="241849" y="147618"/>
                  </a:lnTo>
                  <a:lnTo>
                    <a:pt x="236478" y="148215"/>
                  </a:lnTo>
                  <a:lnTo>
                    <a:pt x="224592" y="157543"/>
                  </a:lnTo>
                  <a:lnTo>
                    <a:pt x="227478" y="161381"/>
                  </a:lnTo>
                  <a:lnTo>
                    <a:pt x="230973" y="161904"/>
                  </a:lnTo>
                  <a:lnTo>
                    <a:pt x="230170" y="161904"/>
                  </a:lnTo>
                  <a:lnTo>
                    <a:pt x="232317" y="160360"/>
                  </a:lnTo>
                  <a:lnTo>
                    <a:pt x="236109" y="157543"/>
                  </a:lnTo>
                  <a:lnTo>
                    <a:pt x="240730" y="156000"/>
                  </a:lnTo>
                  <a:lnTo>
                    <a:pt x="264819" y="156000"/>
                  </a:lnTo>
                  <a:lnTo>
                    <a:pt x="264487" y="155514"/>
                  </a:lnTo>
                  <a:lnTo>
                    <a:pt x="256194" y="149202"/>
                  </a:lnTo>
                  <a:lnTo>
                    <a:pt x="206916" y="101050"/>
                  </a:lnTo>
                  <a:close/>
                </a:path>
                <a:path w="285115" h="216535">
                  <a:moveTo>
                    <a:pt x="223607" y="0"/>
                  </a:moveTo>
                  <a:lnTo>
                    <a:pt x="221123" y="0"/>
                  </a:lnTo>
                  <a:lnTo>
                    <a:pt x="207729" y="2656"/>
                  </a:lnTo>
                  <a:lnTo>
                    <a:pt x="196795" y="9871"/>
                  </a:lnTo>
                  <a:lnTo>
                    <a:pt x="189425" y="20564"/>
                  </a:lnTo>
                  <a:lnTo>
                    <a:pt x="186768" y="33431"/>
                  </a:lnTo>
                  <a:lnTo>
                    <a:pt x="186764" y="36816"/>
                  </a:lnTo>
                  <a:lnTo>
                    <a:pt x="187145" y="39574"/>
                  </a:lnTo>
                  <a:lnTo>
                    <a:pt x="187936" y="42439"/>
                  </a:lnTo>
                  <a:lnTo>
                    <a:pt x="159653" y="70296"/>
                  </a:lnTo>
                  <a:lnTo>
                    <a:pt x="150611" y="75643"/>
                  </a:lnTo>
                  <a:lnTo>
                    <a:pt x="145463" y="82507"/>
                  </a:lnTo>
                  <a:lnTo>
                    <a:pt x="144567" y="83734"/>
                  </a:lnTo>
                  <a:lnTo>
                    <a:pt x="142074" y="93351"/>
                  </a:lnTo>
                  <a:lnTo>
                    <a:pt x="143199" y="100825"/>
                  </a:lnTo>
                  <a:lnTo>
                    <a:pt x="143650" y="103672"/>
                  </a:lnTo>
                  <a:lnTo>
                    <a:pt x="144844" y="106917"/>
                  </a:lnTo>
                  <a:lnTo>
                    <a:pt x="144935" y="107163"/>
                  </a:lnTo>
                  <a:lnTo>
                    <a:pt x="147049" y="110426"/>
                  </a:lnTo>
                  <a:lnTo>
                    <a:pt x="151568" y="114864"/>
                  </a:lnTo>
                  <a:lnTo>
                    <a:pt x="154402" y="114864"/>
                  </a:lnTo>
                  <a:lnTo>
                    <a:pt x="157907" y="111469"/>
                  </a:lnTo>
                  <a:lnTo>
                    <a:pt x="157968" y="108692"/>
                  </a:lnTo>
                  <a:lnTo>
                    <a:pt x="156219" y="106917"/>
                  </a:lnTo>
                  <a:lnTo>
                    <a:pt x="152872" y="103672"/>
                  </a:lnTo>
                  <a:lnTo>
                    <a:pt x="151010" y="99290"/>
                  </a:lnTo>
                  <a:lnTo>
                    <a:pt x="167562" y="77580"/>
                  </a:lnTo>
                  <a:lnTo>
                    <a:pt x="188845" y="77580"/>
                  </a:lnTo>
                  <a:lnTo>
                    <a:pt x="188690" y="77396"/>
                  </a:lnTo>
                  <a:lnTo>
                    <a:pt x="183696" y="72505"/>
                  </a:lnTo>
                  <a:lnTo>
                    <a:pt x="178834" y="70008"/>
                  </a:lnTo>
                  <a:lnTo>
                    <a:pt x="173549" y="69066"/>
                  </a:lnTo>
                  <a:lnTo>
                    <a:pt x="191700" y="51195"/>
                  </a:lnTo>
                  <a:lnTo>
                    <a:pt x="203414" y="51195"/>
                  </a:lnTo>
                  <a:lnTo>
                    <a:pt x="202748" y="50667"/>
                  </a:lnTo>
                  <a:lnTo>
                    <a:pt x="198776" y="45293"/>
                  </a:lnTo>
                  <a:lnTo>
                    <a:pt x="197317" y="42660"/>
                  </a:lnTo>
                  <a:lnTo>
                    <a:pt x="196371" y="39784"/>
                  </a:lnTo>
                  <a:lnTo>
                    <a:pt x="195987" y="36816"/>
                  </a:lnTo>
                  <a:lnTo>
                    <a:pt x="195806" y="35696"/>
                  </a:lnTo>
                  <a:lnTo>
                    <a:pt x="221123" y="8787"/>
                  </a:lnTo>
                  <a:lnTo>
                    <a:pt x="223607" y="8787"/>
                  </a:lnTo>
                  <a:lnTo>
                    <a:pt x="225619" y="6820"/>
                  </a:lnTo>
                  <a:lnTo>
                    <a:pt x="225619" y="1966"/>
                  </a:lnTo>
                  <a:lnTo>
                    <a:pt x="223607" y="0"/>
                  </a:lnTo>
                  <a:close/>
                </a:path>
                <a:path w="285115" h="216535">
                  <a:moveTo>
                    <a:pt x="188845" y="77580"/>
                  </a:moveTo>
                  <a:lnTo>
                    <a:pt x="167562" y="77580"/>
                  </a:lnTo>
                  <a:lnTo>
                    <a:pt x="173746" y="78300"/>
                  </a:lnTo>
                  <a:lnTo>
                    <a:pt x="179441" y="81189"/>
                  </a:lnTo>
                  <a:lnTo>
                    <a:pt x="180025" y="81627"/>
                  </a:lnTo>
                  <a:lnTo>
                    <a:pt x="180609" y="82025"/>
                  </a:lnTo>
                  <a:lnTo>
                    <a:pt x="181148" y="82507"/>
                  </a:lnTo>
                  <a:lnTo>
                    <a:pt x="182320" y="83734"/>
                  </a:lnTo>
                  <a:lnTo>
                    <a:pt x="183319" y="85107"/>
                  </a:lnTo>
                  <a:lnTo>
                    <a:pt x="184114" y="86595"/>
                  </a:lnTo>
                  <a:lnTo>
                    <a:pt x="185294" y="88694"/>
                  </a:lnTo>
                  <a:lnTo>
                    <a:pt x="185999" y="91015"/>
                  </a:lnTo>
                  <a:lnTo>
                    <a:pt x="186074" y="96340"/>
                  </a:lnTo>
                  <a:lnTo>
                    <a:pt x="185916" y="97139"/>
                  </a:lnTo>
                  <a:lnTo>
                    <a:pt x="185415" y="100825"/>
                  </a:lnTo>
                  <a:lnTo>
                    <a:pt x="183696" y="104250"/>
                  </a:lnTo>
                  <a:lnTo>
                    <a:pt x="180988" y="106917"/>
                  </a:lnTo>
                  <a:lnTo>
                    <a:pt x="179346" y="108692"/>
                  </a:lnTo>
                  <a:lnTo>
                    <a:pt x="179395" y="109638"/>
                  </a:lnTo>
                  <a:lnTo>
                    <a:pt x="179490" y="111469"/>
                  </a:lnTo>
                  <a:lnTo>
                    <a:pt x="182203" y="113866"/>
                  </a:lnTo>
                  <a:lnTo>
                    <a:pt x="183345" y="114271"/>
                  </a:lnTo>
                  <a:lnTo>
                    <a:pt x="185623" y="114271"/>
                  </a:lnTo>
                  <a:lnTo>
                    <a:pt x="186643" y="113866"/>
                  </a:lnTo>
                  <a:lnTo>
                    <a:pt x="186774" y="113866"/>
                  </a:lnTo>
                  <a:lnTo>
                    <a:pt x="187714" y="112956"/>
                  </a:lnTo>
                  <a:lnTo>
                    <a:pt x="190978" y="109638"/>
                  </a:lnTo>
                  <a:lnTo>
                    <a:pt x="193277" y="105525"/>
                  </a:lnTo>
                  <a:lnTo>
                    <a:pt x="194366" y="101050"/>
                  </a:lnTo>
                  <a:lnTo>
                    <a:pt x="206916" y="101050"/>
                  </a:lnTo>
                  <a:lnTo>
                    <a:pt x="194728" y="89140"/>
                  </a:lnTo>
                  <a:lnTo>
                    <a:pt x="194728" y="88694"/>
                  </a:lnTo>
                  <a:lnTo>
                    <a:pt x="194600" y="88694"/>
                  </a:lnTo>
                  <a:lnTo>
                    <a:pt x="203450" y="80047"/>
                  </a:lnTo>
                  <a:lnTo>
                    <a:pt x="190725" y="80047"/>
                  </a:lnTo>
                  <a:lnTo>
                    <a:pt x="189772" y="78677"/>
                  </a:lnTo>
                  <a:lnTo>
                    <a:pt x="188845" y="77580"/>
                  </a:lnTo>
                  <a:close/>
                </a:path>
                <a:path w="285115" h="216535">
                  <a:moveTo>
                    <a:pt x="203414" y="51195"/>
                  </a:moveTo>
                  <a:lnTo>
                    <a:pt x="191793" y="51195"/>
                  </a:lnTo>
                  <a:lnTo>
                    <a:pt x="195342" y="56887"/>
                  </a:lnTo>
                  <a:lnTo>
                    <a:pt x="200585" y="61472"/>
                  </a:lnTo>
                  <a:lnTo>
                    <a:pt x="206823" y="64318"/>
                  </a:lnTo>
                  <a:lnTo>
                    <a:pt x="190725" y="80047"/>
                  </a:lnTo>
                  <a:lnTo>
                    <a:pt x="203450" y="80047"/>
                  </a:lnTo>
                  <a:lnTo>
                    <a:pt x="216849" y="66955"/>
                  </a:lnTo>
                  <a:lnTo>
                    <a:pt x="222853" y="66955"/>
                  </a:lnTo>
                  <a:lnTo>
                    <a:pt x="234670" y="64559"/>
                  </a:lnTo>
                  <a:lnTo>
                    <a:pt x="243838" y="58474"/>
                  </a:lnTo>
                  <a:lnTo>
                    <a:pt x="220716" y="58474"/>
                  </a:lnTo>
                  <a:lnTo>
                    <a:pt x="214017" y="57436"/>
                  </a:lnTo>
                  <a:lnTo>
                    <a:pt x="207928" y="54774"/>
                  </a:lnTo>
                  <a:lnTo>
                    <a:pt x="203414" y="51195"/>
                  </a:lnTo>
                  <a:close/>
                </a:path>
                <a:path w="285115" h="216535">
                  <a:moveTo>
                    <a:pt x="222853" y="66955"/>
                  </a:moveTo>
                  <a:lnTo>
                    <a:pt x="216849" y="66955"/>
                  </a:lnTo>
                  <a:lnTo>
                    <a:pt x="219186" y="67261"/>
                  </a:lnTo>
                  <a:lnTo>
                    <a:pt x="221345" y="67261"/>
                  </a:lnTo>
                  <a:lnTo>
                    <a:pt x="222853" y="66955"/>
                  </a:lnTo>
                  <a:close/>
                </a:path>
                <a:path w="285115" h="216535">
                  <a:moveTo>
                    <a:pt x="253552" y="29259"/>
                  </a:moveTo>
                  <a:lnTo>
                    <a:pt x="248584" y="29259"/>
                  </a:lnTo>
                  <a:lnTo>
                    <a:pt x="246572" y="31225"/>
                  </a:lnTo>
                  <a:lnTo>
                    <a:pt x="246572" y="33652"/>
                  </a:lnTo>
                  <a:lnTo>
                    <a:pt x="244547" y="43310"/>
                  </a:lnTo>
                  <a:lnTo>
                    <a:pt x="239090" y="51195"/>
                  </a:lnTo>
                  <a:lnTo>
                    <a:pt x="231011" y="56514"/>
                  </a:lnTo>
                  <a:lnTo>
                    <a:pt x="221123" y="58474"/>
                  </a:lnTo>
                  <a:lnTo>
                    <a:pt x="243838" y="58474"/>
                  </a:lnTo>
                  <a:lnTo>
                    <a:pt x="245401" y="57436"/>
                  </a:lnTo>
                  <a:lnTo>
                    <a:pt x="245855" y="56887"/>
                  </a:lnTo>
                  <a:lnTo>
                    <a:pt x="252869" y="46685"/>
                  </a:lnTo>
                  <a:lnTo>
                    <a:pt x="255565" y="33652"/>
                  </a:lnTo>
                  <a:lnTo>
                    <a:pt x="255565" y="31225"/>
                  </a:lnTo>
                  <a:lnTo>
                    <a:pt x="253552" y="292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263116" y="4978113"/>
              <a:ext cx="73730" cy="8349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8686" y="5073109"/>
              <a:ext cx="59690" cy="81915"/>
            </a:xfrm>
            <a:custGeom>
              <a:avLst/>
              <a:gdLst/>
              <a:ahLst/>
              <a:cxnLst/>
              <a:rect l="l" t="t" r="r" b="b"/>
              <a:pathLst>
                <a:path w="59690" h="81914">
                  <a:moveTo>
                    <a:pt x="3991" y="0"/>
                  </a:moveTo>
                  <a:lnTo>
                    <a:pt x="218" y="3156"/>
                  </a:lnTo>
                  <a:lnTo>
                    <a:pt x="0" y="5929"/>
                  </a:lnTo>
                  <a:lnTo>
                    <a:pt x="2106" y="8253"/>
                  </a:lnTo>
                  <a:lnTo>
                    <a:pt x="48990" y="54084"/>
                  </a:lnTo>
                  <a:lnTo>
                    <a:pt x="50366" y="57329"/>
                  </a:lnTo>
                  <a:lnTo>
                    <a:pt x="50355" y="79788"/>
                  </a:lnTo>
                  <a:lnTo>
                    <a:pt x="52367" y="81755"/>
                  </a:lnTo>
                  <a:lnTo>
                    <a:pt x="54851" y="81755"/>
                  </a:lnTo>
                  <a:lnTo>
                    <a:pt x="57331" y="81755"/>
                  </a:lnTo>
                  <a:lnTo>
                    <a:pt x="59348" y="79788"/>
                  </a:lnTo>
                  <a:lnTo>
                    <a:pt x="59366" y="55009"/>
                  </a:lnTo>
                  <a:lnTo>
                    <a:pt x="57052" y="49532"/>
                  </a:lnTo>
                  <a:lnTo>
                    <a:pt x="8446" y="2058"/>
                  </a:lnTo>
                  <a:lnTo>
                    <a:pt x="6829" y="213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2681" y="974217"/>
            <a:ext cx="1344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0" dirty="0">
                <a:latin typeface="Arial"/>
                <a:cs typeface="Arial"/>
              </a:rPr>
              <a:t>Gestión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operaciones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29678" y="4421251"/>
            <a:ext cx="1411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Dispositivos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inteligentes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84675" y="953261"/>
            <a:ext cx="1376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Analítica, </a:t>
            </a:r>
            <a:r>
              <a:rPr sz="1000" b="1" spc="-55" dirty="0">
                <a:latin typeface="Arial"/>
                <a:cs typeface="Arial"/>
              </a:rPr>
              <a:t>apps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55" dirty="0">
                <a:latin typeface="Arial"/>
                <a:cs typeface="Arial"/>
              </a:rPr>
              <a:t>y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acceso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40267" y="2256536"/>
            <a:ext cx="1519555" cy="317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50"/>
              </a:lnSpc>
              <a:spcBef>
                <a:spcPts val="95"/>
              </a:spcBef>
            </a:pPr>
            <a:r>
              <a:rPr sz="1000" b="1" spc="-45" dirty="0">
                <a:latin typeface="Arial"/>
                <a:cs typeface="Arial"/>
              </a:rPr>
              <a:t>Control,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comunicaciones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50"/>
              </a:lnSpc>
            </a:pPr>
            <a:r>
              <a:rPr sz="1000" b="1" spc="-10" dirty="0">
                <a:latin typeface="Arial"/>
                <a:cs typeface="Arial"/>
              </a:rPr>
              <a:t>computación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337292" y="4169664"/>
            <a:ext cx="583565" cy="525145"/>
            <a:chOff x="10337292" y="4169664"/>
            <a:chExt cx="583565" cy="525145"/>
          </a:xfrm>
        </p:grpSpPr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337292" y="4169664"/>
              <a:ext cx="583171" cy="52463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458323" y="4291203"/>
              <a:ext cx="305435" cy="247650"/>
            </a:xfrm>
            <a:custGeom>
              <a:avLst/>
              <a:gdLst/>
              <a:ahLst/>
              <a:cxnLst/>
              <a:rect l="l" t="t" r="r" b="b"/>
              <a:pathLst>
                <a:path w="305434" h="247650">
                  <a:moveTo>
                    <a:pt x="264159" y="0"/>
                  </a:moveTo>
                  <a:lnTo>
                    <a:pt x="41275" y="0"/>
                  </a:lnTo>
                  <a:lnTo>
                    <a:pt x="25181" y="3252"/>
                  </a:lnTo>
                  <a:lnTo>
                    <a:pt x="12065" y="12112"/>
                  </a:lnTo>
                  <a:lnTo>
                    <a:pt x="3234" y="25235"/>
                  </a:lnTo>
                  <a:lnTo>
                    <a:pt x="0" y="41275"/>
                  </a:lnTo>
                  <a:lnTo>
                    <a:pt x="0" y="206121"/>
                  </a:lnTo>
                  <a:lnTo>
                    <a:pt x="3234" y="222140"/>
                  </a:lnTo>
                  <a:lnTo>
                    <a:pt x="12065" y="235219"/>
                  </a:lnTo>
                  <a:lnTo>
                    <a:pt x="25181" y="244036"/>
                  </a:lnTo>
                  <a:lnTo>
                    <a:pt x="41275" y="247269"/>
                  </a:lnTo>
                  <a:lnTo>
                    <a:pt x="264159" y="247269"/>
                  </a:lnTo>
                  <a:lnTo>
                    <a:pt x="280253" y="244036"/>
                  </a:lnTo>
                  <a:lnTo>
                    <a:pt x="293369" y="235219"/>
                  </a:lnTo>
                  <a:lnTo>
                    <a:pt x="302200" y="222140"/>
                  </a:lnTo>
                  <a:lnTo>
                    <a:pt x="305434" y="206121"/>
                  </a:lnTo>
                  <a:lnTo>
                    <a:pt x="305434" y="41275"/>
                  </a:lnTo>
                  <a:lnTo>
                    <a:pt x="302200" y="25235"/>
                  </a:lnTo>
                  <a:lnTo>
                    <a:pt x="293369" y="12112"/>
                  </a:lnTo>
                  <a:lnTo>
                    <a:pt x="280253" y="3252"/>
                  </a:lnTo>
                  <a:lnTo>
                    <a:pt x="264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458323" y="4291203"/>
              <a:ext cx="305435" cy="247650"/>
            </a:xfrm>
            <a:custGeom>
              <a:avLst/>
              <a:gdLst/>
              <a:ahLst/>
              <a:cxnLst/>
              <a:rect l="l" t="t" r="r" b="b"/>
              <a:pathLst>
                <a:path w="305434" h="247650">
                  <a:moveTo>
                    <a:pt x="0" y="41275"/>
                  </a:moveTo>
                  <a:lnTo>
                    <a:pt x="3234" y="25235"/>
                  </a:lnTo>
                  <a:lnTo>
                    <a:pt x="12065" y="12112"/>
                  </a:lnTo>
                  <a:lnTo>
                    <a:pt x="25181" y="3252"/>
                  </a:lnTo>
                  <a:lnTo>
                    <a:pt x="41275" y="0"/>
                  </a:lnTo>
                  <a:lnTo>
                    <a:pt x="264159" y="0"/>
                  </a:lnTo>
                  <a:lnTo>
                    <a:pt x="280253" y="3252"/>
                  </a:lnTo>
                  <a:lnTo>
                    <a:pt x="293369" y="12112"/>
                  </a:lnTo>
                  <a:lnTo>
                    <a:pt x="302200" y="25235"/>
                  </a:lnTo>
                  <a:lnTo>
                    <a:pt x="305434" y="41275"/>
                  </a:lnTo>
                  <a:lnTo>
                    <a:pt x="305434" y="206121"/>
                  </a:lnTo>
                  <a:lnTo>
                    <a:pt x="302200" y="222140"/>
                  </a:lnTo>
                  <a:lnTo>
                    <a:pt x="293369" y="235219"/>
                  </a:lnTo>
                  <a:lnTo>
                    <a:pt x="280253" y="244036"/>
                  </a:lnTo>
                  <a:lnTo>
                    <a:pt x="264159" y="247269"/>
                  </a:lnTo>
                  <a:lnTo>
                    <a:pt x="41275" y="247269"/>
                  </a:lnTo>
                  <a:lnTo>
                    <a:pt x="25181" y="244036"/>
                  </a:lnTo>
                  <a:lnTo>
                    <a:pt x="12065" y="235219"/>
                  </a:lnTo>
                  <a:lnTo>
                    <a:pt x="3234" y="222140"/>
                  </a:lnTo>
                  <a:lnTo>
                    <a:pt x="0" y="206121"/>
                  </a:lnTo>
                  <a:lnTo>
                    <a:pt x="0" y="41275"/>
                  </a:lnTo>
                  <a:close/>
                </a:path>
              </a:pathLst>
            </a:custGeom>
            <a:ln w="38100">
              <a:solidFill>
                <a:srgbClr val="7600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27665" y="4326737"/>
              <a:ext cx="156171" cy="16791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247894" y="1410080"/>
            <a:ext cx="471805" cy="233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19"/>
              </a:lnSpc>
              <a:spcBef>
                <a:spcPts val="95"/>
              </a:spcBef>
            </a:pPr>
            <a:r>
              <a:rPr sz="700" spc="-20" dirty="0">
                <a:latin typeface="Arial"/>
                <a:cs typeface="Arial"/>
              </a:rPr>
              <a:t>Analítica</a:t>
            </a:r>
            <a:r>
              <a:rPr sz="700" spc="3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819"/>
              </a:lnSpc>
            </a:pPr>
            <a:r>
              <a:rPr sz="700" spc="-10" dirty="0">
                <a:latin typeface="Arial"/>
                <a:cs typeface="Arial"/>
              </a:rPr>
              <a:t>datos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74663" y="1928241"/>
            <a:ext cx="360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/>
                <a:cs typeface="Arial"/>
              </a:rPr>
              <a:t>Tableros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87031" y="1415923"/>
            <a:ext cx="359410" cy="233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19"/>
              </a:lnSpc>
              <a:spcBef>
                <a:spcPts val="95"/>
              </a:spcBef>
            </a:pPr>
            <a:r>
              <a:rPr sz="700" spc="-25" dirty="0">
                <a:latin typeface="Arial"/>
                <a:cs typeface="Arial"/>
              </a:rPr>
              <a:t>Gemelos</a:t>
            </a:r>
            <a:endParaRPr sz="700">
              <a:latin typeface="Arial"/>
              <a:cs typeface="Arial"/>
            </a:endParaRPr>
          </a:p>
          <a:p>
            <a:pPr marL="13970">
              <a:lnSpc>
                <a:spcPts val="819"/>
              </a:lnSpc>
            </a:pPr>
            <a:r>
              <a:rPr sz="700" spc="-10" dirty="0">
                <a:latin typeface="Arial"/>
                <a:cs typeface="Arial"/>
              </a:rPr>
              <a:t>digitales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76596" y="1935861"/>
            <a:ext cx="570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"/>
                <a:cs typeface="Arial"/>
              </a:rPr>
              <a:t>Apps</a:t>
            </a:r>
            <a:r>
              <a:rPr sz="700" dirty="0">
                <a:latin typeface="Arial"/>
                <a:cs typeface="Arial"/>
              </a:rPr>
              <a:t> Lo-</a:t>
            </a:r>
            <a:r>
              <a:rPr sz="700" spc="-20" dirty="0">
                <a:latin typeface="Arial"/>
                <a:cs typeface="Arial"/>
              </a:rPr>
              <a:t>Code</a:t>
            </a:r>
            <a:endParaRPr sz="7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54166" y="1936495"/>
            <a:ext cx="608965" cy="23367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81915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latin typeface="Arial"/>
                <a:cs typeface="Arial"/>
              </a:rPr>
              <a:t>Trabajador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conectado</a:t>
            </a:r>
            <a:r>
              <a:rPr sz="700" spc="15" dirty="0">
                <a:latin typeface="Arial"/>
                <a:cs typeface="Arial"/>
              </a:rPr>
              <a:t> </a:t>
            </a:r>
            <a:r>
              <a:rPr sz="700" spc="-65" dirty="0">
                <a:latin typeface="Arial"/>
                <a:cs typeface="Arial"/>
              </a:rPr>
              <a:t>(AR)</a:t>
            </a:r>
            <a:endParaRPr sz="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62678" y="1428368"/>
            <a:ext cx="1536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latin typeface="Arial"/>
                <a:cs typeface="Arial"/>
              </a:rPr>
              <a:t>API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566792" y="1133638"/>
            <a:ext cx="2359025" cy="781685"/>
            <a:chOff x="4566792" y="1133638"/>
            <a:chExt cx="2359025" cy="781685"/>
          </a:xfrm>
        </p:grpSpPr>
        <p:sp>
          <p:nvSpPr>
            <p:cNvPr id="50" name="object 50"/>
            <p:cNvSpPr/>
            <p:nvPr/>
          </p:nvSpPr>
          <p:spPr>
            <a:xfrm>
              <a:off x="5794743" y="1643925"/>
              <a:ext cx="276860" cy="271145"/>
            </a:xfrm>
            <a:custGeom>
              <a:avLst/>
              <a:gdLst/>
              <a:ahLst/>
              <a:cxnLst/>
              <a:rect l="l" t="t" r="r" b="b"/>
              <a:pathLst>
                <a:path w="276860" h="271144">
                  <a:moveTo>
                    <a:pt x="117487" y="194691"/>
                  </a:moveTo>
                  <a:lnTo>
                    <a:pt x="115684" y="192468"/>
                  </a:lnTo>
                  <a:lnTo>
                    <a:pt x="112242" y="192214"/>
                  </a:lnTo>
                  <a:lnTo>
                    <a:pt x="36918" y="192214"/>
                  </a:lnTo>
                  <a:lnTo>
                    <a:pt x="33934" y="190474"/>
                  </a:lnTo>
                  <a:lnTo>
                    <a:pt x="31673" y="188163"/>
                  </a:lnTo>
                  <a:lnTo>
                    <a:pt x="18643" y="177406"/>
                  </a:lnTo>
                  <a:lnTo>
                    <a:pt x="15824" y="177685"/>
                  </a:lnTo>
                  <a:lnTo>
                    <a:pt x="12649" y="181457"/>
                  </a:lnTo>
                  <a:lnTo>
                    <a:pt x="12890" y="184264"/>
                  </a:lnTo>
                  <a:lnTo>
                    <a:pt x="51104" y="201155"/>
                  </a:lnTo>
                  <a:lnTo>
                    <a:pt x="112242" y="201155"/>
                  </a:lnTo>
                  <a:lnTo>
                    <a:pt x="114731" y="201422"/>
                  </a:lnTo>
                  <a:lnTo>
                    <a:pt x="116954" y="199631"/>
                  </a:lnTo>
                  <a:lnTo>
                    <a:pt x="117487" y="194691"/>
                  </a:lnTo>
                  <a:close/>
                </a:path>
                <a:path w="276860" h="271144">
                  <a:moveTo>
                    <a:pt x="276809" y="160362"/>
                  </a:moveTo>
                  <a:lnTo>
                    <a:pt x="270497" y="99479"/>
                  </a:lnTo>
                  <a:lnTo>
                    <a:pt x="254165" y="56057"/>
                  </a:lnTo>
                  <a:lnTo>
                    <a:pt x="227774" y="24968"/>
                  </a:lnTo>
                  <a:lnTo>
                    <a:pt x="191401" y="6261"/>
                  </a:lnTo>
                  <a:lnTo>
                    <a:pt x="145097" y="0"/>
                  </a:lnTo>
                  <a:lnTo>
                    <a:pt x="96723" y="6540"/>
                  </a:lnTo>
                  <a:lnTo>
                    <a:pt x="59905" y="26111"/>
                  </a:lnTo>
                  <a:lnTo>
                    <a:pt x="33566" y="58648"/>
                  </a:lnTo>
                  <a:lnTo>
                    <a:pt x="17729" y="104063"/>
                  </a:lnTo>
                  <a:lnTo>
                    <a:pt x="12700" y="163474"/>
                  </a:lnTo>
                  <a:lnTo>
                    <a:pt x="0" y="163474"/>
                  </a:lnTo>
                  <a:lnTo>
                    <a:pt x="25" y="211797"/>
                  </a:lnTo>
                  <a:lnTo>
                    <a:pt x="850" y="214033"/>
                  </a:lnTo>
                  <a:lnTo>
                    <a:pt x="48234" y="269900"/>
                  </a:lnTo>
                  <a:lnTo>
                    <a:pt x="51054" y="271106"/>
                  </a:lnTo>
                  <a:lnTo>
                    <a:pt x="104990" y="271005"/>
                  </a:lnTo>
                  <a:lnTo>
                    <a:pt x="104990" y="237515"/>
                  </a:lnTo>
                  <a:lnTo>
                    <a:pt x="56553" y="237515"/>
                  </a:lnTo>
                  <a:lnTo>
                    <a:pt x="25908" y="202806"/>
                  </a:lnTo>
                  <a:lnTo>
                    <a:pt x="23050" y="202869"/>
                  </a:lnTo>
                  <a:lnTo>
                    <a:pt x="19824" y="206209"/>
                  </a:lnTo>
                  <a:lnTo>
                    <a:pt x="19634" y="208597"/>
                  </a:lnTo>
                  <a:lnTo>
                    <a:pt x="52184" y="246507"/>
                  </a:lnTo>
                  <a:lnTo>
                    <a:pt x="95986" y="246507"/>
                  </a:lnTo>
                  <a:lnTo>
                    <a:pt x="95986" y="262255"/>
                  </a:lnTo>
                  <a:lnTo>
                    <a:pt x="53479" y="262153"/>
                  </a:lnTo>
                  <a:lnTo>
                    <a:pt x="9156" y="209270"/>
                  </a:lnTo>
                  <a:lnTo>
                    <a:pt x="9207" y="172415"/>
                  </a:lnTo>
                  <a:lnTo>
                    <a:pt x="239814" y="172681"/>
                  </a:lnTo>
                  <a:lnTo>
                    <a:pt x="242049" y="170891"/>
                  </a:lnTo>
                  <a:lnTo>
                    <a:pt x="242582" y="165950"/>
                  </a:lnTo>
                  <a:lnTo>
                    <a:pt x="240779" y="163741"/>
                  </a:lnTo>
                  <a:lnTo>
                    <a:pt x="21386" y="163474"/>
                  </a:lnTo>
                  <a:lnTo>
                    <a:pt x="27978" y="100203"/>
                  </a:lnTo>
                  <a:lnTo>
                    <a:pt x="47548" y="54089"/>
                  </a:lnTo>
                  <a:lnTo>
                    <a:pt x="79933" y="24053"/>
                  </a:lnTo>
                  <a:lnTo>
                    <a:pt x="124993" y="10223"/>
                  </a:lnTo>
                  <a:lnTo>
                    <a:pt x="115608" y="22733"/>
                  </a:lnTo>
                  <a:lnTo>
                    <a:pt x="104394" y="42164"/>
                  </a:lnTo>
                  <a:lnTo>
                    <a:pt x="94996" y="67360"/>
                  </a:lnTo>
                  <a:lnTo>
                    <a:pt x="90792" y="99618"/>
                  </a:lnTo>
                  <a:lnTo>
                    <a:pt x="92595" y="101841"/>
                  </a:lnTo>
                  <a:lnTo>
                    <a:pt x="97561" y="102374"/>
                  </a:lnTo>
                  <a:lnTo>
                    <a:pt x="99796" y="100584"/>
                  </a:lnTo>
                  <a:lnTo>
                    <a:pt x="105511" y="63728"/>
                  </a:lnTo>
                  <a:lnTo>
                    <a:pt x="117551" y="36842"/>
                  </a:lnTo>
                  <a:lnTo>
                    <a:pt x="129667" y="18872"/>
                  </a:lnTo>
                  <a:lnTo>
                    <a:pt x="136029" y="11417"/>
                  </a:lnTo>
                  <a:lnTo>
                    <a:pt x="136512" y="9410"/>
                  </a:lnTo>
                  <a:lnTo>
                    <a:pt x="185127" y="36537"/>
                  </a:lnTo>
                  <a:lnTo>
                    <a:pt x="202628" y="96837"/>
                  </a:lnTo>
                  <a:lnTo>
                    <a:pt x="202361" y="99314"/>
                  </a:lnTo>
                  <a:lnTo>
                    <a:pt x="204165" y="101536"/>
                  </a:lnTo>
                  <a:lnTo>
                    <a:pt x="209130" y="102057"/>
                  </a:lnTo>
                  <a:lnTo>
                    <a:pt x="211366" y="100279"/>
                  </a:lnTo>
                  <a:lnTo>
                    <a:pt x="211620" y="96837"/>
                  </a:lnTo>
                  <a:lnTo>
                    <a:pt x="208153" y="68935"/>
                  </a:lnTo>
                  <a:lnTo>
                    <a:pt x="199732" y="44958"/>
                  </a:lnTo>
                  <a:lnTo>
                    <a:pt x="189306" y="25869"/>
                  </a:lnTo>
                  <a:lnTo>
                    <a:pt x="179857" y="12623"/>
                  </a:lnTo>
                  <a:lnTo>
                    <a:pt x="217271" y="28879"/>
                  </a:lnTo>
                  <a:lnTo>
                    <a:pt x="244462" y="58153"/>
                  </a:lnTo>
                  <a:lnTo>
                    <a:pt x="261327" y="100342"/>
                  </a:lnTo>
                  <a:lnTo>
                    <a:pt x="267766" y="155346"/>
                  </a:lnTo>
                  <a:lnTo>
                    <a:pt x="267804" y="159181"/>
                  </a:lnTo>
                  <a:lnTo>
                    <a:pt x="267182" y="163004"/>
                  </a:lnTo>
                  <a:lnTo>
                    <a:pt x="265925" y="166636"/>
                  </a:lnTo>
                  <a:lnTo>
                    <a:pt x="244411" y="190538"/>
                  </a:lnTo>
                  <a:lnTo>
                    <a:pt x="241173" y="191884"/>
                  </a:lnTo>
                  <a:lnTo>
                    <a:pt x="127749" y="192163"/>
                  </a:lnTo>
                  <a:lnTo>
                    <a:pt x="125945" y="194386"/>
                  </a:lnTo>
                  <a:lnTo>
                    <a:pt x="126441" y="198958"/>
                  </a:lnTo>
                  <a:lnTo>
                    <a:pt x="128117" y="200621"/>
                  </a:lnTo>
                  <a:lnTo>
                    <a:pt x="243598" y="200748"/>
                  </a:lnTo>
                  <a:lnTo>
                    <a:pt x="249135" y="198399"/>
                  </a:lnTo>
                  <a:lnTo>
                    <a:pt x="273786" y="171297"/>
                  </a:lnTo>
                  <a:lnTo>
                    <a:pt x="275932" y="165569"/>
                  </a:lnTo>
                  <a:lnTo>
                    <a:pt x="276809" y="160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21903" y="1209047"/>
              <a:ext cx="317048" cy="1779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18357" y="1623701"/>
              <a:ext cx="307340" cy="262255"/>
            </a:xfrm>
            <a:custGeom>
              <a:avLst/>
              <a:gdLst/>
              <a:ahLst/>
              <a:cxnLst/>
              <a:rect l="l" t="t" r="r" b="b"/>
              <a:pathLst>
                <a:path w="307340" h="262255">
                  <a:moveTo>
                    <a:pt x="246640" y="251443"/>
                  </a:moveTo>
                  <a:lnTo>
                    <a:pt x="65955" y="251442"/>
                  </a:lnTo>
                  <a:lnTo>
                    <a:pt x="63543" y="253837"/>
                  </a:lnTo>
                  <a:lnTo>
                    <a:pt x="63543" y="259747"/>
                  </a:lnTo>
                  <a:lnTo>
                    <a:pt x="65955" y="262142"/>
                  </a:lnTo>
                  <a:lnTo>
                    <a:pt x="246640" y="262142"/>
                  </a:lnTo>
                  <a:lnTo>
                    <a:pt x="249052" y="259747"/>
                  </a:lnTo>
                  <a:lnTo>
                    <a:pt x="249052" y="253838"/>
                  </a:lnTo>
                  <a:lnTo>
                    <a:pt x="246640" y="251443"/>
                  </a:lnTo>
                  <a:close/>
                </a:path>
                <a:path w="307340" h="262255">
                  <a:moveTo>
                    <a:pt x="134739" y="208642"/>
                  </a:moveTo>
                  <a:lnTo>
                    <a:pt x="129350" y="208642"/>
                  </a:lnTo>
                  <a:lnTo>
                    <a:pt x="129350" y="251442"/>
                  </a:lnTo>
                  <a:lnTo>
                    <a:pt x="134739" y="251442"/>
                  </a:lnTo>
                  <a:lnTo>
                    <a:pt x="134739" y="208642"/>
                  </a:lnTo>
                  <a:close/>
                </a:path>
                <a:path w="307340" h="262255">
                  <a:moveTo>
                    <a:pt x="183245" y="208642"/>
                  </a:moveTo>
                  <a:lnTo>
                    <a:pt x="167076" y="208642"/>
                  </a:lnTo>
                  <a:lnTo>
                    <a:pt x="167077" y="251443"/>
                  </a:lnTo>
                  <a:lnTo>
                    <a:pt x="183245" y="251443"/>
                  </a:lnTo>
                  <a:lnTo>
                    <a:pt x="183245" y="208642"/>
                  </a:lnTo>
                  <a:close/>
                </a:path>
                <a:path w="307340" h="262255">
                  <a:moveTo>
                    <a:pt x="307204" y="0"/>
                  </a:moveTo>
                  <a:lnTo>
                    <a:pt x="0" y="0"/>
                  </a:lnTo>
                  <a:lnTo>
                    <a:pt x="0" y="208642"/>
                  </a:lnTo>
                  <a:lnTo>
                    <a:pt x="262377" y="208642"/>
                  </a:lnTo>
                  <a:lnTo>
                    <a:pt x="264789" y="206248"/>
                  </a:lnTo>
                  <a:lnTo>
                    <a:pt x="264789" y="200341"/>
                  </a:lnTo>
                  <a:lnTo>
                    <a:pt x="262377" y="197942"/>
                  </a:lnTo>
                  <a:lnTo>
                    <a:pt x="10779" y="197942"/>
                  </a:lnTo>
                  <a:lnTo>
                    <a:pt x="10779" y="187243"/>
                  </a:lnTo>
                  <a:lnTo>
                    <a:pt x="275851" y="187243"/>
                  </a:lnTo>
                  <a:lnTo>
                    <a:pt x="278263" y="184849"/>
                  </a:lnTo>
                  <a:lnTo>
                    <a:pt x="278263" y="178942"/>
                  </a:lnTo>
                  <a:lnTo>
                    <a:pt x="275851" y="176543"/>
                  </a:lnTo>
                  <a:lnTo>
                    <a:pt x="10779" y="176543"/>
                  </a:lnTo>
                  <a:lnTo>
                    <a:pt x="10779" y="10699"/>
                  </a:lnTo>
                  <a:lnTo>
                    <a:pt x="307205" y="10699"/>
                  </a:lnTo>
                  <a:lnTo>
                    <a:pt x="307204" y="0"/>
                  </a:lnTo>
                  <a:close/>
                </a:path>
                <a:path w="307340" h="262255">
                  <a:moveTo>
                    <a:pt x="307205" y="10699"/>
                  </a:moveTo>
                  <a:lnTo>
                    <a:pt x="296425" y="10699"/>
                  </a:lnTo>
                  <a:lnTo>
                    <a:pt x="296426" y="65869"/>
                  </a:lnTo>
                  <a:lnTo>
                    <a:pt x="298837" y="68263"/>
                  </a:lnTo>
                  <a:lnTo>
                    <a:pt x="304793" y="68263"/>
                  </a:lnTo>
                  <a:lnTo>
                    <a:pt x="307205" y="65869"/>
                  </a:lnTo>
                  <a:lnTo>
                    <a:pt x="307205" y="10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39970" y="1645528"/>
              <a:ext cx="285606" cy="1863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34457" y="1671046"/>
              <a:ext cx="251057" cy="17489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904816" y="1734108"/>
              <a:ext cx="308610" cy="155575"/>
            </a:xfrm>
            <a:custGeom>
              <a:avLst/>
              <a:gdLst/>
              <a:ahLst/>
              <a:cxnLst/>
              <a:rect l="l" t="t" r="r" b="b"/>
              <a:pathLst>
                <a:path w="308610" h="155575">
                  <a:moveTo>
                    <a:pt x="122593" y="55562"/>
                  </a:moveTo>
                  <a:lnTo>
                    <a:pt x="122580" y="52425"/>
                  </a:lnTo>
                  <a:lnTo>
                    <a:pt x="99961" y="29730"/>
                  </a:lnTo>
                  <a:lnTo>
                    <a:pt x="122516" y="7023"/>
                  </a:lnTo>
                  <a:lnTo>
                    <a:pt x="122504" y="3873"/>
                  </a:lnTo>
                  <a:lnTo>
                    <a:pt x="118643" y="0"/>
                  </a:lnTo>
                  <a:lnTo>
                    <a:pt x="115506" y="12"/>
                  </a:lnTo>
                  <a:lnTo>
                    <a:pt x="85928" y="29781"/>
                  </a:lnTo>
                  <a:lnTo>
                    <a:pt x="114515" y="58470"/>
                  </a:lnTo>
                  <a:lnTo>
                    <a:pt x="115773" y="58991"/>
                  </a:lnTo>
                  <a:lnTo>
                    <a:pt x="117144" y="58978"/>
                  </a:lnTo>
                  <a:lnTo>
                    <a:pt x="118465" y="58991"/>
                  </a:lnTo>
                  <a:lnTo>
                    <a:pt x="119748" y="58458"/>
                  </a:lnTo>
                  <a:lnTo>
                    <a:pt x="122593" y="55562"/>
                  </a:lnTo>
                  <a:close/>
                </a:path>
                <a:path w="308610" h="155575">
                  <a:moveTo>
                    <a:pt x="183388" y="9080"/>
                  </a:moveTo>
                  <a:lnTo>
                    <a:pt x="183375" y="5930"/>
                  </a:lnTo>
                  <a:lnTo>
                    <a:pt x="179514" y="2070"/>
                  </a:lnTo>
                  <a:lnTo>
                    <a:pt x="176390" y="2070"/>
                  </a:lnTo>
                  <a:lnTo>
                    <a:pt x="128409" y="50393"/>
                  </a:lnTo>
                  <a:lnTo>
                    <a:pt x="128409" y="53517"/>
                  </a:lnTo>
                  <a:lnTo>
                    <a:pt x="131254" y="56388"/>
                  </a:lnTo>
                  <a:lnTo>
                    <a:pt x="132511" y="56908"/>
                  </a:lnTo>
                  <a:lnTo>
                    <a:pt x="133832" y="56896"/>
                  </a:lnTo>
                  <a:lnTo>
                    <a:pt x="135128" y="56896"/>
                  </a:lnTo>
                  <a:lnTo>
                    <a:pt x="136359" y="56375"/>
                  </a:lnTo>
                  <a:lnTo>
                    <a:pt x="183388" y="9080"/>
                  </a:lnTo>
                  <a:close/>
                </a:path>
                <a:path w="308610" h="155575">
                  <a:moveTo>
                    <a:pt x="225183" y="29679"/>
                  </a:moveTo>
                  <a:lnTo>
                    <a:pt x="197535" y="1917"/>
                  </a:lnTo>
                  <a:lnTo>
                    <a:pt x="195719" y="495"/>
                  </a:lnTo>
                  <a:lnTo>
                    <a:pt x="193179" y="520"/>
                  </a:lnTo>
                  <a:lnTo>
                    <a:pt x="189268" y="3708"/>
                  </a:lnTo>
                  <a:lnTo>
                    <a:pt x="188950" y="6832"/>
                  </a:lnTo>
                  <a:lnTo>
                    <a:pt x="190665" y="8966"/>
                  </a:lnTo>
                  <a:lnTo>
                    <a:pt x="211366" y="29730"/>
                  </a:lnTo>
                  <a:lnTo>
                    <a:pt x="188772" y="52463"/>
                  </a:lnTo>
                  <a:lnTo>
                    <a:pt x="188785" y="55613"/>
                  </a:lnTo>
                  <a:lnTo>
                    <a:pt x="191655" y="58470"/>
                  </a:lnTo>
                  <a:lnTo>
                    <a:pt x="192913" y="58991"/>
                  </a:lnTo>
                  <a:lnTo>
                    <a:pt x="194221" y="58978"/>
                  </a:lnTo>
                  <a:lnTo>
                    <a:pt x="195478" y="58928"/>
                  </a:lnTo>
                  <a:lnTo>
                    <a:pt x="196659" y="58394"/>
                  </a:lnTo>
                  <a:lnTo>
                    <a:pt x="225183" y="29679"/>
                  </a:lnTo>
                  <a:close/>
                </a:path>
                <a:path w="308610" h="155575">
                  <a:moveTo>
                    <a:pt x="294449" y="116357"/>
                  </a:moveTo>
                  <a:lnTo>
                    <a:pt x="293700" y="113296"/>
                  </a:lnTo>
                  <a:lnTo>
                    <a:pt x="278028" y="102298"/>
                  </a:lnTo>
                  <a:lnTo>
                    <a:pt x="34569" y="102298"/>
                  </a:lnTo>
                  <a:lnTo>
                    <a:pt x="0" y="129070"/>
                  </a:lnTo>
                  <a:lnTo>
                    <a:pt x="30556" y="154051"/>
                  </a:lnTo>
                  <a:lnTo>
                    <a:pt x="34620" y="155511"/>
                  </a:lnTo>
                  <a:lnTo>
                    <a:pt x="172847" y="155498"/>
                  </a:lnTo>
                  <a:lnTo>
                    <a:pt x="175564" y="155498"/>
                  </a:lnTo>
                  <a:lnTo>
                    <a:pt x="177774" y="153276"/>
                  </a:lnTo>
                  <a:lnTo>
                    <a:pt x="177774" y="147789"/>
                  </a:lnTo>
                  <a:lnTo>
                    <a:pt x="175564" y="145567"/>
                  </a:lnTo>
                  <a:lnTo>
                    <a:pt x="36893" y="145567"/>
                  </a:lnTo>
                  <a:lnTo>
                    <a:pt x="35026" y="144907"/>
                  </a:lnTo>
                  <a:lnTo>
                    <a:pt x="22999" y="135077"/>
                  </a:lnTo>
                  <a:lnTo>
                    <a:pt x="273875" y="135077"/>
                  </a:lnTo>
                  <a:lnTo>
                    <a:pt x="276606" y="135077"/>
                  </a:lnTo>
                  <a:lnTo>
                    <a:pt x="278815" y="132854"/>
                  </a:lnTo>
                  <a:lnTo>
                    <a:pt x="278815" y="127368"/>
                  </a:lnTo>
                  <a:lnTo>
                    <a:pt x="276606" y="125145"/>
                  </a:lnTo>
                  <a:lnTo>
                    <a:pt x="21196" y="125145"/>
                  </a:lnTo>
                  <a:lnTo>
                    <a:pt x="37731" y="112229"/>
                  </a:lnTo>
                  <a:lnTo>
                    <a:pt x="274764" y="112229"/>
                  </a:lnTo>
                  <a:lnTo>
                    <a:pt x="288594" y="121805"/>
                  </a:lnTo>
                  <a:lnTo>
                    <a:pt x="291630" y="121056"/>
                  </a:lnTo>
                  <a:lnTo>
                    <a:pt x="294449" y="116357"/>
                  </a:lnTo>
                  <a:close/>
                </a:path>
                <a:path w="308610" h="155575">
                  <a:moveTo>
                    <a:pt x="308533" y="127241"/>
                  </a:moveTo>
                  <a:lnTo>
                    <a:pt x="305015" y="123050"/>
                  </a:lnTo>
                  <a:lnTo>
                    <a:pt x="301891" y="122783"/>
                  </a:lnTo>
                  <a:lnTo>
                    <a:pt x="281482" y="140589"/>
                  </a:lnTo>
                  <a:lnTo>
                    <a:pt x="278422" y="143764"/>
                  </a:lnTo>
                  <a:lnTo>
                    <a:pt x="274218" y="145554"/>
                  </a:lnTo>
                  <a:lnTo>
                    <a:pt x="191249" y="145567"/>
                  </a:lnTo>
                  <a:lnTo>
                    <a:pt x="189039" y="147789"/>
                  </a:lnTo>
                  <a:lnTo>
                    <a:pt x="189039" y="153276"/>
                  </a:lnTo>
                  <a:lnTo>
                    <a:pt x="191249" y="155498"/>
                  </a:lnTo>
                  <a:lnTo>
                    <a:pt x="269824" y="155498"/>
                  </a:lnTo>
                  <a:lnTo>
                    <a:pt x="276682" y="155486"/>
                  </a:lnTo>
                  <a:lnTo>
                    <a:pt x="283260" y="152768"/>
                  </a:lnTo>
                  <a:lnTo>
                    <a:pt x="288150" y="147942"/>
                  </a:lnTo>
                  <a:lnTo>
                    <a:pt x="308267" y="130378"/>
                  </a:lnTo>
                  <a:lnTo>
                    <a:pt x="308533" y="127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53910" y="1153165"/>
              <a:ext cx="180017" cy="26677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339573" y="1133639"/>
              <a:ext cx="127635" cy="274320"/>
            </a:xfrm>
            <a:custGeom>
              <a:avLst/>
              <a:gdLst/>
              <a:ahLst/>
              <a:cxnLst/>
              <a:rect l="l" t="t" r="r" b="b"/>
              <a:pathLst>
                <a:path w="127635" h="274319">
                  <a:moveTo>
                    <a:pt x="42303" y="80391"/>
                  </a:moveTo>
                  <a:lnTo>
                    <a:pt x="40487" y="78536"/>
                  </a:lnTo>
                  <a:lnTo>
                    <a:pt x="35991" y="78536"/>
                  </a:lnTo>
                  <a:lnTo>
                    <a:pt x="34163" y="80391"/>
                  </a:lnTo>
                  <a:lnTo>
                    <a:pt x="34163" y="213664"/>
                  </a:lnTo>
                  <a:lnTo>
                    <a:pt x="33185" y="216027"/>
                  </a:lnTo>
                  <a:lnTo>
                    <a:pt x="0" y="249516"/>
                  </a:lnTo>
                  <a:lnTo>
                    <a:pt x="0" y="252107"/>
                  </a:lnTo>
                  <a:lnTo>
                    <a:pt x="2324" y="254431"/>
                  </a:lnTo>
                  <a:lnTo>
                    <a:pt x="3289" y="254863"/>
                  </a:lnTo>
                  <a:lnTo>
                    <a:pt x="4305" y="254927"/>
                  </a:lnTo>
                  <a:lnTo>
                    <a:pt x="5384" y="254901"/>
                  </a:lnTo>
                  <a:lnTo>
                    <a:pt x="6413" y="254469"/>
                  </a:lnTo>
                  <a:lnTo>
                    <a:pt x="40373" y="220319"/>
                  </a:lnTo>
                  <a:lnTo>
                    <a:pt x="42265" y="215874"/>
                  </a:lnTo>
                  <a:lnTo>
                    <a:pt x="42303" y="80391"/>
                  </a:lnTo>
                  <a:close/>
                </a:path>
                <a:path w="127635" h="274319">
                  <a:moveTo>
                    <a:pt x="127482" y="10972"/>
                  </a:moveTo>
                  <a:lnTo>
                    <a:pt x="119341" y="10972"/>
                  </a:lnTo>
                  <a:lnTo>
                    <a:pt x="119341" y="19088"/>
                  </a:lnTo>
                  <a:lnTo>
                    <a:pt x="119341" y="36093"/>
                  </a:lnTo>
                  <a:lnTo>
                    <a:pt x="115049" y="36093"/>
                  </a:lnTo>
                  <a:lnTo>
                    <a:pt x="115049" y="19088"/>
                  </a:lnTo>
                  <a:lnTo>
                    <a:pt x="119341" y="19088"/>
                  </a:lnTo>
                  <a:lnTo>
                    <a:pt x="119341" y="10972"/>
                  </a:lnTo>
                  <a:lnTo>
                    <a:pt x="115049" y="10972"/>
                  </a:lnTo>
                  <a:lnTo>
                    <a:pt x="115049" y="8229"/>
                  </a:lnTo>
                  <a:lnTo>
                    <a:pt x="115049" y="0"/>
                  </a:lnTo>
                  <a:lnTo>
                    <a:pt x="106908" y="0"/>
                  </a:lnTo>
                  <a:lnTo>
                    <a:pt x="106908" y="8229"/>
                  </a:lnTo>
                  <a:lnTo>
                    <a:pt x="106908" y="36855"/>
                  </a:lnTo>
                  <a:lnTo>
                    <a:pt x="106908" y="265671"/>
                  </a:lnTo>
                  <a:lnTo>
                    <a:pt x="83832" y="265671"/>
                  </a:lnTo>
                  <a:lnTo>
                    <a:pt x="83832" y="166954"/>
                  </a:lnTo>
                  <a:lnTo>
                    <a:pt x="106908" y="166954"/>
                  </a:lnTo>
                  <a:lnTo>
                    <a:pt x="106908" y="158724"/>
                  </a:lnTo>
                  <a:lnTo>
                    <a:pt x="83718" y="158724"/>
                  </a:lnTo>
                  <a:lnTo>
                    <a:pt x="83832" y="142595"/>
                  </a:lnTo>
                  <a:lnTo>
                    <a:pt x="106908" y="142595"/>
                  </a:lnTo>
                  <a:lnTo>
                    <a:pt x="106908" y="134378"/>
                  </a:lnTo>
                  <a:lnTo>
                    <a:pt x="83718" y="134378"/>
                  </a:lnTo>
                  <a:lnTo>
                    <a:pt x="83832" y="118198"/>
                  </a:lnTo>
                  <a:lnTo>
                    <a:pt x="106908" y="118198"/>
                  </a:lnTo>
                  <a:lnTo>
                    <a:pt x="106908" y="109969"/>
                  </a:lnTo>
                  <a:lnTo>
                    <a:pt x="83718" y="109969"/>
                  </a:lnTo>
                  <a:lnTo>
                    <a:pt x="83832" y="93789"/>
                  </a:lnTo>
                  <a:lnTo>
                    <a:pt x="106908" y="93789"/>
                  </a:lnTo>
                  <a:lnTo>
                    <a:pt x="106908" y="85559"/>
                  </a:lnTo>
                  <a:lnTo>
                    <a:pt x="83718" y="85559"/>
                  </a:lnTo>
                  <a:lnTo>
                    <a:pt x="83832" y="69443"/>
                  </a:lnTo>
                  <a:lnTo>
                    <a:pt x="106908" y="69443"/>
                  </a:lnTo>
                  <a:lnTo>
                    <a:pt x="106908" y="61214"/>
                  </a:lnTo>
                  <a:lnTo>
                    <a:pt x="83718" y="61214"/>
                  </a:lnTo>
                  <a:lnTo>
                    <a:pt x="83832" y="45085"/>
                  </a:lnTo>
                  <a:lnTo>
                    <a:pt x="106908" y="45085"/>
                  </a:lnTo>
                  <a:lnTo>
                    <a:pt x="106908" y="36855"/>
                  </a:lnTo>
                  <a:lnTo>
                    <a:pt x="83718" y="36855"/>
                  </a:lnTo>
                  <a:lnTo>
                    <a:pt x="83718" y="8229"/>
                  </a:lnTo>
                  <a:lnTo>
                    <a:pt x="106908" y="8229"/>
                  </a:lnTo>
                  <a:lnTo>
                    <a:pt x="106908" y="0"/>
                  </a:lnTo>
                  <a:lnTo>
                    <a:pt x="75692" y="0"/>
                  </a:lnTo>
                  <a:lnTo>
                    <a:pt x="75692" y="8229"/>
                  </a:lnTo>
                  <a:lnTo>
                    <a:pt x="75692" y="36855"/>
                  </a:lnTo>
                  <a:lnTo>
                    <a:pt x="42303" y="36855"/>
                  </a:lnTo>
                  <a:lnTo>
                    <a:pt x="42303" y="8229"/>
                  </a:lnTo>
                  <a:lnTo>
                    <a:pt x="75692" y="8229"/>
                  </a:lnTo>
                  <a:lnTo>
                    <a:pt x="75692" y="0"/>
                  </a:lnTo>
                  <a:lnTo>
                    <a:pt x="342" y="0"/>
                  </a:lnTo>
                  <a:lnTo>
                    <a:pt x="342" y="228561"/>
                  </a:lnTo>
                  <a:lnTo>
                    <a:pt x="2159" y="230416"/>
                  </a:lnTo>
                  <a:lnTo>
                    <a:pt x="6667" y="230416"/>
                  </a:lnTo>
                  <a:lnTo>
                    <a:pt x="8483" y="228561"/>
                  </a:lnTo>
                  <a:lnTo>
                    <a:pt x="8483" y="166954"/>
                  </a:lnTo>
                  <a:lnTo>
                    <a:pt x="25069" y="166954"/>
                  </a:lnTo>
                  <a:lnTo>
                    <a:pt x="26885" y="165112"/>
                  </a:lnTo>
                  <a:lnTo>
                    <a:pt x="26949" y="160566"/>
                  </a:lnTo>
                  <a:lnTo>
                    <a:pt x="25171" y="158724"/>
                  </a:lnTo>
                  <a:lnTo>
                    <a:pt x="8483" y="158724"/>
                  </a:lnTo>
                  <a:lnTo>
                    <a:pt x="8483" y="142595"/>
                  </a:lnTo>
                  <a:lnTo>
                    <a:pt x="25336" y="142595"/>
                  </a:lnTo>
                  <a:lnTo>
                    <a:pt x="27165" y="140754"/>
                  </a:lnTo>
                  <a:lnTo>
                    <a:pt x="27165" y="136220"/>
                  </a:lnTo>
                  <a:lnTo>
                    <a:pt x="25336" y="134378"/>
                  </a:lnTo>
                  <a:lnTo>
                    <a:pt x="8483" y="134378"/>
                  </a:lnTo>
                  <a:lnTo>
                    <a:pt x="8483" y="118198"/>
                  </a:lnTo>
                  <a:lnTo>
                    <a:pt x="25069" y="118198"/>
                  </a:lnTo>
                  <a:lnTo>
                    <a:pt x="26885" y="116357"/>
                  </a:lnTo>
                  <a:lnTo>
                    <a:pt x="26949" y="111810"/>
                  </a:lnTo>
                  <a:lnTo>
                    <a:pt x="25171" y="109969"/>
                  </a:lnTo>
                  <a:lnTo>
                    <a:pt x="8483" y="109969"/>
                  </a:lnTo>
                  <a:lnTo>
                    <a:pt x="8483" y="93789"/>
                  </a:lnTo>
                  <a:lnTo>
                    <a:pt x="25120" y="93789"/>
                  </a:lnTo>
                  <a:lnTo>
                    <a:pt x="26949" y="91948"/>
                  </a:lnTo>
                  <a:lnTo>
                    <a:pt x="26949" y="87401"/>
                  </a:lnTo>
                  <a:lnTo>
                    <a:pt x="25120" y="85559"/>
                  </a:lnTo>
                  <a:lnTo>
                    <a:pt x="8483" y="85559"/>
                  </a:lnTo>
                  <a:lnTo>
                    <a:pt x="8483" y="8229"/>
                  </a:lnTo>
                  <a:lnTo>
                    <a:pt x="34061" y="8229"/>
                  </a:lnTo>
                  <a:lnTo>
                    <a:pt x="34061" y="36855"/>
                  </a:lnTo>
                  <a:lnTo>
                    <a:pt x="8648" y="36855"/>
                  </a:lnTo>
                  <a:lnTo>
                    <a:pt x="8648" y="45085"/>
                  </a:lnTo>
                  <a:lnTo>
                    <a:pt x="75577" y="45085"/>
                  </a:lnTo>
                  <a:lnTo>
                    <a:pt x="75577" y="61214"/>
                  </a:lnTo>
                  <a:lnTo>
                    <a:pt x="8648" y="61214"/>
                  </a:lnTo>
                  <a:lnTo>
                    <a:pt x="8648" y="69443"/>
                  </a:lnTo>
                  <a:lnTo>
                    <a:pt x="75577" y="69443"/>
                  </a:lnTo>
                  <a:lnTo>
                    <a:pt x="75577" y="85559"/>
                  </a:lnTo>
                  <a:lnTo>
                    <a:pt x="50914" y="85559"/>
                  </a:lnTo>
                  <a:lnTo>
                    <a:pt x="49098" y="87401"/>
                  </a:lnTo>
                  <a:lnTo>
                    <a:pt x="49098" y="91948"/>
                  </a:lnTo>
                  <a:lnTo>
                    <a:pt x="50914" y="93789"/>
                  </a:lnTo>
                  <a:lnTo>
                    <a:pt x="75476" y="93789"/>
                  </a:lnTo>
                  <a:lnTo>
                    <a:pt x="75476" y="109969"/>
                  </a:lnTo>
                  <a:lnTo>
                    <a:pt x="50914" y="109969"/>
                  </a:lnTo>
                  <a:lnTo>
                    <a:pt x="49098" y="111810"/>
                  </a:lnTo>
                  <a:lnTo>
                    <a:pt x="49098" y="116357"/>
                  </a:lnTo>
                  <a:lnTo>
                    <a:pt x="50914" y="118198"/>
                  </a:lnTo>
                  <a:lnTo>
                    <a:pt x="75476" y="118198"/>
                  </a:lnTo>
                  <a:lnTo>
                    <a:pt x="75476" y="134378"/>
                  </a:lnTo>
                  <a:lnTo>
                    <a:pt x="50850" y="134378"/>
                  </a:lnTo>
                  <a:lnTo>
                    <a:pt x="49060" y="136220"/>
                  </a:lnTo>
                  <a:lnTo>
                    <a:pt x="49085" y="140754"/>
                  </a:lnTo>
                  <a:lnTo>
                    <a:pt x="50901" y="142595"/>
                  </a:lnTo>
                  <a:lnTo>
                    <a:pt x="75476" y="142595"/>
                  </a:lnTo>
                  <a:lnTo>
                    <a:pt x="75476" y="158724"/>
                  </a:lnTo>
                  <a:lnTo>
                    <a:pt x="50914" y="158724"/>
                  </a:lnTo>
                  <a:lnTo>
                    <a:pt x="49098" y="160566"/>
                  </a:lnTo>
                  <a:lnTo>
                    <a:pt x="49098" y="165112"/>
                  </a:lnTo>
                  <a:lnTo>
                    <a:pt x="50914" y="166954"/>
                  </a:lnTo>
                  <a:lnTo>
                    <a:pt x="75476" y="166954"/>
                  </a:lnTo>
                  <a:lnTo>
                    <a:pt x="75476" y="265671"/>
                  </a:lnTo>
                  <a:lnTo>
                    <a:pt x="42303" y="265671"/>
                  </a:lnTo>
                  <a:lnTo>
                    <a:pt x="42303" y="242722"/>
                  </a:lnTo>
                  <a:lnTo>
                    <a:pt x="40487" y="240880"/>
                  </a:lnTo>
                  <a:lnTo>
                    <a:pt x="35991" y="240880"/>
                  </a:lnTo>
                  <a:lnTo>
                    <a:pt x="34163" y="242722"/>
                  </a:lnTo>
                  <a:lnTo>
                    <a:pt x="34163" y="265671"/>
                  </a:lnTo>
                  <a:lnTo>
                    <a:pt x="2006" y="265671"/>
                  </a:lnTo>
                  <a:lnTo>
                    <a:pt x="228" y="267462"/>
                  </a:lnTo>
                  <a:lnTo>
                    <a:pt x="228" y="272008"/>
                  </a:lnTo>
                  <a:lnTo>
                    <a:pt x="2057" y="273850"/>
                  </a:lnTo>
                  <a:lnTo>
                    <a:pt x="115049" y="273850"/>
                  </a:lnTo>
                  <a:lnTo>
                    <a:pt x="115049" y="142595"/>
                  </a:lnTo>
                  <a:lnTo>
                    <a:pt x="127482" y="142595"/>
                  </a:lnTo>
                  <a:lnTo>
                    <a:pt x="127482" y="134543"/>
                  </a:lnTo>
                  <a:lnTo>
                    <a:pt x="127482" y="117373"/>
                  </a:lnTo>
                  <a:lnTo>
                    <a:pt x="127482" y="109143"/>
                  </a:lnTo>
                  <a:lnTo>
                    <a:pt x="119443" y="109143"/>
                  </a:lnTo>
                  <a:lnTo>
                    <a:pt x="119443" y="117538"/>
                  </a:lnTo>
                  <a:lnTo>
                    <a:pt x="119443" y="134543"/>
                  </a:lnTo>
                  <a:lnTo>
                    <a:pt x="115049" y="134543"/>
                  </a:lnTo>
                  <a:lnTo>
                    <a:pt x="115049" y="117373"/>
                  </a:lnTo>
                  <a:lnTo>
                    <a:pt x="119443" y="117538"/>
                  </a:lnTo>
                  <a:lnTo>
                    <a:pt x="119443" y="109143"/>
                  </a:lnTo>
                  <a:lnTo>
                    <a:pt x="115049" y="109143"/>
                  </a:lnTo>
                  <a:lnTo>
                    <a:pt x="115049" y="93243"/>
                  </a:lnTo>
                  <a:lnTo>
                    <a:pt x="127482" y="93243"/>
                  </a:lnTo>
                  <a:lnTo>
                    <a:pt x="127482" y="85178"/>
                  </a:lnTo>
                  <a:lnTo>
                    <a:pt x="127482" y="68173"/>
                  </a:lnTo>
                  <a:lnTo>
                    <a:pt x="127482" y="59791"/>
                  </a:lnTo>
                  <a:lnTo>
                    <a:pt x="119443" y="59791"/>
                  </a:lnTo>
                  <a:lnTo>
                    <a:pt x="119443" y="68173"/>
                  </a:lnTo>
                  <a:lnTo>
                    <a:pt x="119443" y="85178"/>
                  </a:lnTo>
                  <a:lnTo>
                    <a:pt x="115049" y="85178"/>
                  </a:lnTo>
                  <a:lnTo>
                    <a:pt x="115049" y="68173"/>
                  </a:lnTo>
                  <a:lnTo>
                    <a:pt x="119443" y="68173"/>
                  </a:lnTo>
                  <a:lnTo>
                    <a:pt x="119443" y="59791"/>
                  </a:lnTo>
                  <a:lnTo>
                    <a:pt x="115049" y="59791"/>
                  </a:lnTo>
                  <a:lnTo>
                    <a:pt x="115049" y="44323"/>
                  </a:lnTo>
                  <a:lnTo>
                    <a:pt x="127482" y="44323"/>
                  </a:lnTo>
                  <a:lnTo>
                    <a:pt x="127482" y="36093"/>
                  </a:lnTo>
                  <a:lnTo>
                    <a:pt x="127482" y="19088"/>
                  </a:lnTo>
                  <a:lnTo>
                    <a:pt x="127482" y="10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66792" y="1201839"/>
              <a:ext cx="353466" cy="19033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915402" y="1421637"/>
            <a:ext cx="480059" cy="23367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100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latin typeface="Arial"/>
                <a:cs typeface="Arial"/>
              </a:rPr>
              <a:t>Fabricación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Ejecución</a:t>
            </a:r>
            <a:endParaRPr sz="7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25790" y="1896617"/>
            <a:ext cx="850265" cy="23367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93980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latin typeface="Arial"/>
                <a:cs typeface="Arial"/>
              </a:rPr>
              <a:t>Integración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de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la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cadena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de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suministro</a:t>
            </a:r>
            <a:endParaRPr sz="7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191368" y="1426210"/>
            <a:ext cx="432434" cy="23367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8105" marR="5080" indent="-66040">
              <a:lnSpc>
                <a:spcPts val="800"/>
              </a:lnSpc>
              <a:spcBef>
                <a:spcPts val="155"/>
              </a:spcBef>
            </a:pPr>
            <a:r>
              <a:rPr sz="700" spc="-25" dirty="0">
                <a:latin typeface="Arial"/>
                <a:cs typeface="Arial"/>
              </a:rPr>
              <a:t>Gestión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calidad</a:t>
            </a:r>
            <a:endParaRPr sz="7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017889" y="1428749"/>
            <a:ext cx="608965" cy="334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ct val="95000"/>
              </a:lnSpc>
              <a:spcBef>
                <a:spcPts val="135"/>
              </a:spcBef>
            </a:pPr>
            <a:r>
              <a:rPr sz="700" spc="-25" dirty="0">
                <a:latin typeface="Arial"/>
                <a:cs typeface="Arial"/>
              </a:rPr>
              <a:t>Gestión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50" dirty="0">
                <a:latin typeface="Arial"/>
                <a:cs typeface="Arial"/>
              </a:rPr>
              <a:t>y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rendimiento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los</a:t>
            </a:r>
            <a:r>
              <a:rPr sz="700" spc="-5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activos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946135" y="1136357"/>
            <a:ext cx="2545080" cy="762000"/>
            <a:chOff x="7946135" y="1136357"/>
            <a:chExt cx="2545080" cy="762000"/>
          </a:xfrm>
        </p:grpSpPr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205110" y="1136357"/>
              <a:ext cx="285578" cy="2979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115043" y="1152143"/>
              <a:ext cx="325374" cy="25527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25255" y="1609343"/>
              <a:ext cx="244601" cy="28879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946135" y="1153667"/>
              <a:ext cx="337566" cy="25069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88067" y="1629155"/>
              <a:ext cx="325374" cy="244601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9504933" y="1920951"/>
            <a:ext cx="651510" cy="234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25"/>
              </a:lnSpc>
              <a:spcBef>
                <a:spcPts val="95"/>
              </a:spcBef>
            </a:pPr>
            <a:r>
              <a:rPr sz="700" spc="-75" dirty="0">
                <a:latin typeface="Arial"/>
                <a:cs typeface="Arial"/>
              </a:rPr>
              <a:t>DCS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80" dirty="0">
                <a:latin typeface="Arial"/>
                <a:cs typeface="Arial"/>
              </a:rPr>
              <a:t>–</a:t>
            </a:r>
            <a:r>
              <a:rPr sz="700" spc="-5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Monitoreo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825"/>
              </a:lnSpc>
            </a:pPr>
            <a:r>
              <a:rPr sz="700" spc="-20" dirty="0">
                <a:latin typeface="Arial"/>
                <a:cs typeface="Arial"/>
              </a:rPr>
              <a:t>de</a:t>
            </a:r>
            <a:r>
              <a:rPr sz="700" spc="-4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planta</a:t>
            </a:r>
            <a:endParaRPr sz="7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145016" y="3833240"/>
            <a:ext cx="18161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40" dirty="0">
                <a:latin typeface="Arial"/>
                <a:cs typeface="Arial"/>
              </a:rPr>
              <a:t>HMI</a:t>
            </a:r>
            <a:endParaRPr sz="7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925306" y="2995929"/>
            <a:ext cx="581660" cy="345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95250" marR="5080" indent="-82550">
              <a:lnSpc>
                <a:spcPts val="800"/>
              </a:lnSpc>
              <a:spcBef>
                <a:spcPts val="215"/>
              </a:spcBef>
            </a:pPr>
            <a:r>
              <a:rPr sz="750" spc="-10" dirty="0">
                <a:latin typeface="Arial"/>
                <a:cs typeface="Arial"/>
              </a:rPr>
              <a:t>Computación industrial</a:t>
            </a:r>
            <a:endParaRPr sz="750">
              <a:latin typeface="Arial"/>
              <a:cs typeface="Arial"/>
            </a:endParaRPr>
          </a:p>
          <a:p>
            <a:pPr marL="17145">
              <a:lnSpc>
                <a:spcPts val="800"/>
              </a:lnSpc>
            </a:pPr>
            <a:r>
              <a:rPr sz="750" spc="-30" dirty="0">
                <a:latin typeface="Arial"/>
                <a:cs typeface="Arial"/>
              </a:rPr>
              <a:t>y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de</a:t>
            </a:r>
            <a:r>
              <a:rPr sz="750" spc="-6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periferia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9052559" y="2691383"/>
            <a:ext cx="1621155" cy="1110615"/>
            <a:chOff x="9052559" y="2691383"/>
            <a:chExt cx="1621155" cy="1110615"/>
          </a:xfrm>
        </p:grpSpPr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052559" y="2691383"/>
              <a:ext cx="319277" cy="26441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92183" y="3579875"/>
              <a:ext cx="279653" cy="22174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728834" y="3622078"/>
              <a:ext cx="312508" cy="14423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42931" y="2735579"/>
              <a:ext cx="328422" cy="19735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78439" y="2709671"/>
              <a:ext cx="294894" cy="23088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457433" y="3548011"/>
              <a:ext cx="173304" cy="244208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9533890" y="3016758"/>
            <a:ext cx="1126490" cy="345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0960" marR="5080" indent="-48895">
              <a:lnSpc>
                <a:spcPts val="800"/>
              </a:lnSpc>
              <a:spcBef>
                <a:spcPts val="215"/>
              </a:spcBef>
              <a:tabLst>
                <a:tab pos="887730" algn="l"/>
                <a:tab pos="924560" algn="l"/>
              </a:tabLst>
            </a:pPr>
            <a:r>
              <a:rPr sz="750" spc="-10" dirty="0">
                <a:latin typeface="Arial"/>
                <a:cs typeface="Arial"/>
              </a:rPr>
              <a:t>Comunicaciones</a:t>
            </a:r>
            <a:r>
              <a:rPr sz="750" dirty="0">
                <a:latin typeface="Arial"/>
                <a:cs typeface="Arial"/>
              </a:rPr>
              <a:t>	</a:t>
            </a:r>
            <a:r>
              <a:rPr sz="750" spc="-35" dirty="0">
                <a:latin typeface="Arial"/>
                <a:cs typeface="Arial"/>
              </a:rPr>
              <a:t>Red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spc="-60" dirty="0">
                <a:latin typeface="Arial"/>
                <a:cs typeface="Arial"/>
              </a:rPr>
              <a:t>y</a:t>
            </a:r>
            <a:r>
              <a:rPr sz="750" spc="-10" dirty="0">
                <a:latin typeface="Arial"/>
                <a:cs typeface="Arial"/>
              </a:rPr>
              <a:t> inalámbricas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y</a:t>
            </a:r>
            <a:r>
              <a:rPr sz="750" dirty="0">
                <a:latin typeface="Arial"/>
                <a:cs typeface="Arial"/>
              </a:rPr>
              <a:t>		</a:t>
            </a:r>
            <a:r>
              <a:rPr sz="750" spc="-25" dirty="0">
                <a:latin typeface="Arial"/>
                <a:cs typeface="Arial"/>
              </a:rPr>
              <a:t>E/S</a:t>
            </a:r>
            <a:endParaRPr sz="750">
              <a:latin typeface="Arial"/>
              <a:cs typeface="Arial"/>
            </a:endParaRPr>
          </a:p>
          <a:p>
            <a:pPr marL="303530">
              <a:lnSpc>
                <a:spcPts val="800"/>
              </a:lnSpc>
            </a:pPr>
            <a:r>
              <a:rPr sz="750" spc="-25" dirty="0">
                <a:latin typeface="Arial"/>
                <a:cs typeface="Arial"/>
              </a:rPr>
              <a:t>5G</a:t>
            </a:r>
            <a:endParaRPr sz="7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548241" y="3833240"/>
            <a:ext cx="122174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0570" algn="l"/>
              </a:tabLst>
            </a:pPr>
            <a:r>
              <a:rPr sz="750" spc="-10" dirty="0">
                <a:latin typeface="Arial"/>
                <a:cs typeface="Arial"/>
              </a:rPr>
              <a:t>Controladores</a:t>
            </a:r>
            <a:r>
              <a:rPr sz="750" dirty="0">
                <a:latin typeface="Arial"/>
                <a:cs typeface="Arial"/>
              </a:rPr>
              <a:t>	</a:t>
            </a:r>
            <a:r>
              <a:rPr sz="750" spc="-10" dirty="0">
                <a:latin typeface="Arial"/>
                <a:cs typeface="Arial"/>
              </a:rPr>
              <a:t>Protección</a:t>
            </a:r>
            <a:endParaRPr sz="7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458202" y="4851653"/>
            <a:ext cx="522605" cy="220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>
              <a:lnSpc>
                <a:spcPts val="770"/>
              </a:lnSpc>
              <a:spcBef>
                <a:spcPts val="95"/>
              </a:spcBef>
            </a:pPr>
            <a:r>
              <a:rPr sz="700" spc="-25" dirty="0">
                <a:latin typeface="Arial"/>
                <a:cs typeface="Arial"/>
              </a:rPr>
              <a:t>Gestión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70"/>
              </a:lnSpc>
            </a:pPr>
            <a:r>
              <a:rPr sz="700" spc="-10" dirty="0">
                <a:latin typeface="Arial"/>
                <a:cs typeface="Arial"/>
              </a:rPr>
              <a:t>alimentación</a:t>
            </a:r>
            <a:endParaRPr sz="7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139298" y="4833365"/>
            <a:ext cx="3848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/>
                <a:cs typeface="Arial"/>
              </a:rPr>
              <a:t>Sensores</a:t>
            </a:r>
            <a:endParaRPr sz="7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368031" y="5352364"/>
            <a:ext cx="6699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/>
                <a:cs typeface="Arial"/>
              </a:rPr>
              <a:t>Transportadores</a:t>
            </a:r>
            <a:endParaRPr sz="7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210547" y="5345429"/>
            <a:ext cx="3016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"/>
                <a:cs typeface="Arial"/>
              </a:rPr>
              <a:t>Robots</a:t>
            </a:r>
            <a:endParaRPr sz="7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22054" y="4842509"/>
            <a:ext cx="483870" cy="2203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30480">
              <a:lnSpc>
                <a:spcPts val="700"/>
              </a:lnSpc>
              <a:spcBef>
                <a:spcPts val="235"/>
              </a:spcBef>
            </a:pPr>
            <a:r>
              <a:rPr sz="700" spc="-10" dirty="0">
                <a:latin typeface="Arial"/>
                <a:cs typeface="Arial"/>
              </a:rPr>
              <a:t>Control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movimiento</a:t>
            </a:r>
            <a:endParaRPr sz="7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241283" y="5297551"/>
            <a:ext cx="611505" cy="2203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14300" marR="5080" indent="-102235">
              <a:lnSpc>
                <a:spcPts val="700"/>
              </a:lnSpc>
              <a:spcBef>
                <a:spcPts val="235"/>
              </a:spcBef>
            </a:pPr>
            <a:r>
              <a:rPr sz="700" spc="-10" dirty="0">
                <a:latin typeface="Arial"/>
                <a:cs typeface="Arial"/>
              </a:rPr>
              <a:t>Dispositivos</a:t>
            </a:r>
            <a:r>
              <a:rPr sz="700" spc="3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de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seguridad</a:t>
            </a:r>
            <a:endParaRPr sz="7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40597" y="4847335"/>
            <a:ext cx="795020" cy="2203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77165" marR="5080" indent="-165100">
              <a:lnSpc>
                <a:spcPts val="700"/>
              </a:lnSpc>
              <a:spcBef>
                <a:spcPts val="235"/>
              </a:spcBef>
            </a:pPr>
            <a:r>
              <a:rPr sz="700" spc="-20" dirty="0">
                <a:latin typeface="Arial"/>
                <a:cs typeface="Arial"/>
              </a:rPr>
              <a:t>Variadores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spc="-40" dirty="0">
                <a:latin typeface="Arial"/>
                <a:cs typeface="Arial"/>
              </a:rPr>
              <a:t>y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control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de</a:t>
            </a:r>
            <a:r>
              <a:rPr sz="700" spc="-4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motores</a:t>
            </a:r>
            <a:endParaRPr sz="7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742423" y="5252720"/>
            <a:ext cx="107950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ts val="720"/>
              </a:lnSpc>
              <a:spcBef>
                <a:spcPts val="95"/>
              </a:spcBef>
            </a:pPr>
            <a:r>
              <a:rPr sz="700" spc="-50" dirty="0">
                <a:latin typeface="Arial"/>
                <a:cs typeface="Arial"/>
              </a:rPr>
              <a:t>A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menudo</a:t>
            </a:r>
            <a:r>
              <a:rPr sz="700" spc="-25" dirty="0">
                <a:latin typeface="Arial"/>
                <a:cs typeface="Arial"/>
              </a:rPr>
              <a:t> se</a:t>
            </a:r>
            <a:r>
              <a:rPr sz="700" spc="-5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hacen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600"/>
              </a:lnSpc>
            </a:pPr>
            <a:r>
              <a:rPr sz="700" spc="-10" dirty="0">
                <a:latin typeface="Arial"/>
                <a:cs typeface="Arial"/>
              </a:rPr>
              <a:t>copias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dinámicas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720"/>
              </a:lnSpc>
            </a:pPr>
            <a:r>
              <a:rPr sz="700" spc="-30" dirty="0">
                <a:latin typeface="Arial"/>
                <a:cs typeface="Arial"/>
              </a:rPr>
              <a:t>Manejo</a:t>
            </a:r>
            <a:r>
              <a:rPr sz="70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de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materiales,</a:t>
            </a:r>
            <a:r>
              <a:rPr sz="700" spc="-20" dirty="0">
                <a:latin typeface="Arial"/>
                <a:cs typeface="Arial"/>
              </a:rPr>
              <a:t> etc…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6782561" y="673608"/>
            <a:ext cx="4138295" cy="4648835"/>
            <a:chOff x="6782561" y="673608"/>
            <a:chExt cx="4138295" cy="4648835"/>
          </a:xfrm>
        </p:grpSpPr>
        <p:sp>
          <p:nvSpPr>
            <p:cNvPr id="90" name="object 90"/>
            <p:cNvSpPr/>
            <p:nvPr/>
          </p:nvSpPr>
          <p:spPr>
            <a:xfrm>
              <a:off x="7618428" y="4594715"/>
              <a:ext cx="201295" cy="260985"/>
            </a:xfrm>
            <a:custGeom>
              <a:avLst/>
              <a:gdLst/>
              <a:ahLst/>
              <a:cxnLst/>
              <a:rect l="l" t="t" r="r" b="b"/>
              <a:pathLst>
                <a:path w="201295" h="260985">
                  <a:moveTo>
                    <a:pt x="39352" y="180127"/>
                  </a:moveTo>
                  <a:lnTo>
                    <a:pt x="37327" y="181061"/>
                  </a:lnTo>
                  <a:lnTo>
                    <a:pt x="8522" y="260545"/>
                  </a:lnTo>
                  <a:lnTo>
                    <a:pt x="36033" y="232750"/>
                  </a:lnTo>
                  <a:lnTo>
                    <a:pt x="26023" y="232750"/>
                  </a:lnTo>
                  <a:lnTo>
                    <a:pt x="43243" y="185314"/>
                  </a:lnTo>
                  <a:lnTo>
                    <a:pt x="43883" y="183494"/>
                  </a:lnTo>
                  <a:lnTo>
                    <a:pt x="42960" y="181492"/>
                  </a:lnTo>
                  <a:lnTo>
                    <a:pt x="39352" y="180127"/>
                  </a:lnTo>
                  <a:close/>
                </a:path>
                <a:path w="201295" h="260985">
                  <a:moveTo>
                    <a:pt x="117388" y="234770"/>
                  </a:moveTo>
                  <a:lnTo>
                    <a:pt x="83974" y="234770"/>
                  </a:lnTo>
                  <a:lnTo>
                    <a:pt x="91173" y="235841"/>
                  </a:lnTo>
                  <a:lnTo>
                    <a:pt x="110308" y="235841"/>
                  </a:lnTo>
                  <a:lnTo>
                    <a:pt x="112676" y="251327"/>
                  </a:lnTo>
                  <a:lnTo>
                    <a:pt x="112736" y="251717"/>
                  </a:lnTo>
                  <a:lnTo>
                    <a:pt x="112828" y="252320"/>
                  </a:lnTo>
                  <a:lnTo>
                    <a:pt x="116342" y="251717"/>
                  </a:lnTo>
                  <a:lnTo>
                    <a:pt x="126156" y="249592"/>
                  </a:lnTo>
                  <a:lnTo>
                    <a:pt x="135688" y="246503"/>
                  </a:lnTo>
                  <a:lnTo>
                    <a:pt x="141420" y="243988"/>
                  </a:lnTo>
                  <a:lnTo>
                    <a:pt x="118907" y="243988"/>
                  </a:lnTo>
                  <a:lnTo>
                    <a:pt x="117388" y="234770"/>
                  </a:lnTo>
                  <a:close/>
                </a:path>
                <a:path w="201295" h="260985">
                  <a:moveTo>
                    <a:pt x="50905" y="232289"/>
                  </a:moveTo>
                  <a:lnTo>
                    <a:pt x="76489" y="250476"/>
                  </a:lnTo>
                  <a:lnTo>
                    <a:pt x="80003" y="251327"/>
                  </a:lnTo>
                  <a:lnTo>
                    <a:pt x="82078" y="242676"/>
                  </a:lnTo>
                  <a:lnTo>
                    <a:pt x="74733" y="242676"/>
                  </a:lnTo>
                  <a:lnTo>
                    <a:pt x="68387" y="241057"/>
                  </a:lnTo>
                  <a:lnTo>
                    <a:pt x="62267" y="238771"/>
                  </a:lnTo>
                  <a:lnTo>
                    <a:pt x="56422" y="235841"/>
                  </a:lnTo>
                  <a:lnTo>
                    <a:pt x="50905" y="232289"/>
                  </a:lnTo>
                  <a:close/>
                </a:path>
                <a:path w="201295" h="260985">
                  <a:moveTo>
                    <a:pt x="165542" y="192900"/>
                  </a:moveTo>
                  <a:lnTo>
                    <a:pt x="138201" y="218957"/>
                  </a:lnTo>
                  <a:lnTo>
                    <a:pt x="147024" y="233140"/>
                  </a:lnTo>
                  <a:lnTo>
                    <a:pt x="140336" y="236701"/>
                  </a:lnTo>
                  <a:lnTo>
                    <a:pt x="133399" y="239705"/>
                  </a:lnTo>
                  <a:lnTo>
                    <a:pt x="126244" y="242138"/>
                  </a:lnTo>
                  <a:lnTo>
                    <a:pt x="118907" y="243988"/>
                  </a:lnTo>
                  <a:lnTo>
                    <a:pt x="141420" y="243988"/>
                  </a:lnTo>
                  <a:lnTo>
                    <a:pt x="144747" y="242529"/>
                  </a:lnTo>
                  <a:lnTo>
                    <a:pt x="153630" y="237536"/>
                  </a:lnTo>
                  <a:lnTo>
                    <a:pt x="156323" y="235841"/>
                  </a:lnTo>
                  <a:lnTo>
                    <a:pt x="156726" y="235841"/>
                  </a:lnTo>
                  <a:lnTo>
                    <a:pt x="147973" y="221122"/>
                  </a:lnTo>
                  <a:lnTo>
                    <a:pt x="153312" y="217114"/>
                  </a:lnTo>
                  <a:lnTo>
                    <a:pt x="158312" y="212718"/>
                  </a:lnTo>
                  <a:lnTo>
                    <a:pt x="162981" y="207928"/>
                  </a:lnTo>
                  <a:lnTo>
                    <a:pt x="167267" y="202791"/>
                  </a:lnTo>
                  <a:lnTo>
                    <a:pt x="179171" y="202791"/>
                  </a:lnTo>
                  <a:lnTo>
                    <a:pt x="165542" y="192900"/>
                  </a:lnTo>
                  <a:close/>
                </a:path>
                <a:path w="201295" h="260985">
                  <a:moveTo>
                    <a:pt x="78703" y="226261"/>
                  </a:moveTo>
                  <a:lnTo>
                    <a:pt x="74863" y="242138"/>
                  </a:lnTo>
                  <a:lnTo>
                    <a:pt x="74768" y="242529"/>
                  </a:lnTo>
                  <a:lnTo>
                    <a:pt x="74733" y="242676"/>
                  </a:lnTo>
                  <a:lnTo>
                    <a:pt x="82078" y="242676"/>
                  </a:lnTo>
                  <a:lnTo>
                    <a:pt x="83974" y="234770"/>
                  </a:lnTo>
                  <a:lnTo>
                    <a:pt x="117388" y="234770"/>
                  </a:lnTo>
                  <a:lnTo>
                    <a:pt x="116443" y="229028"/>
                  </a:lnTo>
                  <a:lnTo>
                    <a:pt x="97389" y="229028"/>
                  </a:lnTo>
                  <a:lnTo>
                    <a:pt x="89764" y="228416"/>
                  </a:lnTo>
                  <a:lnTo>
                    <a:pt x="82217" y="227043"/>
                  </a:lnTo>
                  <a:lnTo>
                    <a:pt x="78703" y="226261"/>
                  </a:lnTo>
                  <a:close/>
                </a:path>
                <a:path w="201295" h="260985">
                  <a:moveTo>
                    <a:pt x="106983" y="235841"/>
                  </a:moveTo>
                  <a:lnTo>
                    <a:pt x="91938" y="235841"/>
                  </a:lnTo>
                  <a:lnTo>
                    <a:pt x="97089" y="236197"/>
                  </a:lnTo>
                  <a:lnTo>
                    <a:pt x="102965" y="236197"/>
                  </a:lnTo>
                  <a:lnTo>
                    <a:pt x="106983" y="235841"/>
                  </a:lnTo>
                  <a:close/>
                </a:path>
                <a:path w="201295" h="260985">
                  <a:moveTo>
                    <a:pt x="90037" y="30027"/>
                  </a:moveTo>
                  <a:lnTo>
                    <a:pt x="82394" y="30027"/>
                  </a:lnTo>
                  <a:lnTo>
                    <a:pt x="54454" y="96041"/>
                  </a:lnTo>
                  <a:lnTo>
                    <a:pt x="97915" y="151242"/>
                  </a:lnTo>
                  <a:lnTo>
                    <a:pt x="100214" y="154028"/>
                  </a:lnTo>
                  <a:lnTo>
                    <a:pt x="100072" y="156631"/>
                  </a:lnTo>
                  <a:lnTo>
                    <a:pt x="99984" y="158236"/>
                  </a:lnTo>
                  <a:lnTo>
                    <a:pt x="97331" y="160815"/>
                  </a:lnTo>
                  <a:lnTo>
                    <a:pt x="26023" y="232750"/>
                  </a:lnTo>
                  <a:lnTo>
                    <a:pt x="36033" y="232750"/>
                  </a:lnTo>
                  <a:lnTo>
                    <a:pt x="102213" y="165885"/>
                  </a:lnTo>
                  <a:lnTo>
                    <a:pt x="107337" y="160815"/>
                  </a:lnTo>
                  <a:lnTo>
                    <a:pt x="107501" y="159881"/>
                  </a:lnTo>
                  <a:lnTo>
                    <a:pt x="107836" y="154028"/>
                  </a:lnTo>
                  <a:lnTo>
                    <a:pt x="107921" y="152535"/>
                  </a:lnTo>
                  <a:lnTo>
                    <a:pt x="107667" y="152135"/>
                  </a:lnTo>
                  <a:lnTo>
                    <a:pt x="103374" y="146775"/>
                  </a:lnTo>
                  <a:lnTo>
                    <a:pt x="62824" y="95262"/>
                  </a:lnTo>
                  <a:lnTo>
                    <a:pt x="62711" y="95119"/>
                  </a:lnTo>
                  <a:lnTo>
                    <a:pt x="62498" y="95119"/>
                  </a:lnTo>
                  <a:lnTo>
                    <a:pt x="90037" y="30027"/>
                  </a:lnTo>
                  <a:close/>
                </a:path>
                <a:path w="201295" h="260985">
                  <a:moveTo>
                    <a:pt x="116168" y="227361"/>
                  </a:moveTo>
                  <a:lnTo>
                    <a:pt x="112651" y="227962"/>
                  </a:lnTo>
                  <a:lnTo>
                    <a:pt x="105037" y="228877"/>
                  </a:lnTo>
                  <a:lnTo>
                    <a:pt x="97389" y="229028"/>
                  </a:lnTo>
                  <a:lnTo>
                    <a:pt x="116443" y="229028"/>
                  </a:lnTo>
                  <a:lnTo>
                    <a:pt x="116342" y="228416"/>
                  </a:lnTo>
                  <a:lnTo>
                    <a:pt x="116267" y="227962"/>
                  </a:lnTo>
                  <a:lnTo>
                    <a:pt x="116168" y="227361"/>
                  </a:lnTo>
                  <a:close/>
                </a:path>
                <a:path w="201295" h="260985">
                  <a:moveTo>
                    <a:pt x="190104" y="101715"/>
                  </a:moveTo>
                  <a:lnTo>
                    <a:pt x="182236" y="101715"/>
                  </a:lnTo>
                  <a:lnTo>
                    <a:pt x="185714" y="108532"/>
                  </a:lnTo>
                  <a:lnTo>
                    <a:pt x="188638" y="115596"/>
                  </a:lnTo>
                  <a:lnTo>
                    <a:pt x="190998" y="122871"/>
                  </a:lnTo>
                  <a:lnTo>
                    <a:pt x="192686" y="129928"/>
                  </a:lnTo>
                  <a:lnTo>
                    <a:pt x="192781" y="130324"/>
                  </a:lnTo>
                  <a:lnTo>
                    <a:pt x="176332" y="133089"/>
                  </a:lnTo>
                  <a:lnTo>
                    <a:pt x="176876" y="136316"/>
                  </a:lnTo>
                  <a:lnTo>
                    <a:pt x="176930" y="136634"/>
                  </a:lnTo>
                  <a:lnTo>
                    <a:pt x="177843" y="144367"/>
                  </a:lnTo>
                  <a:lnTo>
                    <a:pt x="177863" y="154028"/>
                  </a:lnTo>
                  <a:lnTo>
                    <a:pt x="177666" y="156631"/>
                  </a:lnTo>
                  <a:lnTo>
                    <a:pt x="177545" y="158236"/>
                  </a:lnTo>
                  <a:lnTo>
                    <a:pt x="177420" y="159881"/>
                  </a:lnTo>
                  <a:lnTo>
                    <a:pt x="176087" y="167551"/>
                  </a:lnTo>
                  <a:lnTo>
                    <a:pt x="175752" y="169784"/>
                  </a:lnTo>
                  <a:lnTo>
                    <a:pt x="175630" y="170599"/>
                  </a:lnTo>
                  <a:lnTo>
                    <a:pt x="178442" y="171735"/>
                  </a:lnTo>
                  <a:lnTo>
                    <a:pt x="191481" y="174855"/>
                  </a:lnTo>
                  <a:lnTo>
                    <a:pt x="189225" y="182184"/>
                  </a:lnTo>
                  <a:lnTo>
                    <a:pt x="186396" y="189293"/>
                  </a:lnTo>
                  <a:lnTo>
                    <a:pt x="183007" y="196150"/>
                  </a:lnTo>
                  <a:lnTo>
                    <a:pt x="179030" y="202791"/>
                  </a:lnTo>
                  <a:lnTo>
                    <a:pt x="167267" y="202791"/>
                  </a:lnTo>
                  <a:lnTo>
                    <a:pt x="180759" y="212718"/>
                  </a:lnTo>
                  <a:lnTo>
                    <a:pt x="199139" y="173329"/>
                  </a:lnTo>
                  <a:lnTo>
                    <a:pt x="200301" y="169784"/>
                  </a:lnTo>
                  <a:lnTo>
                    <a:pt x="183642" y="165885"/>
                  </a:lnTo>
                  <a:lnTo>
                    <a:pt x="184537" y="159881"/>
                  </a:lnTo>
                  <a:lnTo>
                    <a:pt x="184634" y="159234"/>
                  </a:lnTo>
                  <a:lnTo>
                    <a:pt x="185000" y="154028"/>
                  </a:lnTo>
                  <a:lnTo>
                    <a:pt x="184932" y="144367"/>
                  </a:lnTo>
                  <a:lnTo>
                    <a:pt x="184485" y="139117"/>
                  </a:lnTo>
                  <a:lnTo>
                    <a:pt x="201038" y="136316"/>
                  </a:lnTo>
                  <a:lnTo>
                    <a:pt x="191302" y="103895"/>
                  </a:lnTo>
                  <a:lnTo>
                    <a:pt x="190104" y="101715"/>
                  </a:lnTo>
                  <a:close/>
                </a:path>
                <a:path w="201295" h="260985">
                  <a:moveTo>
                    <a:pt x="101125" y="95119"/>
                  </a:moveTo>
                  <a:lnTo>
                    <a:pt x="101058" y="97804"/>
                  </a:lnTo>
                  <a:lnTo>
                    <a:pt x="100948" y="102212"/>
                  </a:lnTo>
                  <a:lnTo>
                    <a:pt x="110101" y="103366"/>
                  </a:lnTo>
                  <a:lnTo>
                    <a:pt x="118851" y="106339"/>
                  </a:lnTo>
                  <a:lnTo>
                    <a:pt x="126691" y="110869"/>
                  </a:lnTo>
                  <a:lnTo>
                    <a:pt x="133634" y="116995"/>
                  </a:lnTo>
                  <a:lnTo>
                    <a:pt x="143450" y="132771"/>
                  </a:lnTo>
                  <a:lnTo>
                    <a:pt x="143561" y="132949"/>
                  </a:lnTo>
                  <a:lnTo>
                    <a:pt x="131930" y="184059"/>
                  </a:lnTo>
                  <a:lnTo>
                    <a:pt x="98174" y="197084"/>
                  </a:lnTo>
                  <a:lnTo>
                    <a:pt x="98087" y="200005"/>
                  </a:lnTo>
                  <a:lnTo>
                    <a:pt x="97962" y="204174"/>
                  </a:lnTo>
                  <a:lnTo>
                    <a:pt x="99580" y="204174"/>
                  </a:lnTo>
                  <a:lnTo>
                    <a:pt x="120186" y="200005"/>
                  </a:lnTo>
                  <a:lnTo>
                    <a:pt x="137138" y="188709"/>
                  </a:lnTo>
                  <a:lnTo>
                    <a:pt x="148779" y="171913"/>
                  </a:lnTo>
                  <a:lnTo>
                    <a:pt x="153453" y="151242"/>
                  </a:lnTo>
                  <a:lnTo>
                    <a:pt x="149901" y="130324"/>
                  </a:lnTo>
                  <a:lnTo>
                    <a:pt x="149833" y="129928"/>
                  </a:lnTo>
                  <a:lnTo>
                    <a:pt x="138788" y="112270"/>
                  </a:lnTo>
                  <a:lnTo>
                    <a:pt x="121993" y="100068"/>
                  </a:lnTo>
                  <a:lnTo>
                    <a:pt x="101125" y="95119"/>
                  </a:lnTo>
                  <a:close/>
                </a:path>
                <a:path w="201295" h="260985">
                  <a:moveTo>
                    <a:pt x="5094" y="101424"/>
                  </a:moveTo>
                  <a:lnTo>
                    <a:pt x="2860" y="101424"/>
                  </a:lnTo>
                  <a:lnTo>
                    <a:pt x="1493" y="102812"/>
                  </a:lnTo>
                  <a:lnTo>
                    <a:pt x="93" y="104133"/>
                  </a:lnTo>
                  <a:lnTo>
                    <a:pt x="0" y="106339"/>
                  </a:lnTo>
                  <a:lnTo>
                    <a:pt x="36455" y="146775"/>
                  </a:lnTo>
                  <a:lnTo>
                    <a:pt x="38762" y="149306"/>
                  </a:lnTo>
                  <a:lnTo>
                    <a:pt x="39930" y="152535"/>
                  </a:lnTo>
                  <a:lnTo>
                    <a:pt x="39847" y="156631"/>
                  </a:lnTo>
                  <a:lnTo>
                    <a:pt x="39412" y="165885"/>
                  </a:lnTo>
                  <a:lnTo>
                    <a:pt x="39333" y="167551"/>
                  </a:lnTo>
                  <a:lnTo>
                    <a:pt x="39282" y="168638"/>
                  </a:lnTo>
                  <a:lnTo>
                    <a:pt x="39199" y="172243"/>
                  </a:lnTo>
                  <a:lnTo>
                    <a:pt x="40774" y="173912"/>
                  </a:lnTo>
                  <a:lnTo>
                    <a:pt x="44599" y="173912"/>
                  </a:lnTo>
                  <a:lnTo>
                    <a:pt x="46929" y="158236"/>
                  </a:lnTo>
                  <a:lnTo>
                    <a:pt x="47005" y="156631"/>
                  </a:lnTo>
                  <a:lnTo>
                    <a:pt x="47118" y="154028"/>
                  </a:lnTo>
                  <a:lnTo>
                    <a:pt x="47140" y="150882"/>
                  </a:lnTo>
                  <a:lnTo>
                    <a:pt x="45321" y="145841"/>
                  </a:lnTo>
                  <a:lnTo>
                    <a:pt x="6482" y="102812"/>
                  </a:lnTo>
                  <a:lnTo>
                    <a:pt x="5094" y="101424"/>
                  </a:lnTo>
                  <a:close/>
                </a:path>
                <a:path w="201295" h="260985">
                  <a:moveTo>
                    <a:pt x="144321" y="56652"/>
                  </a:moveTo>
                  <a:lnTo>
                    <a:pt x="124425" y="56652"/>
                  </a:lnTo>
                  <a:lnTo>
                    <a:pt x="131763" y="58952"/>
                  </a:lnTo>
                  <a:lnTo>
                    <a:pt x="138877" y="61845"/>
                  </a:lnTo>
                  <a:lnTo>
                    <a:pt x="145733" y="65314"/>
                  </a:lnTo>
                  <a:lnTo>
                    <a:pt x="152295" y="69344"/>
                  </a:lnTo>
                  <a:lnTo>
                    <a:pt x="142384" y="82959"/>
                  </a:lnTo>
                  <a:lnTo>
                    <a:pt x="145231" y="85017"/>
                  </a:lnTo>
                  <a:lnTo>
                    <a:pt x="168178" y="110649"/>
                  </a:lnTo>
                  <a:lnTo>
                    <a:pt x="182236" y="101715"/>
                  </a:lnTo>
                  <a:lnTo>
                    <a:pt x="190104" y="101715"/>
                  </a:lnTo>
                  <a:lnTo>
                    <a:pt x="189943" y="101424"/>
                  </a:lnTo>
                  <a:lnTo>
                    <a:pt x="189823" y="101204"/>
                  </a:lnTo>
                  <a:lnTo>
                    <a:pt x="189713" y="101004"/>
                  </a:lnTo>
                  <a:lnTo>
                    <a:pt x="170288" y="101004"/>
                  </a:lnTo>
                  <a:lnTo>
                    <a:pt x="166324" y="95620"/>
                  </a:lnTo>
                  <a:lnTo>
                    <a:pt x="161967" y="90566"/>
                  </a:lnTo>
                  <a:lnTo>
                    <a:pt x="157236" y="85866"/>
                  </a:lnTo>
                  <a:lnTo>
                    <a:pt x="152153" y="81540"/>
                  </a:lnTo>
                  <a:lnTo>
                    <a:pt x="162028" y="67536"/>
                  </a:lnTo>
                  <a:lnTo>
                    <a:pt x="159184" y="65481"/>
                  </a:lnTo>
                  <a:lnTo>
                    <a:pt x="150735" y="59977"/>
                  </a:lnTo>
                  <a:lnTo>
                    <a:pt x="144321" y="56652"/>
                  </a:lnTo>
                  <a:close/>
                </a:path>
                <a:path w="201295" h="260985">
                  <a:moveTo>
                    <a:pt x="184556" y="91999"/>
                  </a:moveTo>
                  <a:lnTo>
                    <a:pt x="170288" y="101004"/>
                  </a:lnTo>
                  <a:lnTo>
                    <a:pt x="189713" y="101004"/>
                  </a:lnTo>
                  <a:lnTo>
                    <a:pt x="186557" y="95262"/>
                  </a:lnTo>
                  <a:lnTo>
                    <a:pt x="184556" y="91999"/>
                  </a:lnTo>
                  <a:close/>
                </a:path>
                <a:path w="201295" h="260985">
                  <a:moveTo>
                    <a:pt x="102740" y="0"/>
                  </a:moveTo>
                  <a:lnTo>
                    <a:pt x="10209" y="91396"/>
                  </a:lnTo>
                  <a:lnTo>
                    <a:pt x="8831" y="92776"/>
                  </a:lnTo>
                  <a:lnTo>
                    <a:pt x="8919" y="95119"/>
                  </a:lnTo>
                  <a:lnTo>
                    <a:pt x="11579" y="97804"/>
                  </a:lnTo>
                  <a:lnTo>
                    <a:pt x="13793" y="97804"/>
                  </a:lnTo>
                  <a:lnTo>
                    <a:pt x="15164" y="96430"/>
                  </a:lnTo>
                  <a:lnTo>
                    <a:pt x="82394" y="30027"/>
                  </a:lnTo>
                  <a:lnTo>
                    <a:pt x="90037" y="30027"/>
                  </a:lnTo>
                  <a:lnTo>
                    <a:pt x="102740" y="0"/>
                  </a:lnTo>
                  <a:close/>
                </a:path>
                <a:path w="201295" h="260985">
                  <a:moveTo>
                    <a:pt x="121508" y="70308"/>
                  </a:moveTo>
                  <a:lnTo>
                    <a:pt x="102049" y="70308"/>
                  </a:lnTo>
                  <a:lnTo>
                    <a:pt x="109763" y="70928"/>
                  </a:lnTo>
                  <a:lnTo>
                    <a:pt x="117397" y="72324"/>
                  </a:lnTo>
                  <a:lnTo>
                    <a:pt x="120911" y="73103"/>
                  </a:lnTo>
                  <a:lnTo>
                    <a:pt x="121275" y="71402"/>
                  </a:lnTo>
                  <a:lnTo>
                    <a:pt x="121376" y="70928"/>
                  </a:lnTo>
                  <a:lnTo>
                    <a:pt x="121475" y="70465"/>
                  </a:lnTo>
                  <a:lnTo>
                    <a:pt x="121508" y="70308"/>
                  </a:lnTo>
                  <a:close/>
                </a:path>
                <a:path w="201295" h="260985">
                  <a:moveTo>
                    <a:pt x="100468" y="63065"/>
                  </a:moveTo>
                  <a:lnTo>
                    <a:pt x="89554" y="63470"/>
                  </a:lnTo>
                  <a:lnTo>
                    <a:pt x="91950" y="63470"/>
                  </a:lnTo>
                  <a:lnTo>
                    <a:pt x="85416" y="64310"/>
                  </a:lnTo>
                  <a:lnTo>
                    <a:pt x="86425" y="70308"/>
                  </a:lnTo>
                  <a:lnTo>
                    <a:pt x="86530" y="70928"/>
                  </a:lnTo>
                  <a:lnTo>
                    <a:pt x="86610" y="71402"/>
                  </a:lnTo>
                  <a:lnTo>
                    <a:pt x="94312" y="70465"/>
                  </a:lnTo>
                  <a:lnTo>
                    <a:pt x="102049" y="70308"/>
                  </a:lnTo>
                  <a:lnTo>
                    <a:pt x="121508" y="70308"/>
                  </a:lnTo>
                  <a:lnTo>
                    <a:pt x="122736" y="64559"/>
                  </a:lnTo>
                  <a:lnTo>
                    <a:pt x="115499" y="64559"/>
                  </a:lnTo>
                  <a:lnTo>
                    <a:pt x="108009" y="63470"/>
                  </a:lnTo>
                  <a:lnTo>
                    <a:pt x="100468" y="63065"/>
                  </a:lnTo>
                  <a:close/>
                </a:path>
                <a:path w="201295" h="260985">
                  <a:moveTo>
                    <a:pt x="119013" y="47965"/>
                  </a:moveTo>
                  <a:lnTo>
                    <a:pt x="115552" y="64310"/>
                  </a:lnTo>
                  <a:lnTo>
                    <a:pt x="115499" y="64559"/>
                  </a:lnTo>
                  <a:lnTo>
                    <a:pt x="122736" y="64559"/>
                  </a:lnTo>
                  <a:lnTo>
                    <a:pt x="124425" y="56652"/>
                  </a:lnTo>
                  <a:lnTo>
                    <a:pt x="144321" y="56652"/>
                  </a:lnTo>
                  <a:lnTo>
                    <a:pt x="141811" y="55351"/>
                  </a:lnTo>
                  <a:lnTo>
                    <a:pt x="132481" y="51632"/>
                  </a:lnTo>
                  <a:lnTo>
                    <a:pt x="122810" y="48851"/>
                  </a:lnTo>
                  <a:lnTo>
                    <a:pt x="119013" y="479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203695" y="4569509"/>
              <a:ext cx="252206" cy="25233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146826" y="5075050"/>
              <a:ext cx="309002" cy="21922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42281" y="5101344"/>
              <a:ext cx="174550" cy="22082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259865" y="5079976"/>
              <a:ext cx="200651" cy="23980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524715" y="5136208"/>
              <a:ext cx="293374" cy="149082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014969" y="2327147"/>
              <a:ext cx="750061" cy="72771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6782561" y="23469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26289" y="515620"/>
                  </a:moveTo>
                  <a:lnTo>
                    <a:pt x="25908" y="515620"/>
                  </a:lnTo>
                  <a:lnTo>
                    <a:pt x="381" y="541020"/>
                  </a:lnTo>
                  <a:lnTo>
                    <a:pt x="0" y="541020"/>
                  </a:lnTo>
                  <a:lnTo>
                    <a:pt x="0" y="542289"/>
                  </a:lnTo>
                  <a:lnTo>
                    <a:pt x="40259" y="581660"/>
                  </a:lnTo>
                  <a:lnTo>
                    <a:pt x="40640" y="581660"/>
                  </a:lnTo>
                  <a:lnTo>
                    <a:pt x="48450" y="574039"/>
                  </a:lnTo>
                  <a:lnTo>
                    <a:pt x="40767" y="574039"/>
                  </a:lnTo>
                  <a:lnTo>
                    <a:pt x="26162" y="560070"/>
                  </a:lnTo>
                  <a:lnTo>
                    <a:pt x="26162" y="558800"/>
                  </a:lnTo>
                  <a:lnTo>
                    <a:pt x="28723" y="556260"/>
                  </a:lnTo>
                  <a:lnTo>
                    <a:pt x="22098" y="556260"/>
                  </a:lnTo>
                  <a:lnTo>
                    <a:pt x="7620" y="541020"/>
                  </a:lnTo>
                  <a:lnTo>
                    <a:pt x="29591" y="519430"/>
                  </a:lnTo>
                  <a:lnTo>
                    <a:pt x="29591" y="518160"/>
                  </a:lnTo>
                  <a:lnTo>
                    <a:pt x="29210" y="518160"/>
                  </a:lnTo>
                  <a:lnTo>
                    <a:pt x="26289" y="515620"/>
                  </a:lnTo>
                  <a:close/>
                </a:path>
                <a:path w="581659" h="581660">
                  <a:moveTo>
                    <a:pt x="63500" y="552450"/>
                  </a:moveTo>
                  <a:lnTo>
                    <a:pt x="62611" y="552450"/>
                  </a:lnTo>
                  <a:lnTo>
                    <a:pt x="41148" y="574039"/>
                  </a:lnTo>
                  <a:lnTo>
                    <a:pt x="48450" y="574039"/>
                  </a:lnTo>
                  <a:lnTo>
                    <a:pt x="66675" y="556260"/>
                  </a:lnTo>
                  <a:lnTo>
                    <a:pt x="63500" y="552450"/>
                  </a:lnTo>
                  <a:close/>
                </a:path>
                <a:path w="581659" h="581660">
                  <a:moveTo>
                    <a:pt x="38354" y="541020"/>
                  </a:moveTo>
                  <a:lnTo>
                    <a:pt x="37973" y="541020"/>
                  </a:lnTo>
                  <a:lnTo>
                    <a:pt x="22479" y="556260"/>
                  </a:lnTo>
                  <a:lnTo>
                    <a:pt x="28723" y="556260"/>
                  </a:lnTo>
                  <a:lnTo>
                    <a:pt x="41529" y="543560"/>
                  </a:lnTo>
                  <a:lnTo>
                    <a:pt x="38354" y="541020"/>
                  </a:lnTo>
                  <a:close/>
                </a:path>
                <a:path w="581659" h="581660">
                  <a:moveTo>
                    <a:pt x="36957" y="505460"/>
                  </a:moveTo>
                  <a:lnTo>
                    <a:pt x="36068" y="505460"/>
                  </a:lnTo>
                  <a:lnTo>
                    <a:pt x="32258" y="509270"/>
                  </a:lnTo>
                  <a:lnTo>
                    <a:pt x="32408" y="509270"/>
                  </a:lnTo>
                  <a:lnTo>
                    <a:pt x="32639" y="510539"/>
                  </a:lnTo>
                  <a:lnTo>
                    <a:pt x="32893" y="510539"/>
                  </a:lnTo>
                  <a:lnTo>
                    <a:pt x="64770" y="516889"/>
                  </a:lnTo>
                  <a:lnTo>
                    <a:pt x="64897" y="518160"/>
                  </a:lnTo>
                  <a:lnTo>
                    <a:pt x="72390" y="549910"/>
                  </a:lnTo>
                  <a:lnTo>
                    <a:pt x="73279" y="549910"/>
                  </a:lnTo>
                  <a:lnTo>
                    <a:pt x="76835" y="546100"/>
                  </a:lnTo>
                  <a:lnTo>
                    <a:pt x="76835" y="544830"/>
                  </a:lnTo>
                  <a:lnTo>
                    <a:pt x="70612" y="518160"/>
                  </a:lnTo>
                  <a:lnTo>
                    <a:pt x="95427" y="518160"/>
                  </a:lnTo>
                  <a:lnTo>
                    <a:pt x="70231" y="513080"/>
                  </a:lnTo>
                  <a:lnTo>
                    <a:pt x="69977" y="511810"/>
                  </a:lnTo>
                  <a:lnTo>
                    <a:pt x="63881" y="511810"/>
                  </a:lnTo>
                  <a:lnTo>
                    <a:pt x="36957" y="505460"/>
                  </a:lnTo>
                  <a:close/>
                </a:path>
                <a:path w="581659" h="581660">
                  <a:moveTo>
                    <a:pt x="95427" y="518160"/>
                  </a:moveTo>
                  <a:lnTo>
                    <a:pt x="70993" y="518160"/>
                  </a:lnTo>
                  <a:lnTo>
                    <a:pt x="97790" y="524510"/>
                  </a:lnTo>
                  <a:lnTo>
                    <a:pt x="98679" y="524510"/>
                  </a:lnTo>
                  <a:lnTo>
                    <a:pt x="102489" y="520700"/>
                  </a:lnTo>
                  <a:lnTo>
                    <a:pt x="102235" y="519430"/>
                  </a:lnTo>
                  <a:lnTo>
                    <a:pt x="101727" y="519430"/>
                  </a:lnTo>
                  <a:lnTo>
                    <a:pt x="95427" y="518160"/>
                  </a:lnTo>
                  <a:close/>
                </a:path>
                <a:path w="581659" h="581660">
                  <a:moveTo>
                    <a:pt x="100838" y="450850"/>
                  </a:moveTo>
                  <a:lnTo>
                    <a:pt x="92456" y="450850"/>
                  </a:lnTo>
                  <a:lnTo>
                    <a:pt x="88646" y="452120"/>
                  </a:lnTo>
                  <a:lnTo>
                    <a:pt x="85217" y="455930"/>
                  </a:lnTo>
                  <a:lnTo>
                    <a:pt x="69596" y="472439"/>
                  </a:lnTo>
                  <a:lnTo>
                    <a:pt x="109982" y="513080"/>
                  </a:lnTo>
                  <a:lnTo>
                    <a:pt x="110363" y="513080"/>
                  </a:lnTo>
                  <a:lnTo>
                    <a:pt x="113665" y="509270"/>
                  </a:lnTo>
                  <a:lnTo>
                    <a:pt x="114046" y="509270"/>
                  </a:lnTo>
                  <a:lnTo>
                    <a:pt x="114046" y="508000"/>
                  </a:lnTo>
                  <a:lnTo>
                    <a:pt x="96393" y="490220"/>
                  </a:lnTo>
                  <a:lnTo>
                    <a:pt x="100075" y="486410"/>
                  </a:lnTo>
                  <a:lnTo>
                    <a:pt x="92583" y="486410"/>
                  </a:lnTo>
                  <a:lnTo>
                    <a:pt x="77343" y="471170"/>
                  </a:lnTo>
                  <a:lnTo>
                    <a:pt x="90678" y="458470"/>
                  </a:lnTo>
                  <a:lnTo>
                    <a:pt x="93218" y="457200"/>
                  </a:lnTo>
                  <a:lnTo>
                    <a:pt x="109093" y="457200"/>
                  </a:lnTo>
                  <a:lnTo>
                    <a:pt x="107950" y="455930"/>
                  </a:lnTo>
                  <a:lnTo>
                    <a:pt x="104521" y="453389"/>
                  </a:lnTo>
                  <a:lnTo>
                    <a:pt x="100838" y="450850"/>
                  </a:lnTo>
                  <a:close/>
                </a:path>
                <a:path w="581659" h="581660">
                  <a:moveTo>
                    <a:pt x="62484" y="480060"/>
                  </a:moveTo>
                  <a:lnTo>
                    <a:pt x="61595" y="480060"/>
                  </a:lnTo>
                  <a:lnTo>
                    <a:pt x="57912" y="483870"/>
                  </a:lnTo>
                  <a:lnTo>
                    <a:pt x="64135" y="511810"/>
                  </a:lnTo>
                  <a:lnTo>
                    <a:pt x="69850" y="511810"/>
                  </a:lnTo>
                  <a:lnTo>
                    <a:pt x="62484" y="480060"/>
                  </a:lnTo>
                  <a:close/>
                </a:path>
                <a:path w="581659" h="581660">
                  <a:moveTo>
                    <a:pt x="109093" y="457200"/>
                  </a:moveTo>
                  <a:lnTo>
                    <a:pt x="98933" y="457200"/>
                  </a:lnTo>
                  <a:lnTo>
                    <a:pt x="101600" y="458470"/>
                  </a:lnTo>
                  <a:lnTo>
                    <a:pt x="104013" y="459739"/>
                  </a:lnTo>
                  <a:lnTo>
                    <a:pt x="106299" y="462280"/>
                  </a:lnTo>
                  <a:lnTo>
                    <a:pt x="107442" y="464820"/>
                  </a:lnTo>
                  <a:lnTo>
                    <a:pt x="107442" y="471170"/>
                  </a:lnTo>
                  <a:lnTo>
                    <a:pt x="106299" y="473710"/>
                  </a:lnTo>
                  <a:lnTo>
                    <a:pt x="104013" y="476250"/>
                  </a:lnTo>
                  <a:lnTo>
                    <a:pt x="92964" y="486410"/>
                  </a:lnTo>
                  <a:lnTo>
                    <a:pt x="100075" y="486410"/>
                  </a:lnTo>
                  <a:lnTo>
                    <a:pt x="111125" y="474980"/>
                  </a:lnTo>
                  <a:lnTo>
                    <a:pt x="112903" y="471170"/>
                  </a:lnTo>
                  <a:lnTo>
                    <a:pt x="113030" y="463550"/>
                  </a:lnTo>
                  <a:lnTo>
                    <a:pt x="111379" y="459739"/>
                  </a:lnTo>
                  <a:lnTo>
                    <a:pt x="109093" y="457200"/>
                  </a:lnTo>
                  <a:close/>
                </a:path>
                <a:path w="581659" h="581660">
                  <a:moveTo>
                    <a:pt x="130810" y="411480"/>
                  </a:moveTo>
                  <a:lnTo>
                    <a:pt x="130429" y="411480"/>
                  </a:lnTo>
                  <a:lnTo>
                    <a:pt x="104521" y="436880"/>
                  </a:lnTo>
                  <a:lnTo>
                    <a:pt x="144780" y="477520"/>
                  </a:lnTo>
                  <a:lnTo>
                    <a:pt x="145288" y="477520"/>
                  </a:lnTo>
                  <a:lnTo>
                    <a:pt x="153060" y="469900"/>
                  </a:lnTo>
                  <a:lnTo>
                    <a:pt x="145288" y="469900"/>
                  </a:lnTo>
                  <a:lnTo>
                    <a:pt x="130556" y="454660"/>
                  </a:lnTo>
                  <a:lnTo>
                    <a:pt x="134334" y="450850"/>
                  </a:lnTo>
                  <a:lnTo>
                    <a:pt x="126619" y="450850"/>
                  </a:lnTo>
                  <a:lnTo>
                    <a:pt x="112268" y="436880"/>
                  </a:lnTo>
                  <a:lnTo>
                    <a:pt x="134112" y="414020"/>
                  </a:lnTo>
                  <a:lnTo>
                    <a:pt x="133731" y="414020"/>
                  </a:lnTo>
                  <a:lnTo>
                    <a:pt x="130810" y="411480"/>
                  </a:lnTo>
                  <a:close/>
                </a:path>
                <a:path w="581659" h="581660">
                  <a:moveTo>
                    <a:pt x="168021" y="448310"/>
                  </a:moveTo>
                  <a:lnTo>
                    <a:pt x="167640" y="448310"/>
                  </a:lnTo>
                  <a:lnTo>
                    <a:pt x="145669" y="469900"/>
                  </a:lnTo>
                  <a:lnTo>
                    <a:pt x="153060" y="469900"/>
                  </a:lnTo>
                  <a:lnTo>
                    <a:pt x="171196" y="452120"/>
                  </a:lnTo>
                  <a:lnTo>
                    <a:pt x="171196" y="450850"/>
                  </a:lnTo>
                  <a:lnTo>
                    <a:pt x="168021" y="448310"/>
                  </a:lnTo>
                  <a:close/>
                </a:path>
                <a:path w="581659" h="581660">
                  <a:moveTo>
                    <a:pt x="142875" y="435610"/>
                  </a:moveTo>
                  <a:lnTo>
                    <a:pt x="142494" y="435610"/>
                  </a:lnTo>
                  <a:lnTo>
                    <a:pt x="127127" y="450850"/>
                  </a:lnTo>
                  <a:lnTo>
                    <a:pt x="134334" y="450850"/>
                  </a:lnTo>
                  <a:lnTo>
                    <a:pt x="145669" y="439420"/>
                  </a:lnTo>
                  <a:lnTo>
                    <a:pt x="146177" y="439420"/>
                  </a:lnTo>
                  <a:lnTo>
                    <a:pt x="145669" y="438150"/>
                  </a:lnTo>
                  <a:lnTo>
                    <a:pt x="142875" y="435610"/>
                  </a:lnTo>
                  <a:close/>
                </a:path>
                <a:path w="581659" h="581660">
                  <a:moveTo>
                    <a:pt x="170815" y="381000"/>
                  </a:moveTo>
                  <a:lnTo>
                    <a:pt x="162560" y="381000"/>
                  </a:lnTo>
                  <a:lnTo>
                    <a:pt x="158877" y="382270"/>
                  </a:lnTo>
                  <a:lnTo>
                    <a:pt x="140081" y="401320"/>
                  </a:lnTo>
                  <a:lnTo>
                    <a:pt x="180340" y="441960"/>
                  </a:lnTo>
                  <a:lnTo>
                    <a:pt x="180848" y="441960"/>
                  </a:lnTo>
                  <a:lnTo>
                    <a:pt x="184531" y="438150"/>
                  </a:lnTo>
                  <a:lnTo>
                    <a:pt x="166370" y="420370"/>
                  </a:lnTo>
                  <a:lnTo>
                    <a:pt x="166370" y="419100"/>
                  </a:lnTo>
                  <a:lnTo>
                    <a:pt x="168878" y="416560"/>
                  </a:lnTo>
                  <a:lnTo>
                    <a:pt x="162560" y="416560"/>
                  </a:lnTo>
                  <a:lnTo>
                    <a:pt x="147828" y="401320"/>
                  </a:lnTo>
                  <a:lnTo>
                    <a:pt x="160909" y="387350"/>
                  </a:lnTo>
                  <a:lnTo>
                    <a:pt x="163449" y="386080"/>
                  </a:lnTo>
                  <a:lnTo>
                    <a:pt x="177927" y="386080"/>
                  </a:lnTo>
                  <a:lnTo>
                    <a:pt x="174625" y="382270"/>
                  </a:lnTo>
                  <a:lnTo>
                    <a:pt x="170815" y="381000"/>
                  </a:lnTo>
                  <a:close/>
                </a:path>
                <a:path w="581659" h="581660">
                  <a:moveTo>
                    <a:pt x="191824" y="408939"/>
                  </a:moveTo>
                  <a:lnTo>
                    <a:pt x="176657" y="408939"/>
                  </a:lnTo>
                  <a:lnTo>
                    <a:pt x="203200" y="419100"/>
                  </a:lnTo>
                  <a:lnTo>
                    <a:pt x="204343" y="419100"/>
                  </a:lnTo>
                  <a:lnTo>
                    <a:pt x="207391" y="415289"/>
                  </a:lnTo>
                  <a:lnTo>
                    <a:pt x="207772" y="415289"/>
                  </a:lnTo>
                  <a:lnTo>
                    <a:pt x="207391" y="414020"/>
                  </a:lnTo>
                  <a:lnTo>
                    <a:pt x="207137" y="414020"/>
                  </a:lnTo>
                  <a:lnTo>
                    <a:pt x="191824" y="408939"/>
                  </a:lnTo>
                  <a:close/>
                </a:path>
                <a:path w="581659" h="581660">
                  <a:moveTo>
                    <a:pt x="177927" y="386080"/>
                  </a:moveTo>
                  <a:lnTo>
                    <a:pt x="163449" y="386080"/>
                  </a:lnTo>
                  <a:lnTo>
                    <a:pt x="169037" y="387350"/>
                  </a:lnTo>
                  <a:lnTo>
                    <a:pt x="171577" y="387350"/>
                  </a:lnTo>
                  <a:lnTo>
                    <a:pt x="176149" y="392430"/>
                  </a:lnTo>
                  <a:lnTo>
                    <a:pt x="177165" y="394970"/>
                  </a:lnTo>
                  <a:lnTo>
                    <a:pt x="177165" y="400050"/>
                  </a:lnTo>
                  <a:lnTo>
                    <a:pt x="176149" y="402589"/>
                  </a:lnTo>
                  <a:lnTo>
                    <a:pt x="173863" y="405130"/>
                  </a:lnTo>
                  <a:lnTo>
                    <a:pt x="163068" y="416560"/>
                  </a:lnTo>
                  <a:lnTo>
                    <a:pt x="168878" y="416560"/>
                  </a:lnTo>
                  <a:lnTo>
                    <a:pt x="176403" y="408939"/>
                  </a:lnTo>
                  <a:lnTo>
                    <a:pt x="191824" y="408939"/>
                  </a:lnTo>
                  <a:lnTo>
                    <a:pt x="180340" y="405130"/>
                  </a:lnTo>
                  <a:lnTo>
                    <a:pt x="182245" y="401320"/>
                  </a:lnTo>
                  <a:lnTo>
                    <a:pt x="183007" y="398780"/>
                  </a:lnTo>
                  <a:lnTo>
                    <a:pt x="182245" y="392430"/>
                  </a:lnTo>
                  <a:lnTo>
                    <a:pt x="180594" y="388620"/>
                  </a:lnTo>
                  <a:lnTo>
                    <a:pt x="177927" y="386080"/>
                  </a:lnTo>
                  <a:close/>
                </a:path>
                <a:path w="581659" h="581660">
                  <a:moveTo>
                    <a:pt x="179705" y="361950"/>
                  </a:moveTo>
                  <a:lnTo>
                    <a:pt x="179324" y="361950"/>
                  </a:lnTo>
                  <a:lnTo>
                    <a:pt x="175641" y="365760"/>
                  </a:lnTo>
                  <a:lnTo>
                    <a:pt x="176022" y="367030"/>
                  </a:lnTo>
                  <a:lnTo>
                    <a:pt x="215900" y="406400"/>
                  </a:lnTo>
                  <a:lnTo>
                    <a:pt x="216789" y="406400"/>
                  </a:lnTo>
                  <a:lnTo>
                    <a:pt x="220091" y="402589"/>
                  </a:lnTo>
                  <a:lnTo>
                    <a:pt x="179705" y="361950"/>
                  </a:lnTo>
                  <a:close/>
                </a:path>
                <a:path w="581659" h="581660">
                  <a:moveTo>
                    <a:pt x="217043" y="325120"/>
                  </a:moveTo>
                  <a:lnTo>
                    <a:pt x="216662" y="325120"/>
                  </a:lnTo>
                  <a:lnTo>
                    <a:pt x="190754" y="350520"/>
                  </a:lnTo>
                  <a:lnTo>
                    <a:pt x="190754" y="351789"/>
                  </a:lnTo>
                  <a:lnTo>
                    <a:pt x="231013" y="391160"/>
                  </a:lnTo>
                  <a:lnTo>
                    <a:pt x="231394" y="391160"/>
                  </a:lnTo>
                  <a:lnTo>
                    <a:pt x="239204" y="383539"/>
                  </a:lnTo>
                  <a:lnTo>
                    <a:pt x="231521" y="383539"/>
                  </a:lnTo>
                  <a:lnTo>
                    <a:pt x="216916" y="369570"/>
                  </a:lnTo>
                  <a:lnTo>
                    <a:pt x="216916" y="368300"/>
                  </a:lnTo>
                  <a:lnTo>
                    <a:pt x="220757" y="364489"/>
                  </a:lnTo>
                  <a:lnTo>
                    <a:pt x="212852" y="364489"/>
                  </a:lnTo>
                  <a:lnTo>
                    <a:pt x="198374" y="350520"/>
                  </a:lnTo>
                  <a:lnTo>
                    <a:pt x="198501" y="350520"/>
                  </a:lnTo>
                  <a:lnTo>
                    <a:pt x="219837" y="328930"/>
                  </a:lnTo>
                  <a:lnTo>
                    <a:pt x="220345" y="328930"/>
                  </a:lnTo>
                  <a:lnTo>
                    <a:pt x="220345" y="327660"/>
                  </a:lnTo>
                  <a:lnTo>
                    <a:pt x="219837" y="327660"/>
                  </a:lnTo>
                  <a:lnTo>
                    <a:pt x="217043" y="325120"/>
                  </a:lnTo>
                  <a:close/>
                </a:path>
                <a:path w="581659" h="581660">
                  <a:moveTo>
                    <a:pt x="254127" y="361950"/>
                  </a:moveTo>
                  <a:lnTo>
                    <a:pt x="253365" y="361950"/>
                  </a:lnTo>
                  <a:lnTo>
                    <a:pt x="231902" y="383539"/>
                  </a:lnTo>
                  <a:lnTo>
                    <a:pt x="239204" y="383539"/>
                  </a:lnTo>
                  <a:lnTo>
                    <a:pt x="257429" y="365760"/>
                  </a:lnTo>
                  <a:lnTo>
                    <a:pt x="254127" y="361950"/>
                  </a:lnTo>
                  <a:close/>
                </a:path>
                <a:path w="581659" h="581660">
                  <a:moveTo>
                    <a:pt x="229108" y="349250"/>
                  </a:moveTo>
                  <a:lnTo>
                    <a:pt x="228727" y="349250"/>
                  </a:lnTo>
                  <a:lnTo>
                    <a:pt x="213360" y="364489"/>
                  </a:lnTo>
                  <a:lnTo>
                    <a:pt x="220757" y="364489"/>
                  </a:lnTo>
                  <a:lnTo>
                    <a:pt x="232283" y="353060"/>
                  </a:lnTo>
                  <a:lnTo>
                    <a:pt x="229108" y="349250"/>
                  </a:lnTo>
                  <a:close/>
                </a:path>
                <a:path w="581659" h="581660">
                  <a:moveTo>
                    <a:pt x="230632" y="311150"/>
                  </a:moveTo>
                  <a:lnTo>
                    <a:pt x="229870" y="311150"/>
                  </a:lnTo>
                  <a:lnTo>
                    <a:pt x="226314" y="314960"/>
                  </a:lnTo>
                  <a:lnTo>
                    <a:pt x="226314" y="316230"/>
                  </a:lnTo>
                  <a:lnTo>
                    <a:pt x="266573" y="355600"/>
                  </a:lnTo>
                  <a:lnTo>
                    <a:pt x="266954" y="355600"/>
                  </a:lnTo>
                  <a:lnTo>
                    <a:pt x="270764" y="351789"/>
                  </a:lnTo>
                  <a:lnTo>
                    <a:pt x="238125" y="318770"/>
                  </a:lnTo>
                  <a:lnTo>
                    <a:pt x="261950" y="318770"/>
                  </a:lnTo>
                  <a:lnTo>
                    <a:pt x="230632" y="311150"/>
                  </a:lnTo>
                  <a:close/>
                </a:path>
                <a:path w="581659" h="581660">
                  <a:moveTo>
                    <a:pt x="261950" y="318770"/>
                  </a:moveTo>
                  <a:lnTo>
                    <a:pt x="238506" y="318770"/>
                  </a:lnTo>
                  <a:lnTo>
                    <a:pt x="290576" y="331470"/>
                  </a:lnTo>
                  <a:lnTo>
                    <a:pt x="291465" y="331470"/>
                  </a:lnTo>
                  <a:lnTo>
                    <a:pt x="295021" y="327660"/>
                  </a:lnTo>
                  <a:lnTo>
                    <a:pt x="291234" y="323850"/>
                  </a:lnTo>
                  <a:lnTo>
                    <a:pt x="282829" y="323850"/>
                  </a:lnTo>
                  <a:lnTo>
                    <a:pt x="261950" y="318770"/>
                  </a:lnTo>
                  <a:close/>
                </a:path>
                <a:path w="581659" h="581660">
                  <a:moveTo>
                    <a:pt x="254635" y="287020"/>
                  </a:moveTo>
                  <a:lnTo>
                    <a:pt x="254254" y="287020"/>
                  </a:lnTo>
                  <a:lnTo>
                    <a:pt x="250571" y="290830"/>
                  </a:lnTo>
                  <a:lnTo>
                    <a:pt x="250952" y="292100"/>
                  </a:lnTo>
                  <a:lnTo>
                    <a:pt x="283210" y="323850"/>
                  </a:lnTo>
                  <a:lnTo>
                    <a:pt x="291234" y="323850"/>
                  </a:lnTo>
                  <a:lnTo>
                    <a:pt x="254635" y="287020"/>
                  </a:lnTo>
                  <a:close/>
                </a:path>
                <a:path w="581659" h="581660">
                  <a:moveTo>
                    <a:pt x="292735" y="256539"/>
                  </a:moveTo>
                  <a:lnTo>
                    <a:pt x="286639" y="256539"/>
                  </a:lnTo>
                  <a:lnTo>
                    <a:pt x="283464" y="257810"/>
                  </a:lnTo>
                  <a:lnTo>
                    <a:pt x="280543" y="260350"/>
                  </a:lnTo>
                  <a:lnTo>
                    <a:pt x="275209" y="265430"/>
                  </a:lnTo>
                  <a:lnTo>
                    <a:pt x="273304" y="267970"/>
                  </a:lnTo>
                  <a:lnTo>
                    <a:pt x="272288" y="271780"/>
                  </a:lnTo>
                  <a:lnTo>
                    <a:pt x="271272" y="274320"/>
                  </a:lnTo>
                  <a:lnTo>
                    <a:pt x="271272" y="278130"/>
                  </a:lnTo>
                  <a:lnTo>
                    <a:pt x="272796" y="283210"/>
                  </a:lnTo>
                  <a:lnTo>
                    <a:pt x="274447" y="287020"/>
                  </a:lnTo>
                  <a:lnTo>
                    <a:pt x="276987" y="289560"/>
                  </a:lnTo>
                  <a:lnTo>
                    <a:pt x="292989" y="304800"/>
                  </a:lnTo>
                  <a:lnTo>
                    <a:pt x="295529" y="307339"/>
                  </a:lnTo>
                  <a:lnTo>
                    <a:pt x="298450" y="309880"/>
                  </a:lnTo>
                  <a:lnTo>
                    <a:pt x="301498" y="309880"/>
                  </a:lnTo>
                  <a:lnTo>
                    <a:pt x="304546" y="311150"/>
                  </a:lnTo>
                  <a:lnTo>
                    <a:pt x="307721" y="311150"/>
                  </a:lnTo>
                  <a:lnTo>
                    <a:pt x="310896" y="309880"/>
                  </a:lnTo>
                  <a:lnTo>
                    <a:pt x="313944" y="308610"/>
                  </a:lnTo>
                  <a:lnTo>
                    <a:pt x="316865" y="307339"/>
                  </a:lnTo>
                  <a:lnTo>
                    <a:pt x="319532" y="304800"/>
                  </a:lnTo>
                  <a:lnTo>
                    <a:pt x="303149" y="304800"/>
                  </a:lnTo>
                  <a:lnTo>
                    <a:pt x="299974" y="303530"/>
                  </a:lnTo>
                  <a:lnTo>
                    <a:pt x="297307" y="300989"/>
                  </a:lnTo>
                  <a:lnTo>
                    <a:pt x="281051" y="284480"/>
                  </a:lnTo>
                  <a:lnTo>
                    <a:pt x="278257" y="281939"/>
                  </a:lnTo>
                  <a:lnTo>
                    <a:pt x="276987" y="279400"/>
                  </a:lnTo>
                  <a:lnTo>
                    <a:pt x="277114" y="271780"/>
                  </a:lnTo>
                  <a:lnTo>
                    <a:pt x="278638" y="269239"/>
                  </a:lnTo>
                  <a:lnTo>
                    <a:pt x="281432" y="266700"/>
                  </a:lnTo>
                  <a:lnTo>
                    <a:pt x="284353" y="262889"/>
                  </a:lnTo>
                  <a:lnTo>
                    <a:pt x="287528" y="261620"/>
                  </a:lnTo>
                  <a:lnTo>
                    <a:pt x="304165" y="261620"/>
                  </a:lnTo>
                  <a:lnTo>
                    <a:pt x="301625" y="259080"/>
                  </a:lnTo>
                  <a:lnTo>
                    <a:pt x="298831" y="257810"/>
                  </a:lnTo>
                  <a:lnTo>
                    <a:pt x="292735" y="256539"/>
                  </a:lnTo>
                  <a:close/>
                </a:path>
                <a:path w="581659" h="581660">
                  <a:moveTo>
                    <a:pt x="320548" y="278130"/>
                  </a:moveTo>
                  <a:lnTo>
                    <a:pt x="319532" y="278130"/>
                  </a:lnTo>
                  <a:lnTo>
                    <a:pt x="316357" y="280670"/>
                  </a:lnTo>
                  <a:lnTo>
                    <a:pt x="315976" y="280670"/>
                  </a:lnTo>
                  <a:lnTo>
                    <a:pt x="315976" y="281939"/>
                  </a:lnTo>
                  <a:lnTo>
                    <a:pt x="316230" y="281939"/>
                  </a:lnTo>
                  <a:lnTo>
                    <a:pt x="319151" y="284480"/>
                  </a:lnTo>
                  <a:lnTo>
                    <a:pt x="320421" y="288289"/>
                  </a:lnTo>
                  <a:lnTo>
                    <a:pt x="320294" y="294639"/>
                  </a:lnTo>
                  <a:lnTo>
                    <a:pt x="318770" y="298450"/>
                  </a:lnTo>
                  <a:lnTo>
                    <a:pt x="315976" y="300989"/>
                  </a:lnTo>
                  <a:lnTo>
                    <a:pt x="313055" y="303530"/>
                  </a:lnTo>
                  <a:lnTo>
                    <a:pt x="309880" y="304800"/>
                  </a:lnTo>
                  <a:lnTo>
                    <a:pt x="319532" y="304800"/>
                  </a:lnTo>
                  <a:lnTo>
                    <a:pt x="326263" y="289560"/>
                  </a:lnTo>
                  <a:lnTo>
                    <a:pt x="324739" y="283210"/>
                  </a:lnTo>
                  <a:lnTo>
                    <a:pt x="323088" y="280670"/>
                  </a:lnTo>
                  <a:lnTo>
                    <a:pt x="320548" y="278130"/>
                  </a:lnTo>
                  <a:close/>
                </a:path>
                <a:path w="581659" h="581660">
                  <a:moveTo>
                    <a:pt x="305816" y="236220"/>
                  </a:moveTo>
                  <a:lnTo>
                    <a:pt x="305435" y="236220"/>
                  </a:lnTo>
                  <a:lnTo>
                    <a:pt x="301752" y="240030"/>
                  </a:lnTo>
                  <a:lnTo>
                    <a:pt x="342011" y="280670"/>
                  </a:lnTo>
                  <a:lnTo>
                    <a:pt x="342773" y="280670"/>
                  </a:lnTo>
                  <a:lnTo>
                    <a:pt x="346202" y="276860"/>
                  </a:lnTo>
                  <a:lnTo>
                    <a:pt x="305816" y="236220"/>
                  </a:lnTo>
                  <a:close/>
                </a:path>
                <a:path w="581659" h="581660">
                  <a:moveTo>
                    <a:pt x="331851" y="210820"/>
                  </a:moveTo>
                  <a:lnTo>
                    <a:pt x="331089" y="210820"/>
                  </a:lnTo>
                  <a:lnTo>
                    <a:pt x="326390" y="214630"/>
                  </a:lnTo>
                  <a:lnTo>
                    <a:pt x="326517" y="215900"/>
                  </a:lnTo>
                  <a:lnTo>
                    <a:pt x="353568" y="269239"/>
                  </a:lnTo>
                  <a:lnTo>
                    <a:pt x="353949" y="269239"/>
                  </a:lnTo>
                  <a:lnTo>
                    <a:pt x="354457" y="267970"/>
                  </a:lnTo>
                  <a:lnTo>
                    <a:pt x="357505" y="265430"/>
                  </a:lnTo>
                  <a:lnTo>
                    <a:pt x="357886" y="265430"/>
                  </a:lnTo>
                  <a:lnTo>
                    <a:pt x="357759" y="264160"/>
                  </a:lnTo>
                  <a:lnTo>
                    <a:pt x="352679" y="254000"/>
                  </a:lnTo>
                  <a:lnTo>
                    <a:pt x="356434" y="250189"/>
                  </a:lnTo>
                  <a:lnTo>
                    <a:pt x="350139" y="250189"/>
                  </a:lnTo>
                  <a:lnTo>
                    <a:pt x="333883" y="218439"/>
                  </a:lnTo>
                  <a:lnTo>
                    <a:pt x="346873" y="218439"/>
                  </a:lnTo>
                  <a:lnTo>
                    <a:pt x="331851" y="210820"/>
                  </a:lnTo>
                  <a:close/>
                </a:path>
                <a:path w="581659" h="581660">
                  <a:moveTo>
                    <a:pt x="304165" y="261620"/>
                  </a:moveTo>
                  <a:lnTo>
                    <a:pt x="294259" y="261620"/>
                  </a:lnTo>
                  <a:lnTo>
                    <a:pt x="297307" y="262889"/>
                  </a:lnTo>
                  <a:lnTo>
                    <a:pt x="300609" y="266700"/>
                  </a:lnTo>
                  <a:lnTo>
                    <a:pt x="300990" y="266700"/>
                  </a:lnTo>
                  <a:lnTo>
                    <a:pt x="301371" y="265430"/>
                  </a:lnTo>
                  <a:lnTo>
                    <a:pt x="304292" y="262889"/>
                  </a:lnTo>
                  <a:lnTo>
                    <a:pt x="304165" y="261620"/>
                  </a:lnTo>
                  <a:close/>
                </a:path>
                <a:path w="581659" h="581660">
                  <a:moveTo>
                    <a:pt x="346873" y="218439"/>
                  </a:moveTo>
                  <a:lnTo>
                    <a:pt x="334264" y="218439"/>
                  </a:lnTo>
                  <a:lnTo>
                    <a:pt x="365760" y="233680"/>
                  </a:lnTo>
                  <a:lnTo>
                    <a:pt x="365633" y="234950"/>
                  </a:lnTo>
                  <a:lnTo>
                    <a:pt x="350647" y="250189"/>
                  </a:lnTo>
                  <a:lnTo>
                    <a:pt x="356434" y="250189"/>
                  </a:lnTo>
                  <a:lnTo>
                    <a:pt x="370205" y="236220"/>
                  </a:lnTo>
                  <a:lnTo>
                    <a:pt x="381925" y="236220"/>
                  </a:lnTo>
                  <a:lnTo>
                    <a:pt x="346873" y="218439"/>
                  </a:lnTo>
                  <a:close/>
                </a:path>
                <a:path w="581659" h="581660">
                  <a:moveTo>
                    <a:pt x="381925" y="236220"/>
                  </a:moveTo>
                  <a:lnTo>
                    <a:pt x="370713" y="236220"/>
                  </a:lnTo>
                  <a:lnTo>
                    <a:pt x="380365" y="241300"/>
                  </a:lnTo>
                  <a:lnTo>
                    <a:pt x="381508" y="241300"/>
                  </a:lnTo>
                  <a:lnTo>
                    <a:pt x="384937" y="237489"/>
                  </a:lnTo>
                  <a:lnTo>
                    <a:pt x="384429" y="237489"/>
                  </a:lnTo>
                  <a:lnTo>
                    <a:pt x="381925" y="236220"/>
                  </a:lnTo>
                  <a:close/>
                </a:path>
                <a:path w="581659" h="581660">
                  <a:moveTo>
                    <a:pt x="387604" y="161289"/>
                  </a:moveTo>
                  <a:lnTo>
                    <a:pt x="384556" y="161289"/>
                  </a:lnTo>
                  <a:lnTo>
                    <a:pt x="381381" y="162560"/>
                  </a:lnTo>
                  <a:lnTo>
                    <a:pt x="366014" y="182880"/>
                  </a:lnTo>
                  <a:lnTo>
                    <a:pt x="366903" y="185420"/>
                  </a:lnTo>
                  <a:lnTo>
                    <a:pt x="367665" y="189230"/>
                  </a:lnTo>
                  <a:lnTo>
                    <a:pt x="369316" y="191770"/>
                  </a:lnTo>
                  <a:lnTo>
                    <a:pt x="390398" y="213360"/>
                  </a:lnTo>
                  <a:lnTo>
                    <a:pt x="393192" y="214630"/>
                  </a:lnTo>
                  <a:lnTo>
                    <a:pt x="396367" y="215900"/>
                  </a:lnTo>
                  <a:lnTo>
                    <a:pt x="402590" y="215900"/>
                  </a:lnTo>
                  <a:lnTo>
                    <a:pt x="405638" y="214630"/>
                  </a:lnTo>
                  <a:lnTo>
                    <a:pt x="408813" y="214630"/>
                  </a:lnTo>
                  <a:lnTo>
                    <a:pt x="411734" y="212089"/>
                  </a:lnTo>
                  <a:lnTo>
                    <a:pt x="413067" y="210820"/>
                  </a:lnTo>
                  <a:lnTo>
                    <a:pt x="397891" y="210820"/>
                  </a:lnTo>
                  <a:lnTo>
                    <a:pt x="394843" y="209550"/>
                  </a:lnTo>
                  <a:lnTo>
                    <a:pt x="373126" y="187960"/>
                  </a:lnTo>
                  <a:lnTo>
                    <a:pt x="371856" y="184150"/>
                  </a:lnTo>
                  <a:lnTo>
                    <a:pt x="371983" y="177800"/>
                  </a:lnTo>
                  <a:lnTo>
                    <a:pt x="373380" y="173989"/>
                  </a:lnTo>
                  <a:lnTo>
                    <a:pt x="379222" y="168910"/>
                  </a:lnTo>
                  <a:lnTo>
                    <a:pt x="382270" y="167639"/>
                  </a:lnTo>
                  <a:lnTo>
                    <a:pt x="385699" y="167639"/>
                  </a:lnTo>
                  <a:lnTo>
                    <a:pt x="389128" y="166370"/>
                  </a:lnTo>
                  <a:lnTo>
                    <a:pt x="398907" y="166370"/>
                  </a:lnTo>
                  <a:lnTo>
                    <a:pt x="396494" y="163830"/>
                  </a:lnTo>
                  <a:lnTo>
                    <a:pt x="393700" y="162560"/>
                  </a:lnTo>
                  <a:lnTo>
                    <a:pt x="387604" y="161289"/>
                  </a:lnTo>
                  <a:close/>
                </a:path>
                <a:path w="581659" h="581660">
                  <a:moveTo>
                    <a:pt x="415036" y="182880"/>
                  </a:moveTo>
                  <a:lnTo>
                    <a:pt x="414274" y="182880"/>
                  </a:lnTo>
                  <a:lnTo>
                    <a:pt x="411226" y="186689"/>
                  </a:lnTo>
                  <a:lnTo>
                    <a:pt x="414020" y="190500"/>
                  </a:lnTo>
                  <a:lnTo>
                    <a:pt x="415290" y="193039"/>
                  </a:lnTo>
                  <a:lnTo>
                    <a:pt x="415163" y="199389"/>
                  </a:lnTo>
                  <a:lnTo>
                    <a:pt x="413639" y="203200"/>
                  </a:lnTo>
                  <a:lnTo>
                    <a:pt x="410718" y="205739"/>
                  </a:lnTo>
                  <a:lnTo>
                    <a:pt x="407924" y="208280"/>
                  </a:lnTo>
                  <a:lnTo>
                    <a:pt x="404749" y="210820"/>
                  </a:lnTo>
                  <a:lnTo>
                    <a:pt x="413067" y="210820"/>
                  </a:lnTo>
                  <a:lnTo>
                    <a:pt x="414401" y="209550"/>
                  </a:lnTo>
                  <a:lnTo>
                    <a:pt x="417195" y="207010"/>
                  </a:lnTo>
                  <a:lnTo>
                    <a:pt x="418973" y="204470"/>
                  </a:lnTo>
                  <a:lnTo>
                    <a:pt x="421005" y="198120"/>
                  </a:lnTo>
                  <a:lnTo>
                    <a:pt x="421132" y="194310"/>
                  </a:lnTo>
                  <a:lnTo>
                    <a:pt x="419608" y="187960"/>
                  </a:lnTo>
                  <a:lnTo>
                    <a:pt x="417957" y="185420"/>
                  </a:lnTo>
                  <a:lnTo>
                    <a:pt x="415036" y="182880"/>
                  </a:lnTo>
                  <a:close/>
                </a:path>
                <a:path w="581659" h="581660">
                  <a:moveTo>
                    <a:pt x="427101" y="125730"/>
                  </a:moveTo>
                  <a:lnTo>
                    <a:pt x="420624" y="125730"/>
                  </a:lnTo>
                  <a:lnTo>
                    <a:pt x="417449" y="127000"/>
                  </a:lnTo>
                  <a:lnTo>
                    <a:pt x="414147" y="127000"/>
                  </a:lnTo>
                  <a:lnTo>
                    <a:pt x="401828" y="144780"/>
                  </a:lnTo>
                  <a:lnTo>
                    <a:pt x="401828" y="147320"/>
                  </a:lnTo>
                  <a:lnTo>
                    <a:pt x="428371" y="179070"/>
                  </a:lnTo>
                  <a:lnTo>
                    <a:pt x="434721" y="180339"/>
                  </a:lnTo>
                  <a:lnTo>
                    <a:pt x="437896" y="180339"/>
                  </a:lnTo>
                  <a:lnTo>
                    <a:pt x="441198" y="179070"/>
                  </a:lnTo>
                  <a:lnTo>
                    <a:pt x="444373" y="177800"/>
                  </a:lnTo>
                  <a:lnTo>
                    <a:pt x="447294" y="176530"/>
                  </a:lnTo>
                  <a:lnTo>
                    <a:pt x="450088" y="173989"/>
                  </a:lnTo>
                  <a:lnTo>
                    <a:pt x="433324" y="173989"/>
                  </a:lnTo>
                  <a:lnTo>
                    <a:pt x="430022" y="172720"/>
                  </a:lnTo>
                  <a:lnTo>
                    <a:pt x="409194" y="152400"/>
                  </a:lnTo>
                  <a:lnTo>
                    <a:pt x="407670" y="148589"/>
                  </a:lnTo>
                  <a:lnTo>
                    <a:pt x="407670" y="142239"/>
                  </a:lnTo>
                  <a:lnTo>
                    <a:pt x="409194" y="138430"/>
                  </a:lnTo>
                  <a:lnTo>
                    <a:pt x="411988" y="135889"/>
                  </a:lnTo>
                  <a:lnTo>
                    <a:pt x="415036" y="133350"/>
                  </a:lnTo>
                  <a:lnTo>
                    <a:pt x="418211" y="130810"/>
                  </a:lnTo>
                  <a:lnTo>
                    <a:pt x="434526" y="130810"/>
                  </a:lnTo>
                  <a:lnTo>
                    <a:pt x="433197" y="129539"/>
                  </a:lnTo>
                  <a:lnTo>
                    <a:pt x="430276" y="127000"/>
                  </a:lnTo>
                  <a:lnTo>
                    <a:pt x="427101" y="125730"/>
                  </a:lnTo>
                  <a:close/>
                </a:path>
                <a:path w="581659" h="581660">
                  <a:moveTo>
                    <a:pt x="434526" y="130810"/>
                  </a:moveTo>
                  <a:lnTo>
                    <a:pt x="425450" y="130810"/>
                  </a:lnTo>
                  <a:lnTo>
                    <a:pt x="428752" y="133350"/>
                  </a:lnTo>
                  <a:lnTo>
                    <a:pt x="431673" y="135889"/>
                  </a:lnTo>
                  <a:lnTo>
                    <a:pt x="449453" y="153670"/>
                  </a:lnTo>
                  <a:lnTo>
                    <a:pt x="450977" y="157480"/>
                  </a:lnTo>
                  <a:lnTo>
                    <a:pt x="450977" y="163830"/>
                  </a:lnTo>
                  <a:lnTo>
                    <a:pt x="449453" y="167639"/>
                  </a:lnTo>
                  <a:lnTo>
                    <a:pt x="443611" y="172720"/>
                  </a:lnTo>
                  <a:lnTo>
                    <a:pt x="440436" y="173989"/>
                  </a:lnTo>
                  <a:lnTo>
                    <a:pt x="450088" y="173989"/>
                  </a:lnTo>
                  <a:lnTo>
                    <a:pt x="456819" y="158750"/>
                  </a:lnTo>
                  <a:lnTo>
                    <a:pt x="455803" y="154939"/>
                  </a:lnTo>
                  <a:lnTo>
                    <a:pt x="454914" y="152400"/>
                  </a:lnTo>
                  <a:lnTo>
                    <a:pt x="453136" y="148589"/>
                  </a:lnTo>
                  <a:lnTo>
                    <a:pt x="434526" y="130810"/>
                  </a:lnTo>
                  <a:close/>
                </a:path>
                <a:path w="581659" h="581660">
                  <a:moveTo>
                    <a:pt x="399161" y="166370"/>
                  </a:moveTo>
                  <a:lnTo>
                    <a:pt x="389128" y="166370"/>
                  </a:lnTo>
                  <a:lnTo>
                    <a:pt x="392176" y="167639"/>
                  </a:lnTo>
                  <a:lnTo>
                    <a:pt x="395478" y="171450"/>
                  </a:lnTo>
                  <a:lnTo>
                    <a:pt x="396240" y="171450"/>
                  </a:lnTo>
                  <a:lnTo>
                    <a:pt x="399161" y="167639"/>
                  </a:lnTo>
                  <a:lnTo>
                    <a:pt x="399161" y="166370"/>
                  </a:lnTo>
                  <a:close/>
                </a:path>
                <a:path w="581659" h="581660">
                  <a:moveTo>
                    <a:pt x="437642" y="104139"/>
                  </a:moveTo>
                  <a:lnTo>
                    <a:pt x="436880" y="104139"/>
                  </a:lnTo>
                  <a:lnTo>
                    <a:pt x="436626" y="105410"/>
                  </a:lnTo>
                  <a:lnTo>
                    <a:pt x="433197" y="107950"/>
                  </a:lnTo>
                  <a:lnTo>
                    <a:pt x="433197" y="109220"/>
                  </a:lnTo>
                  <a:lnTo>
                    <a:pt x="473456" y="148589"/>
                  </a:lnTo>
                  <a:lnTo>
                    <a:pt x="473964" y="148589"/>
                  </a:lnTo>
                  <a:lnTo>
                    <a:pt x="477647" y="144780"/>
                  </a:lnTo>
                  <a:lnTo>
                    <a:pt x="445135" y="111760"/>
                  </a:lnTo>
                  <a:lnTo>
                    <a:pt x="471524" y="111760"/>
                  </a:lnTo>
                  <a:lnTo>
                    <a:pt x="471256" y="110489"/>
                  </a:lnTo>
                  <a:lnTo>
                    <a:pt x="465201" y="110489"/>
                  </a:lnTo>
                  <a:lnTo>
                    <a:pt x="437642" y="104139"/>
                  </a:lnTo>
                  <a:close/>
                </a:path>
                <a:path w="581659" h="581660">
                  <a:moveTo>
                    <a:pt x="476511" y="90170"/>
                  </a:moveTo>
                  <a:lnTo>
                    <a:pt x="467360" y="90170"/>
                  </a:lnTo>
                  <a:lnTo>
                    <a:pt x="500126" y="121920"/>
                  </a:lnTo>
                  <a:lnTo>
                    <a:pt x="500507" y="121920"/>
                  </a:lnTo>
                  <a:lnTo>
                    <a:pt x="504190" y="118110"/>
                  </a:lnTo>
                  <a:lnTo>
                    <a:pt x="476511" y="90170"/>
                  </a:lnTo>
                  <a:close/>
                </a:path>
                <a:path w="581659" h="581660">
                  <a:moveTo>
                    <a:pt x="471524" y="111760"/>
                  </a:moveTo>
                  <a:lnTo>
                    <a:pt x="445135" y="111760"/>
                  </a:lnTo>
                  <a:lnTo>
                    <a:pt x="469138" y="116839"/>
                  </a:lnTo>
                  <a:lnTo>
                    <a:pt x="469900" y="116839"/>
                  </a:lnTo>
                  <a:lnTo>
                    <a:pt x="471678" y="115570"/>
                  </a:lnTo>
                  <a:lnTo>
                    <a:pt x="472059" y="114300"/>
                  </a:lnTo>
                  <a:lnTo>
                    <a:pt x="471524" y="111760"/>
                  </a:lnTo>
                  <a:close/>
                </a:path>
                <a:path w="581659" h="581660">
                  <a:moveTo>
                    <a:pt x="463931" y="77470"/>
                  </a:moveTo>
                  <a:lnTo>
                    <a:pt x="463550" y="77470"/>
                  </a:lnTo>
                  <a:lnTo>
                    <a:pt x="460121" y="81280"/>
                  </a:lnTo>
                  <a:lnTo>
                    <a:pt x="459867" y="81280"/>
                  </a:lnTo>
                  <a:lnTo>
                    <a:pt x="459740" y="82550"/>
                  </a:lnTo>
                  <a:lnTo>
                    <a:pt x="465455" y="110489"/>
                  </a:lnTo>
                  <a:lnTo>
                    <a:pt x="471256" y="110489"/>
                  </a:lnTo>
                  <a:lnTo>
                    <a:pt x="466979" y="90170"/>
                  </a:lnTo>
                  <a:lnTo>
                    <a:pt x="476511" y="90170"/>
                  </a:lnTo>
                  <a:lnTo>
                    <a:pt x="463931" y="77470"/>
                  </a:lnTo>
                  <a:close/>
                </a:path>
                <a:path w="581659" h="581660">
                  <a:moveTo>
                    <a:pt x="478917" y="63500"/>
                  </a:moveTo>
                  <a:lnTo>
                    <a:pt x="478028" y="63500"/>
                  </a:lnTo>
                  <a:lnTo>
                    <a:pt x="474726" y="67310"/>
                  </a:lnTo>
                  <a:lnTo>
                    <a:pt x="505333" y="97789"/>
                  </a:lnTo>
                  <a:lnTo>
                    <a:pt x="508127" y="99060"/>
                  </a:lnTo>
                  <a:lnTo>
                    <a:pt x="511302" y="100330"/>
                  </a:lnTo>
                  <a:lnTo>
                    <a:pt x="514350" y="101600"/>
                  </a:lnTo>
                  <a:lnTo>
                    <a:pt x="517525" y="100330"/>
                  </a:lnTo>
                  <a:lnTo>
                    <a:pt x="523875" y="99060"/>
                  </a:lnTo>
                  <a:lnTo>
                    <a:pt x="526923" y="96520"/>
                  </a:lnTo>
                  <a:lnTo>
                    <a:pt x="528256" y="95250"/>
                  </a:lnTo>
                  <a:lnTo>
                    <a:pt x="512826" y="95250"/>
                  </a:lnTo>
                  <a:lnTo>
                    <a:pt x="509651" y="93980"/>
                  </a:lnTo>
                  <a:lnTo>
                    <a:pt x="506984" y="91439"/>
                  </a:lnTo>
                  <a:lnTo>
                    <a:pt x="478917" y="63500"/>
                  </a:lnTo>
                  <a:close/>
                </a:path>
                <a:path w="581659" h="581660">
                  <a:moveTo>
                    <a:pt x="502412" y="39370"/>
                  </a:moveTo>
                  <a:lnTo>
                    <a:pt x="502031" y="39370"/>
                  </a:lnTo>
                  <a:lnTo>
                    <a:pt x="498348" y="43180"/>
                  </a:lnTo>
                  <a:lnTo>
                    <a:pt x="526415" y="71120"/>
                  </a:lnTo>
                  <a:lnTo>
                    <a:pt x="529082" y="74930"/>
                  </a:lnTo>
                  <a:lnTo>
                    <a:pt x="530479" y="77470"/>
                  </a:lnTo>
                  <a:lnTo>
                    <a:pt x="530352" y="85089"/>
                  </a:lnTo>
                  <a:lnTo>
                    <a:pt x="528828" y="87630"/>
                  </a:lnTo>
                  <a:lnTo>
                    <a:pt x="526034" y="90170"/>
                  </a:lnTo>
                  <a:lnTo>
                    <a:pt x="523113" y="93980"/>
                  </a:lnTo>
                  <a:lnTo>
                    <a:pt x="519811" y="95250"/>
                  </a:lnTo>
                  <a:lnTo>
                    <a:pt x="528256" y="95250"/>
                  </a:lnTo>
                  <a:lnTo>
                    <a:pt x="529590" y="93980"/>
                  </a:lnTo>
                  <a:lnTo>
                    <a:pt x="532384" y="91439"/>
                  </a:lnTo>
                  <a:lnTo>
                    <a:pt x="534162" y="88900"/>
                  </a:lnTo>
                  <a:lnTo>
                    <a:pt x="536194" y="82550"/>
                  </a:lnTo>
                  <a:lnTo>
                    <a:pt x="536321" y="78739"/>
                  </a:lnTo>
                  <a:lnTo>
                    <a:pt x="535559" y="76200"/>
                  </a:lnTo>
                  <a:lnTo>
                    <a:pt x="534670" y="72389"/>
                  </a:lnTo>
                  <a:lnTo>
                    <a:pt x="533019" y="69850"/>
                  </a:lnTo>
                  <a:lnTo>
                    <a:pt x="502412" y="39370"/>
                  </a:lnTo>
                  <a:close/>
                </a:path>
                <a:path w="581659" h="581660">
                  <a:moveTo>
                    <a:pt x="517271" y="25400"/>
                  </a:moveTo>
                  <a:lnTo>
                    <a:pt x="516255" y="25400"/>
                  </a:lnTo>
                  <a:lnTo>
                    <a:pt x="513334" y="27939"/>
                  </a:lnTo>
                  <a:lnTo>
                    <a:pt x="512953" y="29210"/>
                  </a:lnTo>
                  <a:lnTo>
                    <a:pt x="553212" y="69850"/>
                  </a:lnTo>
                  <a:lnTo>
                    <a:pt x="553593" y="69850"/>
                  </a:lnTo>
                  <a:lnTo>
                    <a:pt x="557403" y="66039"/>
                  </a:lnTo>
                  <a:lnTo>
                    <a:pt x="557403" y="64770"/>
                  </a:lnTo>
                  <a:lnTo>
                    <a:pt x="525021" y="33146"/>
                  </a:lnTo>
                  <a:lnTo>
                    <a:pt x="524891" y="33146"/>
                  </a:lnTo>
                  <a:lnTo>
                    <a:pt x="524891" y="31750"/>
                  </a:lnTo>
                  <a:lnTo>
                    <a:pt x="546269" y="31750"/>
                  </a:lnTo>
                  <a:lnTo>
                    <a:pt x="517271" y="25400"/>
                  </a:lnTo>
                  <a:close/>
                </a:path>
                <a:path w="581659" h="581660">
                  <a:moveTo>
                    <a:pt x="482473" y="36830"/>
                  </a:moveTo>
                  <a:lnTo>
                    <a:pt x="481584" y="36830"/>
                  </a:lnTo>
                  <a:lnTo>
                    <a:pt x="478917" y="39370"/>
                  </a:lnTo>
                  <a:lnTo>
                    <a:pt x="478663" y="40639"/>
                  </a:lnTo>
                  <a:lnTo>
                    <a:pt x="481457" y="50800"/>
                  </a:lnTo>
                  <a:lnTo>
                    <a:pt x="482600" y="50800"/>
                  </a:lnTo>
                  <a:lnTo>
                    <a:pt x="485013" y="48260"/>
                  </a:lnTo>
                  <a:lnTo>
                    <a:pt x="482473" y="36830"/>
                  </a:lnTo>
                  <a:close/>
                </a:path>
                <a:path w="581659" h="581660">
                  <a:moveTo>
                    <a:pt x="546269" y="31750"/>
                  </a:moveTo>
                  <a:lnTo>
                    <a:pt x="524891" y="31750"/>
                  </a:lnTo>
                  <a:lnTo>
                    <a:pt x="525021" y="33146"/>
                  </a:lnTo>
                  <a:lnTo>
                    <a:pt x="525723" y="33146"/>
                  </a:lnTo>
                  <a:lnTo>
                    <a:pt x="577215" y="44450"/>
                  </a:lnTo>
                  <a:lnTo>
                    <a:pt x="578104" y="44450"/>
                  </a:lnTo>
                  <a:lnTo>
                    <a:pt x="581660" y="41910"/>
                  </a:lnTo>
                  <a:lnTo>
                    <a:pt x="581660" y="40639"/>
                  </a:lnTo>
                  <a:lnTo>
                    <a:pt x="579135" y="38100"/>
                  </a:lnTo>
                  <a:lnTo>
                    <a:pt x="569722" y="38100"/>
                  </a:lnTo>
                  <a:lnTo>
                    <a:pt x="569468" y="36830"/>
                  </a:lnTo>
                  <a:lnTo>
                    <a:pt x="546269" y="31750"/>
                  </a:lnTo>
                  <a:close/>
                </a:path>
                <a:path w="581659" h="581660">
                  <a:moveTo>
                    <a:pt x="541274" y="0"/>
                  </a:moveTo>
                  <a:lnTo>
                    <a:pt x="540893" y="0"/>
                  </a:lnTo>
                  <a:lnTo>
                    <a:pt x="537210" y="3810"/>
                  </a:lnTo>
                  <a:lnTo>
                    <a:pt x="537210" y="5080"/>
                  </a:lnTo>
                  <a:lnTo>
                    <a:pt x="537591" y="5080"/>
                  </a:lnTo>
                  <a:lnTo>
                    <a:pt x="569849" y="36830"/>
                  </a:lnTo>
                  <a:lnTo>
                    <a:pt x="569722" y="38100"/>
                  </a:lnTo>
                  <a:lnTo>
                    <a:pt x="579135" y="38100"/>
                  </a:lnTo>
                  <a:lnTo>
                    <a:pt x="5412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641596" y="4572235"/>
              <a:ext cx="161338" cy="24675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954888" y="1171650"/>
              <a:ext cx="2768600" cy="3618229"/>
            </a:xfrm>
            <a:custGeom>
              <a:avLst/>
              <a:gdLst/>
              <a:ahLst/>
              <a:cxnLst/>
              <a:rect l="l" t="t" r="r" b="b"/>
              <a:pathLst>
                <a:path w="2768600" h="3618229">
                  <a:moveTo>
                    <a:pt x="11493" y="142201"/>
                  </a:moveTo>
                  <a:lnTo>
                    <a:pt x="8915" y="139712"/>
                  </a:lnTo>
                  <a:lnTo>
                    <a:pt x="5740" y="139712"/>
                  </a:lnTo>
                  <a:lnTo>
                    <a:pt x="2565" y="139712"/>
                  </a:lnTo>
                  <a:lnTo>
                    <a:pt x="0" y="142201"/>
                  </a:lnTo>
                  <a:lnTo>
                    <a:pt x="0" y="148348"/>
                  </a:lnTo>
                  <a:lnTo>
                    <a:pt x="2565" y="150850"/>
                  </a:lnTo>
                  <a:lnTo>
                    <a:pt x="8915" y="150850"/>
                  </a:lnTo>
                  <a:lnTo>
                    <a:pt x="11493" y="148348"/>
                  </a:lnTo>
                  <a:lnTo>
                    <a:pt x="11493" y="142201"/>
                  </a:lnTo>
                  <a:close/>
                </a:path>
                <a:path w="2768600" h="3618229">
                  <a:moveTo>
                    <a:pt x="11493" y="18173"/>
                  </a:moveTo>
                  <a:lnTo>
                    <a:pt x="8915" y="15684"/>
                  </a:lnTo>
                  <a:lnTo>
                    <a:pt x="5740" y="15684"/>
                  </a:lnTo>
                  <a:lnTo>
                    <a:pt x="2565" y="15684"/>
                  </a:lnTo>
                  <a:lnTo>
                    <a:pt x="0" y="18173"/>
                  </a:lnTo>
                  <a:lnTo>
                    <a:pt x="0" y="24333"/>
                  </a:lnTo>
                  <a:lnTo>
                    <a:pt x="2565" y="26835"/>
                  </a:lnTo>
                  <a:lnTo>
                    <a:pt x="8915" y="26835"/>
                  </a:lnTo>
                  <a:lnTo>
                    <a:pt x="11493" y="24333"/>
                  </a:lnTo>
                  <a:lnTo>
                    <a:pt x="11493" y="18173"/>
                  </a:lnTo>
                  <a:close/>
                </a:path>
                <a:path w="2768600" h="3618229">
                  <a:moveTo>
                    <a:pt x="11518" y="161505"/>
                  </a:moveTo>
                  <a:lnTo>
                    <a:pt x="11468" y="160020"/>
                  </a:lnTo>
                  <a:lnTo>
                    <a:pt x="11315" y="159283"/>
                  </a:lnTo>
                  <a:lnTo>
                    <a:pt x="11023" y="158597"/>
                  </a:lnTo>
                  <a:lnTo>
                    <a:pt x="10782" y="157924"/>
                  </a:lnTo>
                  <a:lnTo>
                    <a:pt x="10388" y="157314"/>
                  </a:lnTo>
                  <a:lnTo>
                    <a:pt x="9880" y="156806"/>
                  </a:lnTo>
                  <a:lnTo>
                    <a:pt x="9359" y="156286"/>
                  </a:lnTo>
                  <a:lnTo>
                    <a:pt x="8724" y="155867"/>
                  </a:lnTo>
                  <a:lnTo>
                    <a:pt x="5867" y="154698"/>
                  </a:lnTo>
                  <a:lnTo>
                    <a:pt x="3365" y="155181"/>
                  </a:lnTo>
                  <a:lnTo>
                    <a:pt x="1714" y="156806"/>
                  </a:lnTo>
                  <a:lnTo>
                    <a:pt x="1168" y="157302"/>
                  </a:lnTo>
                  <a:lnTo>
                    <a:pt x="736" y="157911"/>
                  </a:lnTo>
                  <a:lnTo>
                    <a:pt x="165" y="159283"/>
                  </a:lnTo>
                  <a:lnTo>
                    <a:pt x="12" y="160020"/>
                  </a:lnTo>
                  <a:lnTo>
                    <a:pt x="0" y="161505"/>
                  </a:lnTo>
                  <a:lnTo>
                    <a:pt x="152" y="162255"/>
                  </a:lnTo>
                  <a:lnTo>
                    <a:pt x="457" y="162941"/>
                  </a:lnTo>
                  <a:lnTo>
                    <a:pt x="723" y="163639"/>
                  </a:lnTo>
                  <a:lnTo>
                    <a:pt x="1155" y="164261"/>
                  </a:lnTo>
                  <a:lnTo>
                    <a:pt x="1714" y="164782"/>
                  </a:lnTo>
                  <a:lnTo>
                    <a:pt x="2235" y="165303"/>
                  </a:lnTo>
                  <a:lnTo>
                    <a:pt x="2857" y="165696"/>
                  </a:lnTo>
                  <a:lnTo>
                    <a:pt x="3556" y="165950"/>
                  </a:lnTo>
                  <a:lnTo>
                    <a:pt x="4267" y="166243"/>
                  </a:lnTo>
                  <a:lnTo>
                    <a:pt x="5029" y="166395"/>
                  </a:lnTo>
                  <a:lnTo>
                    <a:pt x="7327" y="166395"/>
                  </a:lnTo>
                  <a:lnTo>
                    <a:pt x="8788" y="165823"/>
                  </a:lnTo>
                  <a:lnTo>
                    <a:pt x="9880" y="164782"/>
                  </a:lnTo>
                  <a:lnTo>
                    <a:pt x="10439" y="164261"/>
                  </a:lnTo>
                  <a:lnTo>
                    <a:pt x="10871" y="163639"/>
                  </a:lnTo>
                  <a:lnTo>
                    <a:pt x="11404" y="162242"/>
                  </a:lnTo>
                  <a:lnTo>
                    <a:pt x="11518" y="161505"/>
                  </a:lnTo>
                  <a:close/>
                </a:path>
                <a:path w="2768600" h="3618229">
                  <a:moveTo>
                    <a:pt x="11607" y="126682"/>
                  </a:moveTo>
                  <a:lnTo>
                    <a:pt x="9004" y="124167"/>
                  </a:lnTo>
                  <a:lnTo>
                    <a:pt x="2590" y="124167"/>
                  </a:lnTo>
                  <a:lnTo>
                    <a:pt x="0" y="126682"/>
                  </a:lnTo>
                  <a:lnTo>
                    <a:pt x="0" y="132892"/>
                  </a:lnTo>
                  <a:lnTo>
                    <a:pt x="2590" y="135420"/>
                  </a:lnTo>
                  <a:lnTo>
                    <a:pt x="9004" y="135420"/>
                  </a:lnTo>
                  <a:lnTo>
                    <a:pt x="11607" y="132892"/>
                  </a:lnTo>
                  <a:lnTo>
                    <a:pt x="11607" y="129794"/>
                  </a:lnTo>
                  <a:lnTo>
                    <a:pt x="11607" y="126682"/>
                  </a:lnTo>
                  <a:close/>
                </a:path>
                <a:path w="2768600" h="3618229">
                  <a:moveTo>
                    <a:pt x="11607" y="111137"/>
                  </a:moveTo>
                  <a:lnTo>
                    <a:pt x="9004" y="108610"/>
                  </a:lnTo>
                  <a:lnTo>
                    <a:pt x="2590" y="108610"/>
                  </a:lnTo>
                  <a:lnTo>
                    <a:pt x="0" y="111137"/>
                  </a:lnTo>
                  <a:lnTo>
                    <a:pt x="0" y="117348"/>
                  </a:lnTo>
                  <a:lnTo>
                    <a:pt x="2590" y="119875"/>
                  </a:lnTo>
                  <a:lnTo>
                    <a:pt x="9004" y="119875"/>
                  </a:lnTo>
                  <a:lnTo>
                    <a:pt x="11607" y="117348"/>
                  </a:lnTo>
                  <a:lnTo>
                    <a:pt x="11607" y="114249"/>
                  </a:lnTo>
                  <a:lnTo>
                    <a:pt x="11607" y="111137"/>
                  </a:lnTo>
                  <a:close/>
                </a:path>
                <a:path w="2768600" h="3618229">
                  <a:moveTo>
                    <a:pt x="11607" y="95707"/>
                  </a:moveTo>
                  <a:lnTo>
                    <a:pt x="9004" y="93179"/>
                  </a:lnTo>
                  <a:lnTo>
                    <a:pt x="2590" y="93179"/>
                  </a:lnTo>
                  <a:lnTo>
                    <a:pt x="0" y="95707"/>
                  </a:lnTo>
                  <a:lnTo>
                    <a:pt x="0" y="101917"/>
                  </a:lnTo>
                  <a:lnTo>
                    <a:pt x="2590" y="104432"/>
                  </a:lnTo>
                  <a:lnTo>
                    <a:pt x="9004" y="104432"/>
                  </a:lnTo>
                  <a:lnTo>
                    <a:pt x="11607" y="101917"/>
                  </a:lnTo>
                  <a:lnTo>
                    <a:pt x="11607" y="98806"/>
                  </a:lnTo>
                  <a:lnTo>
                    <a:pt x="11607" y="95707"/>
                  </a:lnTo>
                  <a:close/>
                </a:path>
                <a:path w="2768600" h="3618229">
                  <a:moveTo>
                    <a:pt x="11607" y="80162"/>
                  </a:moveTo>
                  <a:lnTo>
                    <a:pt x="9004" y="77635"/>
                  </a:lnTo>
                  <a:lnTo>
                    <a:pt x="2590" y="77635"/>
                  </a:lnTo>
                  <a:lnTo>
                    <a:pt x="0" y="80162"/>
                  </a:lnTo>
                  <a:lnTo>
                    <a:pt x="0" y="86372"/>
                  </a:lnTo>
                  <a:lnTo>
                    <a:pt x="2590" y="88887"/>
                  </a:lnTo>
                  <a:lnTo>
                    <a:pt x="9004" y="88887"/>
                  </a:lnTo>
                  <a:lnTo>
                    <a:pt x="11607" y="86372"/>
                  </a:lnTo>
                  <a:lnTo>
                    <a:pt x="11607" y="83273"/>
                  </a:lnTo>
                  <a:lnTo>
                    <a:pt x="11607" y="80162"/>
                  </a:lnTo>
                  <a:close/>
                </a:path>
                <a:path w="2768600" h="3618229">
                  <a:moveTo>
                    <a:pt x="11607" y="64617"/>
                  </a:moveTo>
                  <a:lnTo>
                    <a:pt x="9004" y="62090"/>
                  </a:lnTo>
                  <a:lnTo>
                    <a:pt x="2590" y="62090"/>
                  </a:lnTo>
                  <a:lnTo>
                    <a:pt x="0" y="64617"/>
                  </a:lnTo>
                  <a:lnTo>
                    <a:pt x="0" y="70827"/>
                  </a:lnTo>
                  <a:lnTo>
                    <a:pt x="2590" y="73355"/>
                  </a:lnTo>
                  <a:lnTo>
                    <a:pt x="9004" y="73355"/>
                  </a:lnTo>
                  <a:lnTo>
                    <a:pt x="11607" y="70827"/>
                  </a:lnTo>
                  <a:lnTo>
                    <a:pt x="11607" y="67729"/>
                  </a:lnTo>
                  <a:lnTo>
                    <a:pt x="11607" y="64617"/>
                  </a:lnTo>
                  <a:close/>
                </a:path>
                <a:path w="2768600" h="3618229">
                  <a:moveTo>
                    <a:pt x="11607" y="49187"/>
                  </a:moveTo>
                  <a:lnTo>
                    <a:pt x="9004" y="46659"/>
                  </a:lnTo>
                  <a:lnTo>
                    <a:pt x="2590" y="46659"/>
                  </a:lnTo>
                  <a:lnTo>
                    <a:pt x="0" y="49187"/>
                  </a:lnTo>
                  <a:lnTo>
                    <a:pt x="0" y="55397"/>
                  </a:lnTo>
                  <a:lnTo>
                    <a:pt x="2590" y="57912"/>
                  </a:lnTo>
                  <a:lnTo>
                    <a:pt x="9004" y="57912"/>
                  </a:lnTo>
                  <a:lnTo>
                    <a:pt x="11607" y="55397"/>
                  </a:lnTo>
                  <a:lnTo>
                    <a:pt x="11607" y="52285"/>
                  </a:lnTo>
                  <a:lnTo>
                    <a:pt x="11607" y="49187"/>
                  </a:lnTo>
                  <a:close/>
                </a:path>
                <a:path w="2768600" h="3618229">
                  <a:moveTo>
                    <a:pt x="11607" y="33642"/>
                  </a:moveTo>
                  <a:lnTo>
                    <a:pt x="9004" y="31115"/>
                  </a:lnTo>
                  <a:lnTo>
                    <a:pt x="2590" y="31115"/>
                  </a:lnTo>
                  <a:lnTo>
                    <a:pt x="0" y="33642"/>
                  </a:lnTo>
                  <a:lnTo>
                    <a:pt x="0" y="39852"/>
                  </a:lnTo>
                  <a:lnTo>
                    <a:pt x="2590" y="42367"/>
                  </a:lnTo>
                  <a:lnTo>
                    <a:pt x="9004" y="42367"/>
                  </a:lnTo>
                  <a:lnTo>
                    <a:pt x="11607" y="39852"/>
                  </a:lnTo>
                  <a:lnTo>
                    <a:pt x="11607" y="36741"/>
                  </a:lnTo>
                  <a:lnTo>
                    <a:pt x="11607" y="33642"/>
                  </a:lnTo>
                  <a:close/>
                </a:path>
                <a:path w="2768600" h="3618229">
                  <a:moveTo>
                    <a:pt x="11963" y="5765"/>
                  </a:moveTo>
                  <a:lnTo>
                    <a:pt x="6604" y="0"/>
                  </a:lnTo>
                  <a:lnTo>
                    <a:pt x="4991" y="0"/>
                  </a:lnTo>
                  <a:lnTo>
                    <a:pt x="2870" y="876"/>
                  </a:lnTo>
                  <a:lnTo>
                    <a:pt x="2247" y="1295"/>
                  </a:lnTo>
                  <a:lnTo>
                    <a:pt x="1714" y="1816"/>
                  </a:lnTo>
                  <a:lnTo>
                    <a:pt x="1168" y="2298"/>
                  </a:lnTo>
                  <a:lnTo>
                    <a:pt x="736" y="2921"/>
                  </a:lnTo>
                  <a:lnTo>
                    <a:pt x="177" y="4267"/>
                  </a:lnTo>
                  <a:lnTo>
                    <a:pt x="12" y="4991"/>
                  </a:lnTo>
                  <a:lnTo>
                    <a:pt x="0" y="6464"/>
                  </a:lnTo>
                  <a:lnTo>
                    <a:pt x="152" y="7200"/>
                  </a:lnTo>
                  <a:lnTo>
                    <a:pt x="457" y="7886"/>
                  </a:lnTo>
                  <a:lnTo>
                    <a:pt x="711" y="8572"/>
                  </a:lnTo>
                  <a:lnTo>
                    <a:pt x="1143" y="9182"/>
                  </a:lnTo>
                  <a:lnTo>
                    <a:pt x="1714" y="9664"/>
                  </a:lnTo>
                  <a:lnTo>
                    <a:pt x="2794" y="10693"/>
                  </a:lnTo>
                  <a:lnTo>
                    <a:pt x="4229" y="11277"/>
                  </a:lnTo>
                  <a:lnTo>
                    <a:pt x="6515" y="11277"/>
                  </a:lnTo>
                  <a:lnTo>
                    <a:pt x="7277" y="11125"/>
                  </a:lnTo>
                  <a:lnTo>
                    <a:pt x="8686" y="10566"/>
                  </a:lnTo>
                  <a:lnTo>
                    <a:pt x="9309" y="10147"/>
                  </a:lnTo>
                  <a:lnTo>
                    <a:pt x="9817" y="9613"/>
                  </a:lnTo>
                  <a:lnTo>
                    <a:pt x="10388" y="9131"/>
                  </a:lnTo>
                  <a:lnTo>
                    <a:pt x="10833" y="8521"/>
                  </a:lnTo>
                  <a:lnTo>
                    <a:pt x="11087" y="7823"/>
                  </a:lnTo>
                  <a:lnTo>
                    <a:pt x="11963" y="5765"/>
                  </a:lnTo>
                  <a:close/>
                </a:path>
                <a:path w="2768600" h="3618229">
                  <a:moveTo>
                    <a:pt x="26187" y="55435"/>
                  </a:moveTo>
                  <a:lnTo>
                    <a:pt x="26136" y="54686"/>
                  </a:lnTo>
                  <a:lnTo>
                    <a:pt x="26174" y="53936"/>
                  </a:lnTo>
                  <a:lnTo>
                    <a:pt x="26035" y="53200"/>
                  </a:lnTo>
                  <a:lnTo>
                    <a:pt x="22580" y="49504"/>
                  </a:lnTo>
                  <a:lnTo>
                    <a:pt x="21170" y="48895"/>
                  </a:lnTo>
                  <a:lnTo>
                    <a:pt x="19558" y="48895"/>
                  </a:lnTo>
                  <a:lnTo>
                    <a:pt x="18148" y="49504"/>
                  </a:lnTo>
                  <a:lnTo>
                    <a:pt x="17437" y="49745"/>
                  </a:lnTo>
                  <a:lnTo>
                    <a:pt x="16802" y="50165"/>
                  </a:lnTo>
                  <a:lnTo>
                    <a:pt x="16319" y="50723"/>
                  </a:lnTo>
                  <a:lnTo>
                    <a:pt x="15773" y="51257"/>
                  </a:lnTo>
                  <a:lnTo>
                    <a:pt x="14643" y="55422"/>
                  </a:lnTo>
                  <a:lnTo>
                    <a:pt x="14757" y="56159"/>
                  </a:lnTo>
                  <a:lnTo>
                    <a:pt x="14998" y="56857"/>
                  </a:lnTo>
                  <a:lnTo>
                    <a:pt x="15290" y="57543"/>
                  </a:lnTo>
                  <a:lnTo>
                    <a:pt x="15748" y="58153"/>
                  </a:lnTo>
                  <a:lnTo>
                    <a:pt x="16319" y="58635"/>
                  </a:lnTo>
                  <a:lnTo>
                    <a:pt x="17399" y="59715"/>
                  </a:lnTo>
                  <a:lnTo>
                    <a:pt x="18897" y="60325"/>
                  </a:lnTo>
                  <a:lnTo>
                    <a:pt x="20447" y="60312"/>
                  </a:lnTo>
                  <a:lnTo>
                    <a:pt x="21983" y="60299"/>
                  </a:lnTo>
                  <a:lnTo>
                    <a:pt x="23456" y="59702"/>
                  </a:lnTo>
                  <a:lnTo>
                    <a:pt x="25044" y="58127"/>
                  </a:lnTo>
                  <a:lnTo>
                    <a:pt x="25463" y="57518"/>
                  </a:lnTo>
                  <a:lnTo>
                    <a:pt x="26047" y="56172"/>
                  </a:lnTo>
                  <a:lnTo>
                    <a:pt x="26187" y="55435"/>
                  </a:lnTo>
                  <a:close/>
                </a:path>
                <a:path w="2768600" h="3618229">
                  <a:moveTo>
                    <a:pt x="27406" y="157657"/>
                  </a:moveTo>
                  <a:lnTo>
                    <a:pt x="24803" y="155143"/>
                  </a:lnTo>
                  <a:lnTo>
                    <a:pt x="18402" y="155143"/>
                  </a:lnTo>
                  <a:lnTo>
                    <a:pt x="15798" y="157657"/>
                  </a:lnTo>
                  <a:lnTo>
                    <a:pt x="15798" y="163868"/>
                  </a:lnTo>
                  <a:lnTo>
                    <a:pt x="18402" y="166395"/>
                  </a:lnTo>
                  <a:lnTo>
                    <a:pt x="24803" y="166395"/>
                  </a:lnTo>
                  <a:lnTo>
                    <a:pt x="27406" y="163868"/>
                  </a:lnTo>
                  <a:lnTo>
                    <a:pt x="27406" y="160769"/>
                  </a:lnTo>
                  <a:lnTo>
                    <a:pt x="27406" y="157657"/>
                  </a:lnTo>
                  <a:close/>
                </a:path>
                <a:path w="2768600" h="3618229">
                  <a:moveTo>
                    <a:pt x="30848" y="121094"/>
                  </a:moveTo>
                  <a:lnTo>
                    <a:pt x="30797" y="119595"/>
                  </a:lnTo>
                  <a:lnTo>
                    <a:pt x="30835" y="117309"/>
                  </a:lnTo>
                  <a:lnTo>
                    <a:pt x="29413" y="115227"/>
                  </a:lnTo>
                  <a:lnTo>
                    <a:pt x="27228" y="114350"/>
                  </a:lnTo>
                  <a:lnTo>
                    <a:pt x="25819" y="113779"/>
                  </a:lnTo>
                  <a:lnTo>
                    <a:pt x="24218" y="113779"/>
                  </a:lnTo>
                  <a:lnTo>
                    <a:pt x="22098" y="114642"/>
                  </a:lnTo>
                  <a:lnTo>
                    <a:pt x="21450" y="115049"/>
                  </a:lnTo>
                  <a:lnTo>
                    <a:pt x="18643" y="117729"/>
                  </a:lnTo>
                  <a:lnTo>
                    <a:pt x="18605" y="121259"/>
                  </a:lnTo>
                  <a:lnTo>
                    <a:pt x="21450" y="124079"/>
                  </a:lnTo>
                  <a:lnTo>
                    <a:pt x="22098" y="124485"/>
                  </a:lnTo>
                  <a:lnTo>
                    <a:pt x="24955" y="125628"/>
                  </a:lnTo>
                  <a:lnTo>
                    <a:pt x="27432" y="125145"/>
                  </a:lnTo>
                  <a:lnTo>
                    <a:pt x="29070" y="123545"/>
                  </a:lnTo>
                  <a:lnTo>
                    <a:pt x="30213" y="122542"/>
                  </a:lnTo>
                  <a:lnTo>
                    <a:pt x="30848" y="121094"/>
                  </a:lnTo>
                  <a:close/>
                </a:path>
                <a:path w="2768600" h="3618229">
                  <a:moveTo>
                    <a:pt x="39992" y="51574"/>
                  </a:moveTo>
                  <a:lnTo>
                    <a:pt x="37388" y="49060"/>
                  </a:lnTo>
                  <a:lnTo>
                    <a:pt x="30988" y="49060"/>
                  </a:lnTo>
                  <a:lnTo>
                    <a:pt x="28384" y="51574"/>
                  </a:lnTo>
                  <a:lnTo>
                    <a:pt x="28384" y="57797"/>
                  </a:lnTo>
                  <a:lnTo>
                    <a:pt x="30988" y="60312"/>
                  </a:lnTo>
                  <a:lnTo>
                    <a:pt x="37388" y="60312"/>
                  </a:lnTo>
                  <a:lnTo>
                    <a:pt x="39992" y="57797"/>
                  </a:lnTo>
                  <a:lnTo>
                    <a:pt x="39992" y="54686"/>
                  </a:lnTo>
                  <a:lnTo>
                    <a:pt x="39992" y="51574"/>
                  </a:lnTo>
                  <a:close/>
                </a:path>
                <a:path w="2768600" h="3618229">
                  <a:moveTo>
                    <a:pt x="43091" y="157657"/>
                  </a:moveTo>
                  <a:lnTo>
                    <a:pt x="40500" y="155143"/>
                  </a:lnTo>
                  <a:lnTo>
                    <a:pt x="34086" y="155143"/>
                  </a:lnTo>
                  <a:lnTo>
                    <a:pt x="31483" y="157657"/>
                  </a:lnTo>
                  <a:lnTo>
                    <a:pt x="31483" y="163868"/>
                  </a:lnTo>
                  <a:lnTo>
                    <a:pt x="34086" y="166395"/>
                  </a:lnTo>
                  <a:lnTo>
                    <a:pt x="40500" y="166395"/>
                  </a:lnTo>
                  <a:lnTo>
                    <a:pt x="43091" y="163868"/>
                  </a:lnTo>
                  <a:lnTo>
                    <a:pt x="43091" y="160769"/>
                  </a:lnTo>
                  <a:lnTo>
                    <a:pt x="43091" y="157657"/>
                  </a:lnTo>
                  <a:close/>
                </a:path>
                <a:path w="2768600" h="3618229">
                  <a:moveTo>
                    <a:pt x="46367" y="116484"/>
                  </a:moveTo>
                  <a:lnTo>
                    <a:pt x="43776" y="113969"/>
                  </a:lnTo>
                  <a:lnTo>
                    <a:pt x="37363" y="113969"/>
                  </a:lnTo>
                  <a:lnTo>
                    <a:pt x="34759" y="116484"/>
                  </a:lnTo>
                  <a:lnTo>
                    <a:pt x="34759" y="122707"/>
                  </a:lnTo>
                  <a:lnTo>
                    <a:pt x="37363" y="125222"/>
                  </a:lnTo>
                  <a:lnTo>
                    <a:pt x="43776" y="125222"/>
                  </a:lnTo>
                  <a:lnTo>
                    <a:pt x="46367" y="122707"/>
                  </a:lnTo>
                  <a:lnTo>
                    <a:pt x="46367" y="119595"/>
                  </a:lnTo>
                  <a:lnTo>
                    <a:pt x="46367" y="116484"/>
                  </a:lnTo>
                  <a:close/>
                </a:path>
                <a:path w="2768600" h="3618229">
                  <a:moveTo>
                    <a:pt x="53860" y="53936"/>
                  </a:moveTo>
                  <a:lnTo>
                    <a:pt x="53695" y="53187"/>
                  </a:lnTo>
                  <a:lnTo>
                    <a:pt x="53378" y="52514"/>
                  </a:lnTo>
                  <a:lnTo>
                    <a:pt x="53098" y="51854"/>
                  </a:lnTo>
                  <a:lnTo>
                    <a:pt x="52692" y="51244"/>
                  </a:lnTo>
                  <a:lnTo>
                    <a:pt x="51612" y="50203"/>
                  </a:lnTo>
                  <a:lnTo>
                    <a:pt x="50952" y="49771"/>
                  </a:lnTo>
                  <a:lnTo>
                    <a:pt x="50215" y="49504"/>
                  </a:lnTo>
                  <a:lnTo>
                    <a:pt x="48806" y="48895"/>
                  </a:lnTo>
                  <a:lnTo>
                    <a:pt x="47205" y="48895"/>
                  </a:lnTo>
                  <a:lnTo>
                    <a:pt x="45796" y="49504"/>
                  </a:lnTo>
                  <a:lnTo>
                    <a:pt x="45085" y="49745"/>
                  </a:lnTo>
                  <a:lnTo>
                    <a:pt x="44437" y="50165"/>
                  </a:lnTo>
                  <a:lnTo>
                    <a:pt x="43954" y="50723"/>
                  </a:lnTo>
                  <a:lnTo>
                    <a:pt x="43395" y="51231"/>
                  </a:lnTo>
                  <a:lnTo>
                    <a:pt x="42227" y="54686"/>
                  </a:lnTo>
                  <a:lnTo>
                    <a:pt x="42252" y="55422"/>
                  </a:lnTo>
                  <a:lnTo>
                    <a:pt x="43954" y="58635"/>
                  </a:lnTo>
                  <a:lnTo>
                    <a:pt x="45034" y="59702"/>
                  </a:lnTo>
                  <a:lnTo>
                    <a:pt x="46494" y="60299"/>
                  </a:lnTo>
                  <a:lnTo>
                    <a:pt x="49593" y="60325"/>
                  </a:lnTo>
                  <a:lnTo>
                    <a:pt x="51092" y="59715"/>
                  </a:lnTo>
                  <a:lnTo>
                    <a:pt x="52692" y="58127"/>
                  </a:lnTo>
                  <a:lnTo>
                    <a:pt x="53098" y="57518"/>
                  </a:lnTo>
                  <a:lnTo>
                    <a:pt x="53378" y="56857"/>
                  </a:lnTo>
                  <a:lnTo>
                    <a:pt x="53708" y="56184"/>
                  </a:lnTo>
                  <a:lnTo>
                    <a:pt x="53860" y="55435"/>
                  </a:lnTo>
                  <a:lnTo>
                    <a:pt x="53835" y="54686"/>
                  </a:lnTo>
                  <a:lnTo>
                    <a:pt x="53860" y="53936"/>
                  </a:lnTo>
                  <a:close/>
                </a:path>
                <a:path w="2768600" h="3618229">
                  <a:moveTo>
                    <a:pt x="58902" y="157657"/>
                  </a:moveTo>
                  <a:lnTo>
                    <a:pt x="56299" y="155143"/>
                  </a:lnTo>
                  <a:lnTo>
                    <a:pt x="49885" y="155143"/>
                  </a:lnTo>
                  <a:lnTo>
                    <a:pt x="47294" y="157657"/>
                  </a:lnTo>
                  <a:lnTo>
                    <a:pt x="47294" y="163868"/>
                  </a:lnTo>
                  <a:lnTo>
                    <a:pt x="49885" y="166395"/>
                  </a:lnTo>
                  <a:lnTo>
                    <a:pt x="56299" y="166395"/>
                  </a:lnTo>
                  <a:lnTo>
                    <a:pt x="58902" y="163868"/>
                  </a:lnTo>
                  <a:lnTo>
                    <a:pt x="58902" y="160769"/>
                  </a:lnTo>
                  <a:lnTo>
                    <a:pt x="58902" y="157657"/>
                  </a:lnTo>
                  <a:close/>
                </a:path>
                <a:path w="2768600" h="3618229">
                  <a:moveTo>
                    <a:pt x="61823" y="116484"/>
                  </a:moveTo>
                  <a:lnTo>
                    <a:pt x="59232" y="113969"/>
                  </a:lnTo>
                  <a:lnTo>
                    <a:pt x="52819" y="113969"/>
                  </a:lnTo>
                  <a:lnTo>
                    <a:pt x="50215" y="116484"/>
                  </a:lnTo>
                  <a:lnTo>
                    <a:pt x="50215" y="122707"/>
                  </a:lnTo>
                  <a:lnTo>
                    <a:pt x="52819" y="125222"/>
                  </a:lnTo>
                  <a:lnTo>
                    <a:pt x="59232" y="125222"/>
                  </a:lnTo>
                  <a:lnTo>
                    <a:pt x="61823" y="122707"/>
                  </a:lnTo>
                  <a:lnTo>
                    <a:pt x="61823" y="119595"/>
                  </a:lnTo>
                  <a:lnTo>
                    <a:pt x="61823" y="116484"/>
                  </a:lnTo>
                  <a:close/>
                </a:path>
                <a:path w="2768600" h="3618229">
                  <a:moveTo>
                    <a:pt x="74701" y="157657"/>
                  </a:moveTo>
                  <a:lnTo>
                    <a:pt x="72110" y="155143"/>
                  </a:lnTo>
                  <a:lnTo>
                    <a:pt x="65697" y="155143"/>
                  </a:lnTo>
                  <a:lnTo>
                    <a:pt x="63093" y="157657"/>
                  </a:lnTo>
                  <a:lnTo>
                    <a:pt x="63093" y="163868"/>
                  </a:lnTo>
                  <a:lnTo>
                    <a:pt x="65697" y="166395"/>
                  </a:lnTo>
                  <a:lnTo>
                    <a:pt x="72110" y="166395"/>
                  </a:lnTo>
                  <a:lnTo>
                    <a:pt x="74701" y="163868"/>
                  </a:lnTo>
                  <a:lnTo>
                    <a:pt x="74701" y="160769"/>
                  </a:lnTo>
                  <a:lnTo>
                    <a:pt x="74701" y="157657"/>
                  </a:lnTo>
                  <a:close/>
                </a:path>
                <a:path w="2768600" h="3618229">
                  <a:moveTo>
                    <a:pt x="76136" y="5715"/>
                  </a:moveTo>
                  <a:lnTo>
                    <a:pt x="71424" y="0"/>
                  </a:lnTo>
                  <a:lnTo>
                    <a:pt x="69811" y="0"/>
                  </a:lnTo>
                  <a:lnTo>
                    <a:pt x="64820" y="6515"/>
                  </a:lnTo>
                  <a:lnTo>
                    <a:pt x="64973" y="7251"/>
                  </a:lnTo>
                  <a:lnTo>
                    <a:pt x="65278" y="7937"/>
                  </a:lnTo>
                  <a:lnTo>
                    <a:pt x="65493" y="8585"/>
                  </a:lnTo>
                  <a:lnTo>
                    <a:pt x="68084" y="10947"/>
                  </a:lnTo>
                  <a:lnTo>
                    <a:pt x="68808" y="11226"/>
                  </a:lnTo>
                  <a:lnTo>
                    <a:pt x="69557" y="11379"/>
                  </a:lnTo>
                  <a:lnTo>
                    <a:pt x="70332" y="11391"/>
                  </a:lnTo>
                  <a:lnTo>
                    <a:pt x="71869" y="11391"/>
                  </a:lnTo>
                  <a:lnTo>
                    <a:pt x="73342" y="10782"/>
                  </a:lnTo>
                  <a:lnTo>
                    <a:pt x="74409" y="9728"/>
                  </a:lnTo>
                  <a:lnTo>
                    <a:pt x="74980" y="9232"/>
                  </a:lnTo>
                  <a:lnTo>
                    <a:pt x="75438" y="8623"/>
                  </a:lnTo>
                  <a:lnTo>
                    <a:pt x="75742" y="7937"/>
                  </a:lnTo>
                  <a:lnTo>
                    <a:pt x="75996" y="7226"/>
                  </a:lnTo>
                  <a:lnTo>
                    <a:pt x="76136" y="6464"/>
                  </a:lnTo>
                  <a:lnTo>
                    <a:pt x="76136" y="5715"/>
                  </a:lnTo>
                  <a:close/>
                </a:path>
                <a:path w="2768600" h="3618229">
                  <a:moveTo>
                    <a:pt x="77406" y="116484"/>
                  </a:moveTo>
                  <a:lnTo>
                    <a:pt x="74803" y="113969"/>
                  </a:lnTo>
                  <a:lnTo>
                    <a:pt x="68389" y="113969"/>
                  </a:lnTo>
                  <a:lnTo>
                    <a:pt x="65798" y="116484"/>
                  </a:lnTo>
                  <a:lnTo>
                    <a:pt x="65798" y="122707"/>
                  </a:lnTo>
                  <a:lnTo>
                    <a:pt x="68389" y="125222"/>
                  </a:lnTo>
                  <a:lnTo>
                    <a:pt x="74803" y="125222"/>
                  </a:lnTo>
                  <a:lnTo>
                    <a:pt x="77406" y="122707"/>
                  </a:lnTo>
                  <a:lnTo>
                    <a:pt x="77406" y="119595"/>
                  </a:lnTo>
                  <a:lnTo>
                    <a:pt x="77406" y="116484"/>
                  </a:lnTo>
                  <a:close/>
                </a:path>
                <a:path w="2768600" h="3618229">
                  <a:moveTo>
                    <a:pt x="90385" y="157657"/>
                  </a:moveTo>
                  <a:lnTo>
                    <a:pt x="87795" y="155143"/>
                  </a:lnTo>
                  <a:lnTo>
                    <a:pt x="81381" y="155143"/>
                  </a:lnTo>
                  <a:lnTo>
                    <a:pt x="78778" y="157657"/>
                  </a:lnTo>
                  <a:lnTo>
                    <a:pt x="78778" y="163868"/>
                  </a:lnTo>
                  <a:lnTo>
                    <a:pt x="81381" y="166395"/>
                  </a:lnTo>
                  <a:lnTo>
                    <a:pt x="87795" y="166395"/>
                  </a:lnTo>
                  <a:lnTo>
                    <a:pt x="90385" y="163868"/>
                  </a:lnTo>
                  <a:lnTo>
                    <a:pt x="90385" y="160769"/>
                  </a:lnTo>
                  <a:lnTo>
                    <a:pt x="90385" y="157657"/>
                  </a:lnTo>
                  <a:close/>
                </a:path>
                <a:path w="2768600" h="3618229">
                  <a:moveTo>
                    <a:pt x="91770" y="2667"/>
                  </a:moveTo>
                  <a:lnTo>
                    <a:pt x="89166" y="139"/>
                  </a:lnTo>
                  <a:lnTo>
                    <a:pt x="82765" y="139"/>
                  </a:lnTo>
                  <a:lnTo>
                    <a:pt x="80162" y="2667"/>
                  </a:lnTo>
                  <a:lnTo>
                    <a:pt x="80162" y="8877"/>
                  </a:lnTo>
                  <a:lnTo>
                    <a:pt x="82765" y="11391"/>
                  </a:lnTo>
                  <a:lnTo>
                    <a:pt x="89166" y="11391"/>
                  </a:lnTo>
                  <a:lnTo>
                    <a:pt x="91770" y="8877"/>
                  </a:lnTo>
                  <a:lnTo>
                    <a:pt x="91770" y="5765"/>
                  </a:lnTo>
                  <a:lnTo>
                    <a:pt x="91770" y="2667"/>
                  </a:lnTo>
                  <a:close/>
                </a:path>
                <a:path w="2768600" h="3618229">
                  <a:moveTo>
                    <a:pt x="92862" y="116484"/>
                  </a:moveTo>
                  <a:lnTo>
                    <a:pt x="90258" y="113969"/>
                  </a:lnTo>
                  <a:lnTo>
                    <a:pt x="83845" y="113969"/>
                  </a:lnTo>
                  <a:lnTo>
                    <a:pt x="81254" y="116484"/>
                  </a:lnTo>
                  <a:lnTo>
                    <a:pt x="81254" y="122707"/>
                  </a:lnTo>
                  <a:lnTo>
                    <a:pt x="83845" y="125222"/>
                  </a:lnTo>
                  <a:lnTo>
                    <a:pt x="90258" y="125222"/>
                  </a:lnTo>
                  <a:lnTo>
                    <a:pt x="92862" y="122707"/>
                  </a:lnTo>
                  <a:lnTo>
                    <a:pt x="92862" y="119595"/>
                  </a:lnTo>
                  <a:lnTo>
                    <a:pt x="92862" y="116484"/>
                  </a:lnTo>
                  <a:close/>
                </a:path>
                <a:path w="2768600" h="3618229">
                  <a:moveTo>
                    <a:pt x="106197" y="157657"/>
                  </a:moveTo>
                  <a:lnTo>
                    <a:pt x="103593" y="155143"/>
                  </a:lnTo>
                  <a:lnTo>
                    <a:pt x="97180" y="155143"/>
                  </a:lnTo>
                  <a:lnTo>
                    <a:pt x="94576" y="157657"/>
                  </a:lnTo>
                  <a:lnTo>
                    <a:pt x="94576" y="163868"/>
                  </a:lnTo>
                  <a:lnTo>
                    <a:pt x="97180" y="166395"/>
                  </a:lnTo>
                  <a:lnTo>
                    <a:pt x="103593" y="166395"/>
                  </a:lnTo>
                  <a:lnTo>
                    <a:pt x="106197" y="163868"/>
                  </a:lnTo>
                  <a:lnTo>
                    <a:pt x="106197" y="160769"/>
                  </a:lnTo>
                  <a:lnTo>
                    <a:pt x="106197" y="157657"/>
                  </a:lnTo>
                  <a:close/>
                </a:path>
                <a:path w="2768600" h="3618229">
                  <a:moveTo>
                    <a:pt x="107340" y="2667"/>
                  </a:moveTo>
                  <a:lnTo>
                    <a:pt x="104736" y="139"/>
                  </a:lnTo>
                  <a:lnTo>
                    <a:pt x="98336" y="139"/>
                  </a:lnTo>
                  <a:lnTo>
                    <a:pt x="95732" y="2667"/>
                  </a:lnTo>
                  <a:lnTo>
                    <a:pt x="95732" y="8877"/>
                  </a:lnTo>
                  <a:lnTo>
                    <a:pt x="98336" y="11391"/>
                  </a:lnTo>
                  <a:lnTo>
                    <a:pt x="104736" y="11391"/>
                  </a:lnTo>
                  <a:lnTo>
                    <a:pt x="107340" y="8877"/>
                  </a:lnTo>
                  <a:lnTo>
                    <a:pt x="107340" y="5765"/>
                  </a:lnTo>
                  <a:lnTo>
                    <a:pt x="107340" y="2667"/>
                  </a:lnTo>
                  <a:close/>
                </a:path>
                <a:path w="2768600" h="3618229">
                  <a:moveTo>
                    <a:pt x="108432" y="116484"/>
                  </a:moveTo>
                  <a:lnTo>
                    <a:pt x="105829" y="113969"/>
                  </a:lnTo>
                  <a:lnTo>
                    <a:pt x="99428" y="113969"/>
                  </a:lnTo>
                  <a:lnTo>
                    <a:pt x="96824" y="116484"/>
                  </a:lnTo>
                  <a:lnTo>
                    <a:pt x="96824" y="122707"/>
                  </a:lnTo>
                  <a:lnTo>
                    <a:pt x="99428" y="125222"/>
                  </a:lnTo>
                  <a:lnTo>
                    <a:pt x="105829" y="125222"/>
                  </a:lnTo>
                  <a:lnTo>
                    <a:pt x="108432" y="122707"/>
                  </a:lnTo>
                  <a:lnTo>
                    <a:pt x="108432" y="119595"/>
                  </a:lnTo>
                  <a:lnTo>
                    <a:pt x="108432" y="116484"/>
                  </a:lnTo>
                  <a:close/>
                </a:path>
                <a:path w="2768600" h="3618229">
                  <a:moveTo>
                    <a:pt x="121932" y="157657"/>
                  </a:moveTo>
                  <a:lnTo>
                    <a:pt x="119341" y="155143"/>
                  </a:lnTo>
                  <a:lnTo>
                    <a:pt x="112928" y="155143"/>
                  </a:lnTo>
                  <a:lnTo>
                    <a:pt x="110324" y="157657"/>
                  </a:lnTo>
                  <a:lnTo>
                    <a:pt x="110324" y="163868"/>
                  </a:lnTo>
                  <a:lnTo>
                    <a:pt x="112928" y="166395"/>
                  </a:lnTo>
                  <a:lnTo>
                    <a:pt x="119341" y="166395"/>
                  </a:lnTo>
                  <a:lnTo>
                    <a:pt x="121932" y="163868"/>
                  </a:lnTo>
                  <a:lnTo>
                    <a:pt x="121932" y="160769"/>
                  </a:lnTo>
                  <a:lnTo>
                    <a:pt x="121932" y="157657"/>
                  </a:lnTo>
                  <a:close/>
                </a:path>
                <a:path w="2768600" h="3618229">
                  <a:moveTo>
                    <a:pt x="122974" y="2667"/>
                  </a:moveTo>
                  <a:lnTo>
                    <a:pt x="120370" y="139"/>
                  </a:lnTo>
                  <a:lnTo>
                    <a:pt x="113957" y="139"/>
                  </a:lnTo>
                  <a:lnTo>
                    <a:pt x="111366" y="2667"/>
                  </a:lnTo>
                  <a:lnTo>
                    <a:pt x="111366" y="8877"/>
                  </a:lnTo>
                  <a:lnTo>
                    <a:pt x="113957" y="11391"/>
                  </a:lnTo>
                  <a:lnTo>
                    <a:pt x="120370" y="11391"/>
                  </a:lnTo>
                  <a:lnTo>
                    <a:pt x="122974" y="8877"/>
                  </a:lnTo>
                  <a:lnTo>
                    <a:pt x="122974" y="5765"/>
                  </a:lnTo>
                  <a:lnTo>
                    <a:pt x="122974" y="2667"/>
                  </a:lnTo>
                  <a:close/>
                </a:path>
                <a:path w="2768600" h="3618229">
                  <a:moveTo>
                    <a:pt x="123888" y="116484"/>
                  </a:moveTo>
                  <a:lnTo>
                    <a:pt x="121297" y="113969"/>
                  </a:lnTo>
                  <a:lnTo>
                    <a:pt x="114884" y="113969"/>
                  </a:lnTo>
                  <a:lnTo>
                    <a:pt x="112280" y="116484"/>
                  </a:lnTo>
                  <a:lnTo>
                    <a:pt x="112280" y="122707"/>
                  </a:lnTo>
                  <a:lnTo>
                    <a:pt x="114884" y="125222"/>
                  </a:lnTo>
                  <a:lnTo>
                    <a:pt x="121297" y="125222"/>
                  </a:lnTo>
                  <a:lnTo>
                    <a:pt x="123888" y="122707"/>
                  </a:lnTo>
                  <a:lnTo>
                    <a:pt x="123888" y="119595"/>
                  </a:lnTo>
                  <a:lnTo>
                    <a:pt x="123888" y="116484"/>
                  </a:lnTo>
                  <a:close/>
                </a:path>
                <a:path w="2768600" h="3618229">
                  <a:moveTo>
                    <a:pt x="137680" y="157657"/>
                  </a:moveTo>
                  <a:lnTo>
                    <a:pt x="135089" y="155143"/>
                  </a:lnTo>
                  <a:lnTo>
                    <a:pt x="128676" y="155143"/>
                  </a:lnTo>
                  <a:lnTo>
                    <a:pt x="126072" y="157657"/>
                  </a:lnTo>
                  <a:lnTo>
                    <a:pt x="126072" y="163868"/>
                  </a:lnTo>
                  <a:lnTo>
                    <a:pt x="128676" y="166395"/>
                  </a:lnTo>
                  <a:lnTo>
                    <a:pt x="135089" y="166395"/>
                  </a:lnTo>
                  <a:lnTo>
                    <a:pt x="137680" y="163868"/>
                  </a:lnTo>
                  <a:lnTo>
                    <a:pt x="137680" y="160769"/>
                  </a:lnTo>
                  <a:lnTo>
                    <a:pt x="137680" y="157657"/>
                  </a:lnTo>
                  <a:close/>
                </a:path>
                <a:path w="2768600" h="3618229">
                  <a:moveTo>
                    <a:pt x="138607" y="2667"/>
                  </a:moveTo>
                  <a:lnTo>
                    <a:pt x="136004" y="139"/>
                  </a:lnTo>
                  <a:lnTo>
                    <a:pt x="129590" y="139"/>
                  </a:lnTo>
                  <a:lnTo>
                    <a:pt x="127000" y="2667"/>
                  </a:lnTo>
                  <a:lnTo>
                    <a:pt x="127000" y="8877"/>
                  </a:lnTo>
                  <a:lnTo>
                    <a:pt x="129590" y="11391"/>
                  </a:lnTo>
                  <a:lnTo>
                    <a:pt x="136004" y="11391"/>
                  </a:lnTo>
                  <a:lnTo>
                    <a:pt x="138607" y="8877"/>
                  </a:lnTo>
                  <a:lnTo>
                    <a:pt x="138607" y="5765"/>
                  </a:lnTo>
                  <a:lnTo>
                    <a:pt x="138607" y="2667"/>
                  </a:lnTo>
                  <a:close/>
                </a:path>
                <a:path w="2768600" h="3618229">
                  <a:moveTo>
                    <a:pt x="139407" y="116459"/>
                  </a:moveTo>
                  <a:lnTo>
                    <a:pt x="136829" y="113969"/>
                  </a:lnTo>
                  <a:lnTo>
                    <a:pt x="133654" y="113969"/>
                  </a:lnTo>
                  <a:lnTo>
                    <a:pt x="130492" y="113969"/>
                  </a:lnTo>
                  <a:lnTo>
                    <a:pt x="127914" y="116459"/>
                  </a:lnTo>
                  <a:lnTo>
                    <a:pt x="127914" y="122618"/>
                  </a:lnTo>
                  <a:lnTo>
                    <a:pt x="130492" y="125107"/>
                  </a:lnTo>
                  <a:lnTo>
                    <a:pt x="136829" y="125107"/>
                  </a:lnTo>
                  <a:lnTo>
                    <a:pt x="139407" y="122618"/>
                  </a:lnTo>
                  <a:lnTo>
                    <a:pt x="139407" y="116459"/>
                  </a:lnTo>
                  <a:close/>
                </a:path>
                <a:path w="2768600" h="3618229">
                  <a:moveTo>
                    <a:pt x="153428" y="157657"/>
                  </a:moveTo>
                  <a:lnTo>
                    <a:pt x="150837" y="155143"/>
                  </a:lnTo>
                  <a:lnTo>
                    <a:pt x="144424" y="155143"/>
                  </a:lnTo>
                  <a:lnTo>
                    <a:pt x="141820" y="157657"/>
                  </a:lnTo>
                  <a:lnTo>
                    <a:pt x="141820" y="163868"/>
                  </a:lnTo>
                  <a:lnTo>
                    <a:pt x="144424" y="166395"/>
                  </a:lnTo>
                  <a:lnTo>
                    <a:pt x="150837" y="166395"/>
                  </a:lnTo>
                  <a:lnTo>
                    <a:pt x="153428" y="163868"/>
                  </a:lnTo>
                  <a:lnTo>
                    <a:pt x="153428" y="160769"/>
                  </a:lnTo>
                  <a:lnTo>
                    <a:pt x="153428" y="157657"/>
                  </a:lnTo>
                  <a:close/>
                </a:path>
                <a:path w="2768600" h="3618229">
                  <a:moveTo>
                    <a:pt x="154241" y="2667"/>
                  </a:moveTo>
                  <a:lnTo>
                    <a:pt x="151638" y="139"/>
                  </a:lnTo>
                  <a:lnTo>
                    <a:pt x="145224" y="139"/>
                  </a:lnTo>
                  <a:lnTo>
                    <a:pt x="142633" y="2667"/>
                  </a:lnTo>
                  <a:lnTo>
                    <a:pt x="142633" y="8877"/>
                  </a:lnTo>
                  <a:lnTo>
                    <a:pt x="145224" y="11391"/>
                  </a:lnTo>
                  <a:lnTo>
                    <a:pt x="151638" y="11391"/>
                  </a:lnTo>
                  <a:lnTo>
                    <a:pt x="154241" y="8877"/>
                  </a:lnTo>
                  <a:lnTo>
                    <a:pt x="154241" y="5765"/>
                  </a:lnTo>
                  <a:lnTo>
                    <a:pt x="154241" y="2667"/>
                  </a:lnTo>
                  <a:close/>
                </a:path>
                <a:path w="2768600" h="3618229">
                  <a:moveTo>
                    <a:pt x="155219" y="118084"/>
                  </a:moveTo>
                  <a:lnTo>
                    <a:pt x="154597" y="116636"/>
                  </a:lnTo>
                  <a:lnTo>
                    <a:pt x="153492" y="115582"/>
                  </a:lnTo>
                  <a:lnTo>
                    <a:pt x="153200" y="115582"/>
                  </a:lnTo>
                  <a:lnTo>
                    <a:pt x="152679" y="115062"/>
                  </a:lnTo>
                  <a:lnTo>
                    <a:pt x="152057" y="114642"/>
                  </a:lnTo>
                  <a:lnTo>
                    <a:pt x="149923" y="113792"/>
                  </a:lnTo>
                  <a:lnTo>
                    <a:pt x="148323" y="113792"/>
                  </a:lnTo>
                  <a:lnTo>
                    <a:pt x="146189" y="114642"/>
                  </a:lnTo>
                  <a:lnTo>
                    <a:pt x="145567" y="115062"/>
                  </a:lnTo>
                  <a:lnTo>
                    <a:pt x="145034" y="115582"/>
                  </a:lnTo>
                  <a:lnTo>
                    <a:pt x="142709" y="117678"/>
                  </a:lnTo>
                  <a:lnTo>
                    <a:pt x="142570" y="121196"/>
                  </a:lnTo>
                  <a:lnTo>
                    <a:pt x="145935" y="124701"/>
                  </a:lnTo>
                  <a:lnTo>
                    <a:pt x="147650" y="125361"/>
                  </a:lnTo>
                  <a:lnTo>
                    <a:pt x="149402" y="125222"/>
                  </a:lnTo>
                  <a:lnTo>
                    <a:pt x="150177" y="125222"/>
                  </a:lnTo>
                  <a:lnTo>
                    <a:pt x="150939" y="125069"/>
                  </a:lnTo>
                  <a:lnTo>
                    <a:pt x="152336" y="124485"/>
                  </a:lnTo>
                  <a:lnTo>
                    <a:pt x="152958" y="124066"/>
                  </a:lnTo>
                  <a:lnTo>
                    <a:pt x="153492" y="123545"/>
                  </a:lnTo>
                  <a:lnTo>
                    <a:pt x="154063" y="123063"/>
                  </a:lnTo>
                  <a:lnTo>
                    <a:pt x="154495" y="122453"/>
                  </a:lnTo>
                  <a:lnTo>
                    <a:pt x="154749" y="121767"/>
                  </a:lnTo>
                  <a:lnTo>
                    <a:pt x="155054" y="121081"/>
                  </a:lnTo>
                  <a:lnTo>
                    <a:pt x="155206" y="120345"/>
                  </a:lnTo>
                  <a:lnTo>
                    <a:pt x="155219" y="118084"/>
                  </a:lnTo>
                  <a:close/>
                </a:path>
                <a:path w="2768600" h="3618229">
                  <a:moveTo>
                    <a:pt x="169176" y="157632"/>
                  </a:moveTo>
                  <a:lnTo>
                    <a:pt x="166598" y="155143"/>
                  </a:lnTo>
                  <a:lnTo>
                    <a:pt x="163436" y="155143"/>
                  </a:lnTo>
                  <a:lnTo>
                    <a:pt x="160261" y="155143"/>
                  </a:lnTo>
                  <a:lnTo>
                    <a:pt x="157683" y="157632"/>
                  </a:lnTo>
                  <a:lnTo>
                    <a:pt x="157683" y="163791"/>
                  </a:lnTo>
                  <a:lnTo>
                    <a:pt x="160261" y="166281"/>
                  </a:lnTo>
                  <a:lnTo>
                    <a:pt x="166598" y="166281"/>
                  </a:lnTo>
                  <a:lnTo>
                    <a:pt x="169176" y="163791"/>
                  </a:lnTo>
                  <a:lnTo>
                    <a:pt x="169176" y="157632"/>
                  </a:lnTo>
                  <a:close/>
                </a:path>
                <a:path w="2768600" h="3618229">
                  <a:moveTo>
                    <a:pt x="169811" y="2667"/>
                  </a:moveTo>
                  <a:lnTo>
                    <a:pt x="167208" y="139"/>
                  </a:lnTo>
                  <a:lnTo>
                    <a:pt x="160794" y="139"/>
                  </a:lnTo>
                  <a:lnTo>
                    <a:pt x="158203" y="2667"/>
                  </a:lnTo>
                  <a:lnTo>
                    <a:pt x="158203" y="8877"/>
                  </a:lnTo>
                  <a:lnTo>
                    <a:pt x="160794" y="11391"/>
                  </a:lnTo>
                  <a:lnTo>
                    <a:pt x="167208" y="11391"/>
                  </a:lnTo>
                  <a:lnTo>
                    <a:pt x="169811" y="8877"/>
                  </a:lnTo>
                  <a:lnTo>
                    <a:pt x="169811" y="5765"/>
                  </a:lnTo>
                  <a:lnTo>
                    <a:pt x="169811" y="2667"/>
                  </a:lnTo>
                  <a:close/>
                </a:path>
                <a:path w="2768600" h="3618229">
                  <a:moveTo>
                    <a:pt x="170332" y="34594"/>
                  </a:moveTo>
                  <a:lnTo>
                    <a:pt x="166649" y="28778"/>
                  </a:lnTo>
                  <a:lnTo>
                    <a:pt x="165239" y="28270"/>
                  </a:lnTo>
                  <a:lnTo>
                    <a:pt x="163690" y="28270"/>
                  </a:lnTo>
                  <a:lnTo>
                    <a:pt x="162280" y="28778"/>
                  </a:lnTo>
                  <a:lnTo>
                    <a:pt x="158711" y="33261"/>
                  </a:lnTo>
                  <a:lnTo>
                    <a:pt x="158711" y="34696"/>
                  </a:lnTo>
                  <a:lnTo>
                    <a:pt x="163753" y="39700"/>
                  </a:lnTo>
                  <a:lnTo>
                    <a:pt x="164528" y="39700"/>
                  </a:lnTo>
                  <a:lnTo>
                    <a:pt x="165265" y="39649"/>
                  </a:lnTo>
                  <a:lnTo>
                    <a:pt x="165989" y="39458"/>
                  </a:lnTo>
                  <a:lnTo>
                    <a:pt x="166649" y="39141"/>
                  </a:lnTo>
                  <a:lnTo>
                    <a:pt x="167386" y="38836"/>
                  </a:lnTo>
                  <a:lnTo>
                    <a:pt x="170167" y="35331"/>
                  </a:lnTo>
                  <a:lnTo>
                    <a:pt x="170332" y="34594"/>
                  </a:lnTo>
                  <a:close/>
                </a:path>
                <a:path w="2768600" h="3618229">
                  <a:moveTo>
                    <a:pt x="170497" y="139623"/>
                  </a:moveTo>
                  <a:lnTo>
                    <a:pt x="168783" y="136423"/>
                  </a:lnTo>
                  <a:lnTo>
                    <a:pt x="168262" y="135864"/>
                  </a:lnTo>
                  <a:lnTo>
                    <a:pt x="167640" y="135432"/>
                  </a:lnTo>
                  <a:lnTo>
                    <a:pt x="166941" y="135140"/>
                  </a:lnTo>
                  <a:lnTo>
                    <a:pt x="165493" y="134581"/>
                  </a:lnTo>
                  <a:lnTo>
                    <a:pt x="163893" y="134581"/>
                  </a:lnTo>
                  <a:lnTo>
                    <a:pt x="162458" y="135140"/>
                  </a:lnTo>
                  <a:lnTo>
                    <a:pt x="161734" y="135432"/>
                  </a:lnTo>
                  <a:lnTo>
                    <a:pt x="161086" y="135864"/>
                  </a:lnTo>
                  <a:lnTo>
                    <a:pt x="160553" y="136423"/>
                  </a:lnTo>
                  <a:lnTo>
                    <a:pt x="160020" y="136944"/>
                  </a:lnTo>
                  <a:lnTo>
                    <a:pt x="159575" y="137541"/>
                  </a:lnTo>
                  <a:lnTo>
                    <a:pt x="159232" y="138201"/>
                  </a:lnTo>
                  <a:lnTo>
                    <a:pt x="159004" y="138899"/>
                  </a:lnTo>
                  <a:lnTo>
                    <a:pt x="158889" y="139636"/>
                  </a:lnTo>
                  <a:lnTo>
                    <a:pt x="158889" y="141097"/>
                  </a:lnTo>
                  <a:lnTo>
                    <a:pt x="163918" y="145999"/>
                  </a:lnTo>
                  <a:lnTo>
                    <a:pt x="165468" y="145986"/>
                  </a:lnTo>
                  <a:lnTo>
                    <a:pt x="170484" y="141097"/>
                  </a:lnTo>
                  <a:lnTo>
                    <a:pt x="170497" y="139623"/>
                  </a:lnTo>
                  <a:close/>
                </a:path>
                <a:path w="2768600" h="3618229">
                  <a:moveTo>
                    <a:pt x="170497" y="116090"/>
                  </a:moveTo>
                  <a:lnTo>
                    <a:pt x="167894" y="113576"/>
                  </a:lnTo>
                  <a:lnTo>
                    <a:pt x="161493" y="113576"/>
                  </a:lnTo>
                  <a:lnTo>
                    <a:pt x="158889" y="116090"/>
                  </a:lnTo>
                  <a:lnTo>
                    <a:pt x="158889" y="122313"/>
                  </a:lnTo>
                  <a:lnTo>
                    <a:pt x="161493" y="124828"/>
                  </a:lnTo>
                  <a:lnTo>
                    <a:pt x="167894" y="124828"/>
                  </a:lnTo>
                  <a:lnTo>
                    <a:pt x="170497" y="122313"/>
                  </a:lnTo>
                  <a:lnTo>
                    <a:pt x="170497" y="119202"/>
                  </a:lnTo>
                  <a:lnTo>
                    <a:pt x="170497" y="116090"/>
                  </a:lnTo>
                  <a:close/>
                </a:path>
                <a:path w="2768600" h="3618229">
                  <a:moveTo>
                    <a:pt x="170497" y="94919"/>
                  </a:moveTo>
                  <a:lnTo>
                    <a:pt x="167894" y="92405"/>
                  </a:lnTo>
                  <a:lnTo>
                    <a:pt x="161493" y="92405"/>
                  </a:lnTo>
                  <a:lnTo>
                    <a:pt x="158889" y="94919"/>
                  </a:lnTo>
                  <a:lnTo>
                    <a:pt x="158889" y="101130"/>
                  </a:lnTo>
                  <a:lnTo>
                    <a:pt x="161493" y="103657"/>
                  </a:lnTo>
                  <a:lnTo>
                    <a:pt x="167894" y="103657"/>
                  </a:lnTo>
                  <a:lnTo>
                    <a:pt x="170497" y="101130"/>
                  </a:lnTo>
                  <a:lnTo>
                    <a:pt x="170497" y="98031"/>
                  </a:lnTo>
                  <a:lnTo>
                    <a:pt x="170497" y="94919"/>
                  </a:lnTo>
                  <a:close/>
                </a:path>
                <a:path w="2768600" h="3618229">
                  <a:moveTo>
                    <a:pt x="170497" y="76174"/>
                  </a:moveTo>
                  <a:lnTo>
                    <a:pt x="166827" y="71729"/>
                  </a:lnTo>
                  <a:lnTo>
                    <a:pt x="165430" y="71120"/>
                  </a:lnTo>
                  <a:lnTo>
                    <a:pt x="163842" y="71120"/>
                  </a:lnTo>
                  <a:lnTo>
                    <a:pt x="162458" y="71729"/>
                  </a:lnTo>
                  <a:lnTo>
                    <a:pt x="161010" y="72237"/>
                  </a:lnTo>
                  <a:lnTo>
                    <a:pt x="159867" y="73342"/>
                  </a:lnTo>
                  <a:lnTo>
                    <a:pt x="159346" y="74739"/>
                  </a:lnTo>
                  <a:lnTo>
                    <a:pt x="159016" y="75425"/>
                  </a:lnTo>
                  <a:lnTo>
                    <a:pt x="158864" y="76161"/>
                  </a:lnTo>
                  <a:lnTo>
                    <a:pt x="158889" y="76911"/>
                  </a:lnTo>
                  <a:lnTo>
                    <a:pt x="158889" y="77647"/>
                  </a:lnTo>
                  <a:lnTo>
                    <a:pt x="163918" y="82537"/>
                  </a:lnTo>
                  <a:lnTo>
                    <a:pt x="165430" y="82524"/>
                  </a:lnTo>
                  <a:lnTo>
                    <a:pt x="170497" y="77660"/>
                  </a:lnTo>
                  <a:lnTo>
                    <a:pt x="170497" y="76174"/>
                  </a:lnTo>
                  <a:close/>
                </a:path>
                <a:path w="2768600" h="3618229">
                  <a:moveTo>
                    <a:pt x="170497" y="19469"/>
                  </a:moveTo>
                  <a:lnTo>
                    <a:pt x="165493" y="13741"/>
                  </a:lnTo>
                  <a:lnTo>
                    <a:pt x="163893" y="13741"/>
                  </a:lnTo>
                  <a:lnTo>
                    <a:pt x="159346" y="17297"/>
                  </a:lnTo>
                  <a:lnTo>
                    <a:pt x="159042" y="17983"/>
                  </a:lnTo>
                  <a:lnTo>
                    <a:pt x="158877" y="18732"/>
                  </a:lnTo>
                  <a:lnTo>
                    <a:pt x="158889" y="19469"/>
                  </a:lnTo>
                  <a:lnTo>
                    <a:pt x="158864" y="20243"/>
                  </a:lnTo>
                  <a:lnTo>
                    <a:pt x="159029" y="21005"/>
                  </a:lnTo>
                  <a:lnTo>
                    <a:pt x="159346" y="21704"/>
                  </a:lnTo>
                  <a:lnTo>
                    <a:pt x="159613" y="22364"/>
                  </a:lnTo>
                  <a:lnTo>
                    <a:pt x="160032" y="22974"/>
                  </a:lnTo>
                  <a:lnTo>
                    <a:pt x="161099" y="23990"/>
                  </a:lnTo>
                  <a:lnTo>
                    <a:pt x="161747" y="24384"/>
                  </a:lnTo>
                  <a:lnTo>
                    <a:pt x="162458" y="24650"/>
                  </a:lnTo>
                  <a:lnTo>
                    <a:pt x="163156" y="24968"/>
                  </a:lnTo>
                  <a:lnTo>
                    <a:pt x="163918" y="25120"/>
                  </a:lnTo>
                  <a:lnTo>
                    <a:pt x="164693" y="25095"/>
                  </a:lnTo>
                  <a:lnTo>
                    <a:pt x="165468" y="25107"/>
                  </a:lnTo>
                  <a:lnTo>
                    <a:pt x="166230" y="24955"/>
                  </a:lnTo>
                  <a:lnTo>
                    <a:pt x="166941" y="24650"/>
                  </a:lnTo>
                  <a:lnTo>
                    <a:pt x="167627" y="24409"/>
                  </a:lnTo>
                  <a:lnTo>
                    <a:pt x="170484" y="20243"/>
                  </a:lnTo>
                  <a:lnTo>
                    <a:pt x="170497" y="19469"/>
                  </a:lnTo>
                  <a:close/>
                </a:path>
                <a:path w="2768600" h="3618229">
                  <a:moveTo>
                    <a:pt x="184975" y="157657"/>
                  </a:moveTo>
                  <a:lnTo>
                    <a:pt x="182384" y="155143"/>
                  </a:lnTo>
                  <a:lnTo>
                    <a:pt x="175971" y="155143"/>
                  </a:lnTo>
                  <a:lnTo>
                    <a:pt x="173367" y="157657"/>
                  </a:lnTo>
                  <a:lnTo>
                    <a:pt x="173367" y="163868"/>
                  </a:lnTo>
                  <a:lnTo>
                    <a:pt x="175971" y="166395"/>
                  </a:lnTo>
                  <a:lnTo>
                    <a:pt x="182384" y="166395"/>
                  </a:lnTo>
                  <a:lnTo>
                    <a:pt x="184975" y="163868"/>
                  </a:lnTo>
                  <a:lnTo>
                    <a:pt x="184975" y="160769"/>
                  </a:lnTo>
                  <a:lnTo>
                    <a:pt x="184975" y="157657"/>
                  </a:lnTo>
                  <a:close/>
                </a:path>
                <a:path w="2768600" h="3618229">
                  <a:moveTo>
                    <a:pt x="185432" y="2667"/>
                  </a:moveTo>
                  <a:lnTo>
                    <a:pt x="182841" y="139"/>
                  </a:lnTo>
                  <a:lnTo>
                    <a:pt x="176428" y="139"/>
                  </a:lnTo>
                  <a:lnTo>
                    <a:pt x="173824" y="2667"/>
                  </a:lnTo>
                  <a:lnTo>
                    <a:pt x="173824" y="8877"/>
                  </a:lnTo>
                  <a:lnTo>
                    <a:pt x="176428" y="11391"/>
                  </a:lnTo>
                  <a:lnTo>
                    <a:pt x="182841" y="11391"/>
                  </a:lnTo>
                  <a:lnTo>
                    <a:pt x="185432" y="8877"/>
                  </a:lnTo>
                  <a:lnTo>
                    <a:pt x="185432" y="5765"/>
                  </a:lnTo>
                  <a:lnTo>
                    <a:pt x="185432" y="2667"/>
                  </a:lnTo>
                  <a:close/>
                </a:path>
                <a:path w="2768600" h="3618229">
                  <a:moveTo>
                    <a:pt x="200952" y="2667"/>
                  </a:moveTo>
                  <a:lnTo>
                    <a:pt x="198361" y="139"/>
                  </a:lnTo>
                  <a:lnTo>
                    <a:pt x="191947" y="139"/>
                  </a:lnTo>
                  <a:lnTo>
                    <a:pt x="189344" y="2667"/>
                  </a:lnTo>
                  <a:lnTo>
                    <a:pt x="189344" y="8877"/>
                  </a:lnTo>
                  <a:lnTo>
                    <a:pt x="191947" y="11391"/>
                  </a:lnTo>
                  <a:lnTo>
                    <a:pt x="198361" y="11391"/>
                  </a:lnTo>
                  <a:lnTo>
                    <a:pt x="200952" y="8877"/>
                  </a:lnTo>
                  <a:lnTo>
                    <a:pt x="200952" y="5765"/>
                  </a:lnTo>
                  <a:lnTo>
                    <a:pt x="200952" y="2667"/>
                  </a:lnTo>
                  <a:close/>
                </a:path>
                <a:path w="2768600" h="3618229">
                  <a:moveTo>
                    <a:pt x="206552" y="34874"/>
                  </a:moveTo>
                  <a:lnTo>
                    <a:pt x="206527" y="34124"/>
                  </a:lnTo>
                  <a:lnTo>
                    <a:pt x="206540" y="32639"/>
                  </a:lnTo>
                  <a:lnTo>
                    <a:pt x="205943" y="31216"/>
                  </a:lnTo>
                  <a:lnTo>
                    <a:pt x="204863" y="30175"/>
                  </a:lnTo>
                  <a:lnTo>
                    <a:pt x="204330" y="29629"/>
                  </a:lnTo>
                  <a:lnTo>
                    <a:pt x="203682" y="29210"/>
                  </a:lnTo>
                  <a:lnTo>
                    <a:pt x="202971" y="28943"/>
                  </a:lnTo>
                  <a:lnTo>
                    <a:pt x="201536" y="28359"/>
                  </a:lnTo>
                  <a:lnTo>
                    <a:pt x="199910" y="28359"/>
                  </a:lnTo>
                  <a:lnTo>
                    <a:pt x="198488" y="28943"/>
                  </a:lnTo>
                  <a:lnTo>
                    <a:pt x="197777" y="29197"/>
                  </a:lnTo>
                  <a:lnTo>
                    <a:pt x="197142" y="29616"/>
                  </a:lnTo>
                  <a:lnTo>
                    <a:pt x="196646" y="30175"/>
                  </a:lnTo>
                  <a:lnTo>
                    <a:pt x="196075" y="30657"/>
                  </a:lnTo>
                  <a:lnTo>
                    <a:pt x="195643" y="31267"/>
                  </a:lnTo>
                  <a:lnTo>
                    <a:pt x="195389" y="31953"/>
                  </a:lnTo>
                  <a:lnTo>
                    <a:pt x="194767" y="33337"/>
                  </a:lnTo>
                  <a:lnTo>
                    <a:pt x="194767" y="34912"/>
                  </a:lnTo>
                  <a:lnTo>
                    <a:pt x="195389" y="36296"/>
                  </a:lnTo>
                  <a:lnTo>
                    <a:pt x="195643" y="36982"/>
                  </a:lnTo>
                  <a:lnTo>
                    <a:pt x="196075" y="37604"/>
                  </a:lnTo>
                  <a:lnTo>
                    <a:pt x="196646" y="38087"/>
                  </a:lnTo>
                  <a:lnTo>
                    <a:pt x="197713" y="39141"/>
                  </a:lnTo>
                  <a:lnTo>
                    <a:pt x="199186" y="39751"/>
                  </a:lnTo>
                  <a:lnTo>
                    <a:pt x="206070" y="36296"/>
                  </a:lnTo>
                  <a:lnTo>
                    <a:pt x="206387" y="35623"/>
                  </a:lnTo>
                  <a:lnTo>
                    <a:pt x="206552" y="34874"/>
                  </a:lnTo>
                  <a:close/>
                </a:path>
                <a:path w="2768600" h="3618229">
                  <a:moveTo>
                    <a:pt x="206552" y="18669"/>
                  </a:moveTo>
                  <a:lnTo>
                    <a:pt x="206387" y="17932"/>
                  </a:lnTo>
                  <a:lnTo>
                    <a:pt x="206070" y="17246"/>
                  </a:lnTo>
                  <a:lnTo>
                    <a:pt x="205803" y="16573"/>
                  </a:lnTo>
                  <a:lnTo>
                    <a:pt x="205397" y="15963"/>
                  </a:lnTo>
                  <a:lnTo>
                    <a:pt x="204863" y="15468"/>
                  </a:lnTo>
                  <a:lnTo>
                    <a:pt x="204330" y="14909"/>
                  </a:lnTo>
                  <a:lnTo>
                    <a:pt x="203682" y="14478"/>
                  </a:lnTo>
                  <a:lnTo>
                    <a:pt x="202971" y="14173"/>
                  </a:lnTo>
                  <a:lnTo>
                    <a:pt x="201523" y="13627"/>
                  </a:lnTo>
                  <a:lnTo>
                    <a:pt x="199923" y="13627"/>
                  </a:lnTo>
                  <a:lnTo>
                    <a:pt x="198488" y="14173"/>
                  </a:lnTo>
                  <a:lnTo>
                    <a:pt x="197777" y="14465"/>
                  </a:lnTo>
                  <a:lnTo>
                    <a:pt x="197154" y="14909"/>
                  </a:lnTo>
                  <a:lnTo>
                    <a:pt x="196646" y="15468"/>
                  </a:lnTo>
                  <a:lnTo>
                    <a:pt x="195554" y="16510"/>
                  </a:lnTo>
                  <a:lnTo>
                    <a:pt x="194932" y="17932"/>
                  </a:lnTo>
                  <a:lnTo>
                    <a:pt x="194932" y="20142"/>
                  </a:lnTo>
                  <a:lnTo>
                    <a:pt x="195084" y="20866"/>
                  </a:lnTo>
                  <a:lnTo>
                    <a:pt x="195389" y="21526"/>
                  </a:lnTo>
                  <a:lnTo>
                    <a:pt x="195643" y="22225"/>
                  </a:lnTo>
                  <a:lnTo>
                    <a:pt x="196075" y="22834"/>
                  </a:lnTo>
                  <a:lnTo>
                    <a:pt x="196646" y="23317"/>
                  </a:lnTo>
                  <a:lnTo>
                    <a:pt x="197713" y="24384"/>
                  </a:lnTo>
                  <a:lnTo>
                    <a:pt x="199186" y="24980"/>
                  </a:lnTo>
                  <a:lnTo>
                    <a:pt x="201485" y="24980"/>
                  </a:lnTo>
                  <a:lnTo>
                    <a:pt x="204863" y="23317"/>
                  </a:lnTo>
                  <a:lnTo>
                    <a:pt x="205384" y="22809"/>
                  </a:lnTo>
                  <a:lnTo>
                    <a:pt x="205790" y="22199"/>
                  </a:lnTo>
                  <a:lnTo>
                    <a:pt x="206070" y="21526"/>
                  </a:lnTo>
                  <a:lnTo>
                    <a:pt x="206387" y="20866"/>
                  </a:lnTo>
                  <a:lnTo>
                    <a:pt x="206540" y="20142"/>
                  </a:lnTo>
                  <a:lnTo>
                    <a:pt x="206527" y="19418"/>
                  </a:lnTo>
                  <a:lnTo>
                    <a:pt x="206552" y="18669"/>
                  </a:lnTo>
                  <a:close/>
                </a:path>
                <a:path w="2768600" h="3618229">
                  <a:moveTo>
                    <a:pt x="206667" y="139636"/>
                  </a:moveTo>
                  <a:lnTo>
                    <a:pt x="200825" y="134289"/>
                  </a:lnTo>
                  <a:lnTo>
                    <a:pt x="198653" y="135140"/>
                  </a:lnTo>
                  <a:lnTo>
                    <a:pt x="194957" y="139585"/>
                  </a:lnTo>
                  <a:lnTo>
                    <a:pt x="194957" y="141109"/>
                  </a:lnTo>
                  <a:lnTo>
                    <a:pt x="200126" y="145999"/>
                  </a:lnTo>
                  <a:lnTo>
                    <a:pt x="201650" y="145986"/>
                  </a:lnTo>
                  <a:lnTo>
                    <a:pt x="202387" y="145846"/>
                  </a:lnTo>
                  <a:lnTo>
                    <a:pt x="203784" y="145275"/>
                  </a:lnTo>
                  <a:lnTo>
                    <a:pt x="204406" y="144856"/>
                  </a:lnTo>
                  <a:lnTo>
                    <a:pt x="204927" y="144335"/>
                  </a:lnTo>
                  <a:lnTo>
                    <a:pt x="205498" y="143814"/>
                  </a:lnTo>
                  <a:lnTo>
                    <a:pt x="205943" y="143192"/>
                  </a:lnTo>
                  <a:lnTo>
                    <a:pt x="206514" y="141820"/>
                  </a:lnTo>
                  <a:lnTo>
                    <a:pt x="206654" y="141097"/>
                  </a:lnTo>
                  <a:lnTo>
                    <a:pt x="206641" y="140373"/>
                  </a:lnTo>
                  <a:lnTo>
                    <a:pt x="206667" y="139636"/>
                  </a:lnTo>
                  <a:close/>
                </a:path>
                <a:path w="2768600" h="3618229">
                  <a:moveTo>
                    <a:pt x="206667" y="76174"/>
                  </a:moveTo>
                  <a:lnTo>
                    <a:pt x="203085" y="71729"/>
                  </a:lnTo>
                  <a:lnTo>
                    <a:pt x="201676" y="71120"/>
                  </a:lnTo>
                  <a:lnTo>
                    <a:pt x="200063" y="71120"/>
                  </a:lnTo>
                  <a:lnTo>
                    <a:pt x="198653" y="71729"/>
                  </a:lnTo>
                  <a:lnTo>
                    <a:pt x="197954" y="71970"/>
                  </a:lnTo>
                  <a:lnTo>
                    <a:pt x="197319" y="72364"/>
                  </a:lnTo>
                  <a:lnTo>
                    <a:pt x="196811" y="72910"/>
                  </a:lnTo>
                  <a:lnTo>
                    <a:pt x="196253" y="73418"/>
                  </a:lnTo>
                  <a:lnTo>
                    <a:pt x="195808" y="74041"/>
                  </a:lnTo>
                  <a:lnTo>
                    <a:pt x="195186" y="75425"/>
                  </a:lnTo>
                  <a:lnTo>
                    <a:pt x="195046" y="76174"/>
                  </a:lnTo>
                  <a:lnTo>
                    <a:pt x="195097" y="76911"/>
                  </a:lnTo>
                  <a:lnTo>
                    <a:pt x="195059" y="77660"/>
                  </a:lnTo>
                  <a:lnTo>
                    <a:pt x="195186" y="78397"/>
                  </a:lnTo>
                  <a:lnTo>
                    <a:pt x="195503" y="79095"/>
                  </a:lnTo>
                  <a:lnTo>
                    <a:pt x="195770" y="79781"/>
                  </a:lnTo>
                  <a:lnTo>
                    <a:pt x="196227" y="80391"/>
                  </a:lnTo>
                  <a:lnTo>
                    <a:pt x="196811" y="80873"/>
                  </a:lnTo>
                  <a:lnTo>
                    <a:pt x="197358" y="81368"/>
                  </a:lnTo>
                  <a:lnTo>
                    <a:pt x="197980" y="81788"/>
                  </a:lnTo>
                  <a:lnTo>
                    <a:pt x="198653" y="82092"/>
                  </a:lnTo>
                  <a:lnTo>
                    <a:pt x="199351" y="82384"/>
                  </a:lnTo>
                  <a:lnTo>
                    <a:pt x="200088" y="82537"/>
                  </a:lnTo>
                  <a:lnTo>
                    <a:pt x="201612" y="82537"/>
                  </a:lnTo>
                  <a:lnTo>
                    <a:pt x="206667" y="77660"/>
                  </a:lnTo>
                  <a:lnTo>
                    <a:pt x="206641" y="76911"/>
                  </a:lnTo>
                  <a:lnTo>
                    <a:pt x="206667" y="76174"/>
                  </a:lnTo>
                  <a:close/>
                </a:path>
                <a:path w="2768600" h="3618229">
                  <a:moveTo>
                    <a:pt x="206883" y="116065"/>
                  </a:moveTo>
                  <a:lnTo>
                    <a:pt x="204304" y="113576"/>
                  </a:lnTo>
                  <a:lnTo>
                    <a:pt x="201129" y="113576"/>
                  </a:lnTo>
                  <a:lnTo>
                    <a:pt x="197954" y="113576"/>
                  </a:lnTo>
                  <a:lnTo>
                    <a:pt x="195389" y="116065"/>
                  </a:lnTo>
                  <a:lnTo>
                    <a:pt x="195389" y="122224"/>
                  </a:lnTo>
                  <a:lnTo>
                    <a:pt x="197954" y="124714"/>
                  </a:lnTo>
                  <a:lnTo>
                    <a:pt x="204304" y="124714"/>
                  </a:lnTo>
                  <a:lnTo>
                    <a:pt x="206883" y="122224"/>
                  </a:lnTo>
                  <a:lnTo>
                    <a:pt x="206883" y="116065"/>
                  </a:lnTo>
                  <a:close/>
                </a:path>
                <a:path w="2768600" h="3618229">
                  <a:moveTo>
                    <a:pt x="206883" y="94894"/>
                  </a:moveTo>
                  <a:lnTo>
                    <a:pt x="204304" y="92405"/>
                  </a:lnTo>
                  <a:lnTo>
                    <a:pt x="201129" y="92405"/>
                  </a:lnTo>
                  <a:lnTo>
                    <a:pt x="197954" y="92405"/>
                  </a:lnTo>
                  <a:lnTo>
                    <a:pt x="195389" y="94894"/>
                  </a:lnTo>
                  <a:lnTo>
                    <a:pt x="195389" y="101053"/>
                  </a:lnTo>
                  <a:lnTo>
                    <a:pt x="197954" y="103543"/>
                  </a:lnTo>
                  <a:lnTo>
                    <a:pt x="204304" y="103543"/>
                  </a:lnTo>
                  <a:lnTo>
                    <a:pt x="206883" y="101053"/>
                  </a:lnTo>
                  <a:lnTo>
                    <a:pt x="206883" y="94894"/>
                  </a:lnTo>
                  <a:close/>
                </a:path>
                <a:path w="2768600" h="3618229">
                  <a:moveTo>
                    <a:pt x="216471" y="157683"/>
                  </a:moveTo>
                  <a:lnTo>
                    <a:pt x="213893" y="155194"/>
                  </a:lnTo>
                  <a:lnTo>
                    <a:pt x="207543" y="155194"/>
                  </a:lnTo>
                  <a:lnTo>
                    <a:pt x="204978" y="157683"/>
                  </a:lnTo>
                  <a:lnTo>
                    <a:pt x="204978" y="163842"/>
                  </a:lnTo>
                  <a:lnTo>
                    <a:pt x="207543" y="166331"/>
                  </a:lnTo>
                  <a:lnTo>
                    <a:pt x="213893" y="166331"/>
                  </a:lnTo>
                  <a:lnTo>
                    <a:pt x="216471" y="163842"/>
                  </a:lnTo>
                  <a:lnTo>
                    <a:pt x="216471" y="160769"/>
                  </a:lnTo>
                  <a:lnTo>
                    <a:pt x="216471" y="157683"/>
                  </a:lnTo>
                  <a:close/>
                </a:path>
                <a:path w="2768600" h="3618229">
                  <a:moveTo>
                    <a:pt x="216585" y="2667"/>
                  </a:moveTo>
                  <a:lnTo>
                    <a:pt x="213995" y="139"/>
                  </a:lnTo>
                  <a:lnTo>
                    <a:pt x="207581" y="139"/>
                  </a:lnTo>
                  <a:lnTo>
                    <a:pt x="204978" y="2667"/>
                  </a:lnTo>
                  <a:lnTo>
                    <a:pt x="204978" y="8877"/>
                  </a:lnTo>
                  <a:lnTo>
                    <a:pt x="207581" y="11391"/>
                  </a:lnTo>
                  <a:lnTo>
                    <a:pt x="213995" y="11391"/>
                  </a:lnTo>
                  <a:lnTo>
                    <a:pt x="216585" y="8877"/>
                  </a:lnTo>
                  <a:lnTo>
                    <a:pt x="216585" y="5765"/>
                  </a:lnTo>
                  <a:lnTo>
                    <a:pt x="216585" y="2667"/>
                  </a:lnTo>
                  <a:close/>
                </a:path>
                <a:path w="2768600" h="3618229">
                  <a:moveTo>
                    <a:pt x="232219" y="157657"/>
                  </a:moveTo>
                  <a:lnTo>
                    <a:pt x="229616" y="155143"/>
                  </a:lnTo>
                  <a:lnTo>
                    <a:pt x="223215" y="155143"/>
                  </a:lnTo>
                  <a:lnTo>
                    <a:pt x="220611" y="157657"/>
                  </a:lnTo>
                  <a:lnTo>
                    <a:pt x="220611" y="163868"/>
                  </a:lnTo>
                  <a:lnTo>
                    <a:pt x="223215" y="166395"/>
                  </a:lnTo>
                  <a:lnTo>
                    <a:pt x="229616" y="166395"/>
                  </a:lnTo>
                  <a:lnTo>
                    <a:pt x="232219" y="163868"/>
                  </a:lnTo>
                  <a:lnTo>
                    <a:pt x="232219" y="160769"/>
                  </a:lnTo>
                  <a:lnTo>
                    <a:pt x="232219" y="157657"/>
                  </a:lnTo>
                  <a:close/>
                </a:path>
                <a:path w="2768600" h="3618229">
                  <a:moveTo>
                    <a:pt x="232219" y="2667"/>
                  </a:moveTo>
                  <a:lnTo>
                    <a:pt x="229616" y="139"/>
                  </a:lnTo>
                  <a:lnTo>
                    <a:pt x="223215" y="139"/>
                  </a:lnTo>
                  <a:lnTo>
                    <a:pt x="220611" y="2667"/>
                  </a:lnTo>
                  <a:lnTo>
                    <a:pt x="220611" y="8877"/>
                  </a:lnTo>
                  <a:lnTo>
                    <a:pt x="223215" y="11391"/>
                  </a:lnTo>
                  <a:lnTo>
                    <a:pt x="229616" y="11391"/>
                  </a:lnTo>
                  <a:lnTo>
                    <a:pt x="232219" y="8877"/>
                  </a:lnTo>
                  <a:lnTo>
                    <a:pt x="232219" y="5765"/>
                  </a:lnTo>
                  <a:lnTo>
                    <a:pt x="232219" y="2667"/>
                  </a:lnTo>
                  <a:close/>
                </a:path>
                <a:path w="2768600" h="3618229">
                  <a:moveTo>
                    <a:pt x="242849" y="139623"/>
                  </a:moveTo>
                  <a:lnTo>
                    <a:pt x="242684" y="138887"/>
                  </a:lnTo>
                  <a:lnTo>
                    <a:pt x="242392" y="138201"/>
                  </a:lnTo>
                  <a:lnTo>
                    <a:pt x="242125" y="137515"/>
                  </a:lnTo>
                  <a:lnTo>
                    <a:pt x="241693" y="136893"/>
                  </a:lnTo>
                  <a:lnTo>
                    <a:pt x="241122" y="136423"/>
                  </a:lnTo>
                  <a:lnTo>
                    <a:pt x="239496" y="134772"/>
                  </a:lnTo>
                  <a:lnTo>
                    <a:pt x="236982" y="134264"/>
                  </a:lnTo>
                  <a:lnTo>
                    <a:pt x="234810" y="135140"/>
                  </a:lnTo>
                  <a:lnTo>
                    <a:pt x="234086" y="135432"/>
                  </a:lnTo>
                  <a:lnTo>
                    <a:pt x="231241" y="139623"/>
                  </a:lnTo>
                  <a:lnTo>
                    <a:pt x="231241" y="140373"/>
                  </a:lnTo>
                  <a:lnTo>
                    <a:pt x="236232" y="146138"/>
                  </a:lnTo>
                  <a:lnTo>
                    <a:pt x="237858" y="146138"/>
                  </a:lnTo>
                  <a:lnTo>
                    <a:pt x="239979" y="145262"/>
                  </a:lnTo>
                  <a:lnTo>
                    <a:pt x="240601" y="144856"/>
                  </a:lnTo>
                  <a:lnTo>
                    <a:pt x="241122" y="144335"/>
                  </a:lnTo>
                  <a:lnTo>
                    <a:pt x="241693" y="143827"/>
                  </a:lnTo>
                  <a:lnTo>
                    <a:pt x="242138" y="143192"/>
                  </a:lnTo>
                  <a:lnTo>
                    <a:pt x="242392" y="142494"/>
                  </a:lnTo>
                  <a:lnTo>
                    <a:pt x="242684" y="141820"/>
                  </a:lnTo>
                  <a:lnTo>
                    <a:pt x="242836" y="141097"/>
                  </a:lnTo>
                  <a:lnTo>
                    <a:pt x="242849" y="139623"/>
                  </a:lnTo>
                  <a:close/>
                </a:path>
                <a:path w="2768600" h="3618229">
                  <a:moveTo>
                    <a:pt x="242849" y="116090"/>
                  </a:moveTo>
                  <a:lnTo>
                    <a:pt x="240258" y="113576"/>
                  </a:lnTo>
                  <a:lnTo>
                    <a:pt x="233845" y="113576"/>
                  </a:lnTo>
                  <a:lnTo>
                    <a:pt x="231241" y="116090"/>
                  </a:lnTo>
                  <a:lnTo>
                    <a:pt x="231241" y="122313"/>
                  </a:lnTo>
                  <a:lnTo>
                    <a:pt x="233845" y="124828"/>
                  </a:lnTo>
                  <a:lnTo>
                    <a:pt x="240245" y="124828"/>
                  </a:lnTo>
                  <a:lnTo>
                    <a:pt x="242849" y="122313"/>
                  </a:lnTo>
                  <a:lnTo>
                    <a:pt x="242849" y="119202"/>
                  </a:lnTo>
                  <a:lnTo>
                    <a:pt x="242849" y="116090"/>
                  </a:lnTo>
                  <a:close/>
                </a:path>
                <a:path w="2768600" h="3618229">
                  <a:moveTo>
                    <a:pt x="242849" y="94919"/>
                  </a:moveTo>
                  <a:lnTo>
                    <a:pt x="240258" y="92405"/>
                  </a:lnTo>
                  <a:lnTo>
                    <a:pt x="233845" y="92405"/>
                  </a:lnTo>
                  <a:lnTo>
                    <a:pt x="231241" y="94919"/>
                  </a:lnTo>
                  <a:lnTo>
                    <a:pt x="231241" y="101142"/>
                  </a:lnTo>
                  <a:lnTo>
                    <a:pt x="233845" y="103657"/>
                  </a:lnTo>
                  <a:lnTo>
                    <a:pt x="240245" y="103657"/>
                  </a:lnTo>
                  <a:lnTo>
                    <a:pt x="242849" y="101142"/>
                  </a:lnTo>
                  <a:lnTo>
                    <a:pt x="242849" y="98031"/>
                  </a:lnTo>
                  <a:lnTo>
                    <a:pt x="242849" y="94919"/>
                  </a:lnTo>
                  <a:close/>
                </a:path>
                <a:path w="2768600" h="3618229">
                  <a:moveTo>
                    <a:pt x="242849" y="76174"/>
                  </a:moveTo>
                  <a:lnTo>
                    <a:pt x="242684" y="75425"/>
                  </a:lnTo>
                  <a:lnTo>
                    <a:pt x="242392" y="74739"/>
                  </a:lnTo>
                  <a:lnTo>
                    <a:pt x="242125" y="74041"/>
                  </a:lnTo>
                  <a:lnTo>
                    <a:pt x="241693" y="73418"/>
                  </a:lnTo>
                  <a:lnTo>
                    <a:pt x="241122" y="72910"/>
                  </a:lnTo>
                  <a:lnTo>
                    <a:pt x="240614" y="72377"/>
                  </a:lnTo>
                  <a:lnTo>
                    <a:pt x="239979" y="71983"/>
                  </a:lnTo>
                  <a:lnTo>
                    <a:pt x="239280" y="71729"/>
                  </a:lnTo>
                  <a:lnTo>
                    <a:pt x="237858" y="71145"/>
                  </a:lnTo>
                  <a:lnTo>
                    <a:pt x="236232" y="71145"/>
                  </a:lnTo>
                  <a:lnTo>
                    <a:pt x="234810" y="71729"/>
                  </a:lnTo>
                  <a:lnTo>
                    <a:pt x="234099" y="71996"/>
                  </a:lnTo>
                  <a:lnTo>
                    <a:pt x="231241" y="76174"/>
                  </a:lnTo>
                  <a:lnTo>
                    <a:pt x="231241" y="77660"/>
                  </a:lnTo>
                  <a:lnTo>
                    <a:pt x="236232" y="82689"/>
                  </a:lnTo>
                  <a:lnTo>
                    <a:pt x="237858" y="82689"/>
                  </a:lnTo>
                  <a:lnTo>
                    <a:pt x="239280" y="82092"/>
                  </a:lnTo>
                  <a:lnTo>
                    <a:pt x="239966" y="81788"/>
                  </a:lnTo>
                  <a:lnTo>
                    <a:pt x="240588" y="81368"/>
                  </a:lnTo>
                  <a:lnTo>
                    <a:pt x="241122" y="80873"/>
                  </a:lnTo>
                  <a:lnTo>
                    <a:pt x="241693" y="80391"/>
                  </a:lnTo>
                  <a:lnTo>
                    <a:pt x="242125" y="79781"/>
                  </a:lnTo>
                  <a:lnTo>
                    <a:pt x="242392" y="79095"/>
                  </a:lnTo>
                  <a:lnTo>
                    <a:pt x="242684" y="78397"/>
                  </a:lnTo>
                  <a:lnTo>
                    <a:pt x="242849" y="77660"/>
                  </a:lnTo>
                  <a:lnTo>
                    <a:pt x="242849" y="76174"/>
                  </a:lnTo>
                  <a:close/>
                </a:path>
                <a:path w="2768600" h="3618229">
                  <a:moveTo>
                    <a:pt x="243078" y="19469"/>
                  </a:moveTo>
                  <a:lnTo>
                    <a:pt x="238074" y="13741"/>
                  </a:lnTo>
                  <a:lnTo>
                    <a:pt x="236474" y="13741"/>
                  </a:lnTo>
                  <a:lnTo>
                    <a:pt x="231927" y="17297"/>
                  </a:lnTo>
                  <a:lnTo>
                    <a:pt x="231571" y="17983"/>
                  </a:lnTo>
                  <a:lnTo>
                    <a:pt x="231330" y="18707"/>
                  </a:lnTo>
                  <a:lnTo>
                    <a:pt x="231241" y="19469"/>
                  </a:lnTo>
                  <a:lnTo>
                    <a:pt x="231216" y="20967"/>
                  </a:lnTo>
                  <a:lnTo>
                    <a:pt x="231825" y="22415"/>
                  </a:lnTo>
                  <a:lnTo>
                    <a:pt x="232905" y="23482"/>
                  </a:lnTo>
                  <a:lnTo>
                    <a:pt x="233451" y="23990"/>
                  </a:lnTo>
                  <a:lnTo>
                    <a:pt x="234099" y="24384"/>
                  </a:lnTo>
                  <a:lnTo>
                    <a:pt x="234810" y="24650"/>
                  </a:lnTo>
                  <a:lnTo>
                    <a:pt x="236232" y="25247"/>
                  </a:lnTo>
                  <a:lnTo>
                    <a:pt x="237858" y="25247"/>
                  </a:lnTo>
                  <a:lnTo>
                    <a:pt x="239280" y="24650"/>
                  </a:lnTo>
                  <a:lnTo>
                    <a:pt x="240068" y="24434"/>
                  </a:lnTo>
                  <a:lnTo>
                    <a:pt x="240779" y="24028"/>
                  </a:lnTo>
                  <a:lnTo>
                    <a:pt x="241350" y="23482"/>
                  </a:lnTo>
                  <a:lnTo>
                    <a:pt x="241909" y="22987"/>
                  </a:lnTo>
                  <a:lnTo>
                    <a:pt x="242341" y="22377"/>
                  </a:lnTo>
                  <a:lnTo>
                    <a:pt x="242912" y="20993"/>
                  </a:lnTo>
                  <a:lnTo>
                    <a:pt x="243065" y="20243"/>
                  </a:lnTo>
                  <a:lnTo>
                    <a:pt x="243078" y="19469"/>
                  </a:lnTo>
                  <a:close/>
                </a:path>
                <a:path w="2768600" h="3618229">
                  <a:moveTo>
                    <a:pt x="247789" y="2667"/>
                  </a:moveTo>
                  <a:lnTo>
                    <a:pt x="245186" y="139"/>
                  </a:lnTo>
                  <a:lnTo>
                    <a:pt x="238785" y="139"/>
                  </a:lnTo>
                  <a:lnTo>
                    <a:pt x="236181" y="2667"/>
                  </a:lnTo>
                  <a:lnTo>
                    <a:pt x="236181" y="8877"/>
                  </a:lnTo>
                  <a:lnTo>
                    <a:pt x="238785" y="11391"/>
                  </a:lnTo>
                  <a:lnTo>
                    <a:pt x="245186" y="11391"/>
                  </a:lnTo>
                  <a:lnTo>
                    <a:pt x="247789" y="8877"/>
                  </a:lnTo>
                  <a:lnTo>
                    <a:pt x="247789" y="5765"/>
                  </a:lnTo>
                  <a:lnTo>
                    <a:pt x="247789" y="2667"/>
                  </a:lnTo>
                  <a:close/>
                </a:path>
                <a:path w="2768600" h="3618229">
                  <a:moveTo>
                    <a:pt x="248323" y="163614"/>
                  </a:moveTo>
                  <a:lnTo>
                    <a:pt x="248069" y="157467"/>
                  </a:lnTo>
                  <a:lnTo>
                    <a:pt x="245389" y="155067"/>
                  </a:lnTo>
                  <a:lnTo>
                    <a:pt x="242214" y="155194"/>
                  </a:lnTo>
                  <a:lnTo>
                    <a:pt x="239039" y="155130"/>
                  </a:lnTo>
                  <a:lnTo>
                    <a:pt x="236474" y="157619"/>
                  </a:lnTo>
                  <a:lnTo>
                    <a:pt x="236461" y="162001"/>
                  </a:lnTo>
                  <a:lnTo>
                    <a:pt x="236931" y="163271"/>
                  </a:lnTo>
                  <a:lnTo>
                    <a:pt x="237794" y="164274"/>
                  </a:lnTo>
                  <a:lnTo>
                    <a:pt x="237185" y="164299"/>
                  </a:lnTo>
                  <a:lnTo>
                    <a:pt x="236588" y="164414"/>
                  </a:lnTo>
                  <a:lnTo>
                    <a:pt x="235292" y="164896"/>
                  </a:lnTo>
                  <a:lnTo>
                    <a:pt x="234645" y="165341"/>
                  </a:lnTo>
                  <a:lnTo>
                    <a:pt x="234111" y="165887"/>
                  </a:lnTo>
                  <a:lnTo>
                    <a:pt x="233032" y="166916"/>
                  </a:lnTo>
                  <a:lnTo>
                    <a:pt x="232410" y="168325"/>
                  </a:lnTo>
                  <a:lnTo>
                    <a:pt x="232397" y="171284"/>
                  </a:lnTo>
                  <a:lnTo>
                    <a:pt x="233019" y="172707"/>
                  </a:lnTo>
                  <a:lnTo>
                    <a:pt x="239001" y="175412"/>
                  </a:lnTo>
                  <a:lnTo>
                    <a:pt x="239737" y="175272"/>
                  </a:lnTo>
                  <a:lnTo>
                    <a:pt x="243598" y="171958"/>
                  </a:lnTo>
                  <a:lnTo>
                    <a:pt x="243928" y="171284"/>
                  </a:lnTo>
                  <a:lnTo>
                    <a:pt x="244081" y="170535"/>
                  </a:lnTo>
                  <a:lnTo>
                    <a:pt x="244043" y="168516"/>
                  </a:lnTo>
                  <a:lnTo>
                    <a:pt x="243560" y="167284"/>
                  </a:lnTo>
                  <a:lnTo>
                    <a:pt x="242671" y="166331"/>
                  </a:lnTo>
                  <a:lnTo>
                    <a:pt x="245846" y="166217"/>
                  </a:lnTo>
                  <a:lnTo>
                    <a:pt x="248323" y="163614"/>
                  </a:lnTo>
                  <a:close/>
                </a:path>
                <a:path w="2768600" h="3618229">
                  <a:moveTo>
                    <a:pt x="263423" y="2667"/>
                  </a:moveTo>
                  <a:lnTo>
                    <a:pt x="260819" y="139"/>
                  </a:lnTo>
                  <a:lnTo>
                    <a:pt x="254406" y="139"/>
                  </a:lnTo>
                  <a:lnTo>
                    <a:pt x="251815" y="2667"/>
                  </a:lnTo>
                  <a:lnTo>
                    <a:pt x="251815" y="8877"/>
                  </a:lnTo>
                  <a:lnTo>
                    <a:pt x="254406" y="11391"/>
                  </a:lnTo>
                  <a:lnTo>
                    <a:pt x="260819" y="11391"/>
                  </a:lnTo>
                  <a:lnTo>
                    <a:pt x="263423" y="8877"/>
                  </a:lnTo>
                  <a:lnTo>
                    <a:pt x="263423" y="5765"/>
                  </a:lnTo>
                  <a:lnTo>
                    <a:pt x="263423" y="2667"/>
                  </a:lnTo>
                  <a:close/>
                </a:path>
                <a:path w="2768600" h="3618229">
                  <a:moveTo>
                    <a:pt x="263766" y="157632"/>
                  </a:moveTo>
                  <a:lnTo>
                    <a:pt x="261200" y="155143"/>
                  </a:lnTo>
                  <a:lnTo>
                    <a:pt x="258025" y="155143"/>
                  </a:lnTo>
                  <a:lnTo>
                    <a:pt x="254850" y="155143"/>
                  </a:lnTo>
                  <a:lnTo>
                    <a:pt x="252272" y="157632"/>
                  </a:lnTo>
                  <a:lnTo>
                    <a:pt x="252272" y="163791"/>
                  </a:lnTo>
                  <a:lnTo>
                    <a:pt x="254850" y="166281"/>
                  </a:lnTo>
                  <a:lnTo>
                    <a:pt x="261200" y="166281"/>
                  </a:lnTo>
                  <a:lnTo>
                    <a:pt x="263766" y="163791"/>
                  </a:lnTo>
                  <a:lnTo>
                    <a:pt x="263766" y="157632"/>
                  </a:lnTo>
                  <a:close/>
                </a:path>
                <a:path w="2768600" h="3618229">
                  <a:moveTo>
                    <a:pt x="406336" y="155143"/>
                  </a:moveTo>
                  <a:lnTo>
                    <a:pt x="406298" y="120878"/>
                  </a:lnTo>
                  <a:lnTo>
                    <a:pt x="406285" y="109613"/>
                  </a:lnTo>
                  <a:lnTo>
                    <a:pt x="406234" y="60363"/>
                  </a:lnTo>
                  <a:lnTo>
                    <a:pt x="406222" y="49225"/>
                  </a:lnTo>
                  <a:lnTo>
                    <a:pt x="406184" y="11290"/>
                  </a:lnTo>
                  <a:lnTo>
                    <a:pt x="406171" y="139"/>
                  </a:lnTo>
                  <a:lnTo>
                    <a:pt x="394677" y="139"/>
                  </a:lnTo>
                  <a:lnTo>
                    <a:pt x="394677" y="49225"/>
                  </a:lnTo>
                  <a:lnTo>
                    <a:pt x="394677" y="60363"/>
                  </a:lnTo>
                  <a:lnTo>
                    <a:pt x="394677" y="109613"/>
                  </a:lnTo>
                  <a:lnTo>
                    <a:pt x="394563" y="120878"/>
                  </a:lnTo>
                  <a:lnTo>
                    <a:pt x="394563" y="155143"/>
                  </a:lnTo>
                  <a:lnTo>
                    <a:pt x="378409" y="155143"/>
                  </a:lnTo>
                  <a:lnTo>
                    <a:pt x="378409" y="166395"/>
                  </a:lnTo>
                  <a:lnTo>
                    <a:pt x="378409" y="173075"/>
                  </a:lnTo>
                  <a:lnTo>
                    <a:pt x="352501" y="173075"/>
                  </a:lnTo>
                  <a:lnTo>
                    <a:pt x="352501" y="166395"/>
                  </a:lnTo>
                  <a:lnTo>
                    <a:pt x="378409" y="166395"/>
                  </a:lnTo>
                  <a:lnTo>
                    <a:pt x="378409" y="155143"/>
                  </a:lnTo>
                  <a:lnTo>
                    <a:pt x="351409" y="155143"/>
                  </a:lnTo>
                  <a:lnTo>
                    <a:pt x="351409" y="120878"/>
                  </a:lnTo>
                  <a:lnTo>
                    <a:pt x="394563" y="120878"/>
                  </a:lnTo>
                  <a:lnTo>
                    <a:pt x="394563" y="109613"/>
                  </a:lnTo>
                  <a:lnTo>
                    <a:pt x="351409" y="109613"/>
                  </a:lnTo>
                  <a:lnTo>
                    <a:pt x="351523" y="60363"/>
                  </a:lnTo>
                  <a:lnTo>
                    <a:pt x="394677" y="60363"/>
                  </a:lnTo>
                  <a:lnTo>
                    <a:pt x="394677" y="49225"/>
                  </a:lnTo>
                  <a:lnTo>
                    <a:pt x="351409" y="49225"/>
                  </a:lnTo>
                  <a:lnTo>
                    <a:pt x="351409" y="11290"/>
                  </a:lnTo>
                  <a:lnTo>
                    <a:pt x="394563" y="11290"/>
                  </a:lnTo>
                  <a:lnTo>
                    <a:pt x="394677" y="49225"/>
                  </a:lnTo>
                  <a:lnTo>
                    <a:pt x="394677" y="139"/>
                  </a:lnTo>
                  <a:lnTo>
                    <a:pt x="339788" y="139"/>
                  </a:lnTo>
                  <a:lnTo>
                    <a:pt x="339788" y="11290"/>
                  </a:lnTo>
                  <a:lnTo>
                    <a:pt x="339788" y="109613"/>
                  </a:lnTo>
                  <a:lnTo>
                    <a:pt x="339788" y="120878"/>
                  </a:lnTo>
                  <a:lnTo>
                    <a:pt x="339788" y="155143"/>
                  </a:lnTo>
                  <a:lnTo>
                    <a:pt x="315252" y="155143"/>
                  </a:lnTo>
                  <a:lnTo>
                    <a:pt x="315252" y="120878"/>
                  </a:lnTo>
                  <a:lnTo>
                    <a:pt x="339788" y="120878"/>
                  </a:lnTo>
                  <a:lnTo>
                    <a:pt x="339788" y="109613"/>
                  </a:lnTo>
                  <a:lnTo>
                    <a:pt x="315252" y="109613"/>
                  </a:lnTo>
                  <a:lnTo>
                    <a:pt x="315252" y="11290"/>
                  </a:lnTo>
                  <a:lnTo>
                    <a:pt x="339788" y="11290"/>
                  </a:lnTo>
                  <a:lnTo>
                    <a:pt x="339788" y="139"/>
                  </a:lnTo>
                  <a:lnTo>
                    <a:pt x="305435" y="139"/>
                  </a:lnTo>
                  <a:lnTo>
                    <a:pt x="305435" y="166395"/>
                  </a:lnTo>
                  <a:lnTo>
                    <a:pt x="305435" y="173075"/>
                  </a:lnTo>
                  <a:lnTo>
                    <a:pt x="279514" y="173075"/>
                  </a:lnTo>
                  <a:lnTo>
                    <a:pt x="279514" y="166395"/>
                  </a:lnTo>
                  <a:lnTo>
                    <a:pt x="305435" y="166395"/>
                  </a:lnTo>
                  <a:lnTo>
                    <a:pt x="305435" y="139"/>
                  </a:lnTo>
                  <a:lnTo>
                    <a:pt x="270078" y="139"/>
                  </a:lnTo>
                  <a:lnTo>
                    <a:pt x="267500" y="2628"/>
                  </a:lnTo>
                  <a:lnTo>
                    <a:pt x="267525" y="34442"/>
                  </a:lnTo>
                  <a:lnTo>
                    <a:pt x="268439" y="36055"/>
                  </a:lnTo>
                  <a:lnTo>
                    <a:pt x="268516" y="36182"/>
                  </a:lnTo>
                  <a:lnTo>
                    <a:pt x="270141" y="37185"/>
                  </a:lnTo>
                  <a:lnTo>
                    <a:pt x="270738" y="37617"/>
                  </a:lnTo>
                  <a:lnTo>
                    <a:pt x="271170" y="37871"/>
                  </a:lnTo>
                  <a:lnTo>
                    <a:pt x="276047" y="37871"/>
                  </a:lnTo>
                  <a:lnTo>
                    <a:pt x="278447" y="36055"/>
                  </a:lnTo>
                  <a:lnTo>
                    <a:pt x="279057" y="33451"/>
                  </a:lnTo>
                  <a:lnTo>
                    <a:pt x="279196" y="33045"/>
                  </a:lnTo>
                  <a:lnTo>
                    <a:pt x="279298" y="32613"/>
                  </a:lnTo>
                  <a:lnTo>
                    <a:pt x="279336" y="11290"/>
                  </a:lnTo>
                  <a:lnTo>
                    <a:pt x="303936" y="11290"/>
                  </a:lnTo>
                  <a:lnTo>
                    <a:pt x="303936" y="109613"/>
                  </a:lnTo>
                  <a:lnTo>
                    <a:pt x="303644" y="109613"/>
                  </a:lnTo>
                  <a:lnTo>
                    <a:pt x="303644" y="120878"/>
                  </a:lnTo>
                  <a:lnTo>
                    <a:pt x="303644" y="155143"/>
                  </a:lnTo>
                  <a:lnTo>
                    <a:pt x="279057" y="155143"/>
                  </a:lnTo>
                  <a:lnTo>
                    <a:pt x="279057" y="121094"/>
                  </a:lnTo>
                  <a:lnTo>
                    <a:pt x="295567" y="120878"/>
                  </a:lnTo>
                  <a:lnTo>
                    <a:pt x="303644" y="120878"/>
                  </a:lnTo>
                  <a:lnTo>
                    <a:pt x="303644" y="109613"/>
                  </a:lnTo>
                  <a:lnTo>
                    <a:pt x="279057" y="109613"/>
                  </a:lnTo>
                  <a:lnTo>
                    <a:pt x="279019" y="76631"/>
                  </a:lnTo>
                  <a:lnTo>
                    <a:pt x="278917" y="76174"/>
                  </a:lnTo>
                  <a:lnTo>
                    <a:pt x="278765" y="75742"/>
                  </a:lnTo>
                  <a:lnTo>
                    <a:pt x="278511" y="74574"/>
                  </a:lnTo>
                  <a:lnTo>
                    <a:pt x="277837" y="73533"/>
                  </a:lnTo>
                  <a:lnTo>
                    <a:pt x="276872" y="72796"/>
                  </a:lnTo>
                  <a:lnTo>
                    <a:pt x="276555" y="72453"/>
                  </a:lnTo>
                  <a:lnTo>
                    <a:pt x="276009" y="72047"/>
                  </a:lnTo>
                  <a:lnTo>
                    <a:pt x="275602" y="71843"/>
                  </a:lnTo>
                  <a:lnTo>
                    <a:pt x="274904" y="71602"/>
                  </a:lnTo>
                  <a:lnTo>
                    <a:pt x="271843" y="71602"/>
                  </a:lnTo>
                  <a:lnTo>
                    <a:pt x="271119" y="71843"/>
                  </a:lnTo>
                  <a:lnTo>
                    <a:pt x="270776" y="71843"/>
                  </a:lnTo>
                  <a:lnTo>
                    <a:pt x="270459" y="72453"/>
                  </a:lnTo>
                  <a:lnTo>
                    <a:pt x="270205" y="72453"/>
                  </a:lnTo>
                  <a:lnTo>
                    <a:pt x="268541" y="73533"/>
                  </a:lnTo>
                  <a:lnTo>
                    <a:pt x="267589" y="75209"/>
                  </a:lnTo>
                  <a:lnTo>
                    <a:pt x="267563" y="159042"/>
                  </a:lnTo>
                  <a:lnTo>
                    <a:pt x="267741" y="159829"/>
                  </a:lnTo>
                  <a:lnTo>
                    <a:pt x="268071" y="160540"/>
                  </a:lnTo>
                  <a:lnTo>
                    <a:pt x="268071" y="184162"/>
                  </a:lnTo>
                  <a:lnTo>
                    <a:pt x="317207" y="184162"/>
                  </a:lnTo>
                  <a:lnTo>
                    <a:pt x="317207" y="173075"/>
                  </a:lnTo>
                  <a:lnTo>
                    <a:pt x="317207" y="166395"/>
                  </a:lnTo>
                  <a:lnTo>
                    <a:pt x="341058" y="166395"/>
                  </a:lnTo>
                  <a:lnTo>
                    <a:pt x="341058" y="184442"/>
                  </a:lnTo>
                  <a:lnTo>
                    <a:pt x="390194" y="184442"/>
                  </a:lnTo>
                  <a:lnTo>
                    <a:pt x="390194" y="173075"/>
                  </a:lnTo>
                  <a:lnTo>
                    <a:pt x="390194" y="166395"/>
                  </a:lnTo>
                  <a:lnTo>
                    <a:pt x="406336" y="166395"/>
                  </a:lnTo>
                  <a:lnTo>
                    <a:pt x="406336" y="155143"/>
                  </a:lnTo>
                  <a:close/>
                </a:path>
                <a:path w="2768600" h="3618229">
                  <a:moveTo>
                    <a:pt x="2728976" y="3589147"/>
                  </a:moveTo>
                  <a:lnTo>
                    <a:pt x="2727731" y="3587927"/>
                  </a:lnTo>
                  <a:lnTo>
                    <a:pt x="2726537" y="3586645"/>
                  </a:lnTo>
                  <a:lnTo>
                    <a:pt x="2724404" y="3586645"/>
                  </a:lnTo>
                  <a:lnTo>
                    <a:pt x="2723197" y="3587712"/>
                  </a:lnTo>
                  <a:lnTo>
                    <a:pt x="2704490" y="3605796"/>
                  </a:lnTo>
                  <a:lnTo>
                    <a:pt x="2700871" y="3609378"/>
                  </a:lnTo>
                  <a:lnTo>
                    <a:pt x="2695714" y="3611549"/>
                  </a:lnTo>
                  <a:lnTo>
                    <a:pt x="2690799" y="3611549"/>
                  </a:lnTo>
                  <a:lnTo>
                    <a:pt x="2592362" y="3611092"/>
                  </a:lnTo>
                  <a:lnTo>
                    <a:pt x="2590609" y="3611092"/>
                  </a:lnTo>
                  <a:lnTo>
                    <a:pt x="2589174" y="3612464"/>
                  </a:lnTo>
                  <a:lnTo>
                    <a:pt x="2589161" y="3615906"/>
                  </a:lnTo>
                  <a:lnTo>
                    <a:pt x="2590609" y="3617341"/>
                  </a:lnTo>
                  <a:lnTo>
                    <a:pt x="2690799" y="3617798"/>
                  </a:lnTo>
                  <a:lnTo>
                    <a:pt x="2697530" y="3617798"/>
                  </a:lnTo>
                  <a:lnTo>
                    <a:pt x="2704173" y="3615105"/>
                  </a:lnTo>
                  <a:lnTo>
                    <a:pt x="2707856" y="3611549"/>
                  </a:lnTo>
                  <a:lnTo>
                    <a:pt x="2728976" y="3591115"/>
                  </a:lnTo>
                  <a:lnTo>
                    <a:pt x="2728976" y="3589147"/>
                  </a:lnTo>
                  <a:close/>
                </a:path>
                <a:path w="2768600" h="3618229">
                  <a:moveTo>
                    <a:pt x="2768308" y="3536315"/>
                  </a:moveTo>
                  <a:lnTo>
                    <a:pt x="2761881" y="3536315"/>
                  </a:lnTo>
                  <a:lnTo>
                    <a:pt x="2761881" y="3542550"/>
                  </a:lnTo>
                  <a:lnTo>
                    <a:pt x="2761881" y="3557143"/>
                  </a:lnTo>
                  <a:lnTo>
                    <a:pt x="2730766" y="3557143"/>
                  </a:lnTo>
                  <a:lnTo>
                    <a:pt x="2730766" y="3542550"/>
                  </a:lnTo>
                  <a:lnTo>
                    <a:pt x="2761881" y="3542550"/>
                  </a:lnTo>
                  <a:lnTo>
                    <a:pt x="2761881" y="3536315"/>
                  </a:lnTo>
                  <a:lnTo>
                    <a:pt x="2730766" y="3536315"/>
                  </a:lnTo>
                  <a:lnTo>
                    <a:pt x="2730792" y="3521303"/>
                  </a:lnTo>
                  <a:lnTo>
                    <a:pt x="2728557" y="3516020"/>
                  </a:lnTo>
                  <a:lnTo>
                    <a:pt x="2728430" y="3515741"/>
                  </a:lnTo>
                  <a:lnTo>
                    <a:pt x="2709710" y="3497516"/>
                  </a:lnTo>
                  <a:lnTo>
                    <a:pt x="2708008" y="3495865"/>
                  </a:lnTo>
                  <a:lnTo>
                    <a:pt x="2703982" y="3491890"/>
                  </a:lnTo>
                  <a:lnTo>
                    <a:pt x="2698267" y="3489579"/>
                  </a:lnTo>
                  <a:lnTo>
                    <a:pt x="2526792" y="3489579"/>
                  </a:lnTo>
                  <a:lnTo>
                    <a:pt x="2521089" y="3491890"/>
                  </a:lnTo>
                  <a:lnTo>
                    <a:pt x="2516911" y="3496018"/>
                  </a:lnTo>
                  <a:lnTo>
                    <a:pt x="2498369" y="3514013"/>
                  </a:lnTo>
                  <a:lnTo>
                    <a:pt x="2496007" y="3519563"/>
                  </a:lnTo>
                  <a:lnTo>
                    <a:pt x="2496007" y="3584333"/>
                  </a:lnTo>
                  <a:lnTo>
                    <a:pt x="2498369" y="3589883"/>
                  </a:lnTo>
                  <a:lnTo>
                    <a:pt x="2524226" y="3615067"/>
                  </a:lnTo>
                  <a:lnTo>
                    <a:pt x="2529929" y="3617353"/>
                  </a:lnTo>
                  <a:lnTo>
                    <a:pt x="2579090" y="3617353"/>
                  </a:lnTo>
                  <a:lnTo>
                    <a:pt x="2580551" y="3615944"/>
                  </a:lnTo>
                  <a:lnTo>
                    <a:pt x="2580551" y="3612489"/>
                  </a:lnTo>
                  <a:lnTo>
                    <a:pt x="2579116" y="3611092"/>
                  </a:lnTo>
                  <a:lnTo>
                    <a:pt x="2534323" y="3611092"/>
                  </a:lnTo>
                  <a:lnTo>
                    <a:pt x="2532926" y="3610800"/>
                  </a:lnTo>
                  <a:lnTo>
                    <a:pt x="2532926" y="3608171"/>
                  </a:lnTo>
                  <a:lnTo>
                    <a:pt x="2532926" y="3511131"/>
                  </a:lnTo>
                  <a:lnTo>
                    <a:pt x="2531478" y="3509734"/>
                  </a:lnTo>
                  <a:lnTo>
                    <a:pt x="2527935" y="3509734"/>
                  </a:lnTo>
                  <a:lnTo>
                    <a:pt x="2526500" y="3511131"/>
                  </a:lnTo>
                  <a:lnTo>
                    <a:pt x="2526500" y="3608171"/>
                  </a:lnTo>
                  <a:lnTo>
                    <a:pt x="2525788" y="3607676"/>
                  </a:lnTo>
                  <a:lnTo>
                    <a:pt x="2525115" y="3607130"/>
                  </a:lnTo>
                  <a:lnTo>
                    <a:pt x="2524493" y="3606546"/>
                  </a:lnTo>
                  <a:lnTo>
                    <a:pt x="2504097" y="3586670"/>
                  </a:lnTo>
                  <a:lnTo>
                    <a:pt x="2502420" y="3582695"/>
                  </a:lnTo>
                  <a:lnTo>
                    <a:pt x="2502433" y="3521303"/>
                  </a:lnTo>
                  <a:lnTo>
                    <a:pt x="2503132" y="3519563"/>
                  </a:lnTo>
                  <a:lnTo>
                    <a:pt x="2504109" y="3517265"/>
                  </a:lnTo>
                  <a:lnTo>
                    <a:pt x="2524442" y="3497516"/>
                  </a:lnTo>
                  <a:lnTo>
                    <a:pt x="2528506" y="3495865"/>
                  </a:lnTo>
                  <a:lnTo>
                    <a:pt x="2574899" y="3495865"/>
                  </a:lnTo>
                  <a:lnTo>
                    <a:pt x="2574899" y="3595814"/>
                  </a:lnTo>
                  <a:lnTo>
                    <a:pt x="2576334" y="3597211"/>
                  </a:lnTo>
                  <a:lnTo>
                    <a:pt x="2579890" y="3597211"/>
                  </a:lnTo>
                  <a:lnTo>
                    <a:pt x="2581325" y="3595814"/>
                  </a:lnTo>
                  <a:lnTo>
                    <a:pt x="2581325" y="3495865"/>
                  </a:lnTo>
                  <a:lnTo>
                    <a:pt x="2692895" y="3495865"/>
                  </a:lnTo>
                  <a:lnTo>
                    <a:pt x="2692895" y="3508057"/>
                  </a:lnTo>
                  <a:lnTo>
                    <a:pt x="2590508" y="3508057"/>
                  </a:lnTo>
                  <a:lnTo>
                    <a:pt x="2589072" y="3509454"/>
                  </a:lnTo>
                  <a:lnTo>
                    <a:pt x="2589072" y="3512909"/>
                  </a:lnTo>
                  <a:lnTo>
                    <a:pt x="2590508" y="3514318"/>
                  </a:lnTo>
                  <a:lnTo>
                    <a:pt x="2692895" y="3514318"/>
                  </a:lnTo>
                  <a:lnTo>
                    <a:pt x="2692895" y="3524974"/>
                  </a:lnTo>
                  <a:lnTo>
                    <a:pt x="2590508" y="3524974"/>
                  </a:lnTo>
                  <a:lnTo>
                    <a:pt x="2589072" y="3526371"/>
                  </a:lnTo>
                  <a:lnTo>
                    <a:pt x="2589072" y="3529825"/>
                  </a:lnTo>
                  <a:lnTo>
                    <a:pt x="2590508" y="3531222"/>
                  </a:lnTo>
                  <a:lnTo>
                    <a:pt x="2692895" y="3531222"/>
                  </a:lnTo>
                  <a:lnTo>
                    <a:pt x="2692895" y="3541890"/>
                  </a:lnTo>
                  <a:lnTo>
                    <a:pt x="2590508" y="3541890"/>
                  </a:lnTo>
                  <a:lnTo>
                    <a:pt x="2589072" y="3543287"/>
                  </a:lnTo>
                  <a:lnTo>
                    <a:pt x="2589072" y="3546741"/>
                  </a:lnTo>
                  <a:lnTo>
                    <a:pt x="2590508" y="3548138"/>
                  </a:lnTo>
                  <a:lnTo>
                    <a:pt x="2692895" y="3548138"/>
                  </a:lnTo>
                  <a:lnTo>
                    <a:pt x="2692895" y="3558806"/>
                  </a:lnTo>
                  <a:lnTo>
                    <a:pt x="2590508" y="3558806"/>
                  </a:lnTo>
                  <a:lnTo>
                    <a:pt x="2589072" y="3560203"/>
                  </a:lnTo>
                  <a:lnTo>
                    <a:pt x="2589072" y="3563658"/>
                  </a:lnTo>
                  <a:lnTo>
                    <a:pt x="2590508" y="3565055"/>
                  </a:lnTo>
                  <a:lnTo>
                    <a:pt x="2692895" y="3565055"/>
                  </a:lnTo>
                  <a:lnTo>
                    <a:pt x="2692895" y="3575723"/>
                  </a:lnTo>
                  <a:lnTo>
                    <a:pt x="2590508" y="3575723"/>
                  </a:lnTo>
                  <a:lnTo>
                    <a:pt x="2589072" y="3577120"/>
                  </a:lnTo>
                  <a:lnTo>
                    <a:pt x="2589072" y="3580574"/>
                  </a:lnTo>
                  <a:lnTo>
                    <a:pt x="2590508" y="3581971"/>
                  </a:lnTo>
                  <a:lnTo>
                    <a:pt x="2692895" y="3581971"/>
                  </a:lnTo>
                  <a:lnTo>
                    <a:pt x="2692895" y="3590963"/>
                  </a:lnTo>
                  <a:lnTo>
                    <a:pt x="2590508" y="3590963"/>
                  </a:lnTo>
                  <a:lnTo>
                    <a:pt x="2589072" y="3592360"/>
                  </a:lnTo>
                  <a:lnTo>
                    <a:pt x="2589072" y="3595814"/>
                  </a:lnTo>
                  <a:lnTo>
                    <a:pt x="2590508" y="3597211"/>
                  </a:lnTo>
                  <a:lnTo>
                    <a:pt x="2697708" y="3597211"/>
                  </a:lnTo>
                  <a:lnTo>
                    <a:pt x="2699143" y="3595814"/>
                  </a:lnTo>
                  <a:lnTo>
                    <a:pt x="2699143" y="3497516"/>
                  </a:lnTo>
                  <a:lnTo>
                    <a:pt x="2699385" y="3497516"/>
                  </a:lnTo>
                  <a:lnTo>
                    <a:pt x="2700731" y="3498177"/>
                  </a:lnTo>
                  <a:lnTo>
                    <a:pt x="2702179" y="3499205"/>
                  </a:lnTo>
                  <a:lnTo>
                    <a:pt x="2703423" y="3500437"/>
                  </a:lnTo>
                  <a:lnTo>
                    <a:pt x="2719425" y="3516020"/>
                  </a:lnTo>
                  <a:lnTo>
                    <a:pt x="2722537" y="3518916"/>
                  </a:lnTo>
                  <a:lnTo>
                    <a:pt x="2724315" y="3522916"/>
                  </a:lnTo>
                  <a:lnTo>
                    <a:pt x="2724353" y="3576066"/>
                  </a:lnTo>
                  <a:lnTo>
                    <a:pt x="2725788" y="3577463"/>
                  </a:lnTo>
                  <a:lnTo>
                    <a:pt x="2729331" y="3577463"/>
                  </a:lnTo>
                  <a:lnTo>
                    <a:pt x="2730766" y="3576066"/>
                  </a:lnTo>
                  <a:lnTo>
                    <a:pt x="2730766" y="3563467"/>
                  </a:lnTo>
                  <a:lnTo>
                    <a:pt x="2768308" y="3563467"/>
                  </a:lnTo>
                  <a:lnTo>
                    <a:pt x="2768308" y="3557143"/>
                  </a:lnTo>
                  <a:lnTo>
                    <a:pt x="2768308" y="3542550"/>
                  </a:lnTo>
                  <a:lnTo>
                    <a:pt x="2768308" y="353631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983044" y="1171650"/>
              <a:ext cx="216535" cy="188595"/>
            </a:xfrm>
            <a:custGeom>
              <a:avLst/>
              <a:gdLst/>
              <a:ahLst/>
              <a:cxnLst/>
              <a:rect l="l" t="t" r="r" b="b"/>
              <a:pathLst>
                <a:path w="216534" h="188594">
                  <a:moveTo>
                    <a:pt x="11607" y="6477"/>
                  </a:moveTo>
                  <a:lnTo>
                    <a:pt x="6604" y="0"/>
                  </a:lnTo>
                  <a:lnTo>
                    <a:pt x="4991" y="0"/>
                  </a:lnTo>
                  <a:lnTo>
                    <a:pt x="571" y="3594"/>
                  </a:lnTo>
                  <a:lnTo>
                    <a:pt x="279" y="4267"/>
                  </a:lnTo>
                  <a:lnTo>
                    <a:pt x="76" y="4978"/>
                  </a:lnTo>
                  <a:lnTo>
                    <a:pt x="0" y="5715"/>
                  </a:lnTo>
                  <a:lnTo>
                    <a:pt x="63" y="6477"/>
                  </a:lnTo>
                  <a:lnTo>
                    <a:pt x="254" y="7226"/>
                  </a:lnTo>
                  <a:lnTo>
                    <a:pt x="571" y="7937"/>
                  </a:lnTo>
                  <a:lnTo>
                    <a:pt x="825" y="8610"/>
                  </a:lnTo>
                  <a:lnTo>
                    <a:pt x="1206" y="9220"/>
                  </a:lnTo>
                  <a:lnTo>
                    <a:pt x="1727" y="9728"/>
                  </a:lnTo>
                  <a:lnTo>
                    <a:pt x="2222" y="10274"/>
                  </a:lnTo>
                  <a:lnTo>
                    <a:pt x="2844" y="10693"/>
                  </a:lnTo>
                  <a:lnTo>
                    <a:pt x="3556" y="10947"/>
                  </a:lnTo>
                  <a:lnTo>
                    <a:pt x="4991" y="11531"/>
                  </a:lnTo>
                  <a:lnTo>
                    <a:pt x="6604" y="11531"/>
                  </a:lnTo>
                  <a:lnTo>
                    <a:pt x="8039" y="10947"/>
                  </a:lnTo>
                  <a:lnTo>
                    <a:pt x="8763" y="10693"/>
                  </a:lnTo>
                  <a:lnTo>
                    <a:pt x="9410" y="10274"/>
                  </a:lnTo>
                  <a:lnTo>
                    <a:pt x="10452" y="9207"/>
                  </a:lnTo>
                  <a:lnTo>
                    <a:pt x="10871" y="8610"/>
                  </a:lnTo>
                  <a:lnTo>
                    <a:pt x="11455" y="7239"/>
                  </a:lnTo>
                  <a:lnTo>
                    <a:pt x="11607" y="6477"/>
                  </a:lnTo>
                  <a:close/>
                </a:path>
                <a:path w="216534" h="188594">
                  <a:moveTo>
                    <a:pt x="22085" y="14605"/>
                  </a:moveTo>
                  <a:lnTo>
                    <a:pt x="21450" y="13093"/>
                  </a:lnTo>
                  <a:lnTo>
                    <a:pt x="20281" y="12001"/>
                  </a:lnTo>
                  <a:lnTo>
                    <a:pt x="18059" y="9804"/>
                  </a:lnTo>
                  <a:lnTo>
                    <a:pt x="14427" y="9766"/>
                  </a:lnTo>
                  <a:lnTo>
                    <a:pt x="9779" y="14147"/>
                  </a:lnTo>
                  <a:lnTo>
                    <a:pt x="9715" y="17665"/>
                  </a:lnTo>
                  <a:lnTo>
                    <a:pt x="12065" y="20027"/>
                  </a:lnTo>
                  <a:lnTo>
                    <a:pt x="13157" y="21056"/>
                  </a:lnTo>
                  <a:lnTo>
                    <a:pt x="14630" y="21615"/>
                  </a:lnTo>
                  <a:lnTo>
                    <a:pt x="16141" y="21590"/>
                  </a:lnTo>
                  <a:lnTo>
                    <a:pt x="19316" y="21666"/>
                  </a:lnTo>
                  <a:lnTo>
                    <a:pt x="21958" y="19240"/>
                  </a:lnTo>
                  <a:lnTo>
                    <a:pt x="22085" y="14605"/>
                  </a:lnTo>
                  <a:close/>
                </a:path>
                <a:path w="216534" h="188594">
                  <a:moveTo>
                    <a:pt x="33248" y="28028"/>
                  </a:moveTo>
                  <a:lnTo>
                    <a:pt x="33210" y="24498"/>
                  </a:lnTo>
                  <a:lnTo>
                    <a:pt x="28663" y="20193"/>
                  </a:lnTo>
                  <a:lnTo>
                    <a:pt x="25031" y="20231"/>
                  </a:lnTo>
                  <a:lnTo>
                    <a:pt x="20624" y="24599"/>
                  </a:lnTo>
                  <a:lnTo>
                    <a:pt x="20624" y="28067"/>
                  </a:lnTo>
                  <a:lnTo>
                    <a:pt x="22809" y="30226"/>
                  </a:lnTo>
                  <a:lnTo>
                    <a:pt x="23901" y="31305"/>
                  </a:lnTo>
                  <a:lnTo>
                    <a:pt x="25400" y="31902"/>
                  </a:lnTo>
                  <a:lnTo>
                    <a:pt x="28486" y="31889"/>
                  </a:lnTo>
                  <a:lnTo>
                    <a:pt x="29946" y="31292"/>
                  </a:lnTo>
                  <a:lnTo>
                    <a:pt x="33248" y="28028"/>
                  </a:lnTo>
                  <a:close/>
                </a:path>
                <a:path w="216534" h="188594">
                  <a:moveTo>
                    <a:pt x="43929" y="34785"/>
                  </a:moveTo>
                  <a:lnTo>
                    <a:pt x="39446" y="30365"/>
                  </a:lnTo>
                  <a:lnTo>
                    <a:pt x="35801" y="30327"/>
                  </a:lnTo>
                  <a:lnTo>
                    <a:pt x="33439" y="32562"/>
                  </a:lnTo>
                  <a:lnTo>
                    <a:pt x="31191" y="34734"/>
                  </a:lnTo>
                  <a:lnTo>
                    <a:pt x="31178" y="38265"/>
                  </a:lnTo>
                  <a:lnTo>
                    <a:pt x="33439" y="40474"/>
                  </a:lnTo>
                  <a:lnTo>
                    <a:pt x="34480" y="41592"/>
                  </a:lnTo>
                  <a:lnTo>
                    <a:pt x="35979" y="42202"/>
                  </a:lnTo>
                  <a:lnTo>
                    <a:pt x="37528" y="42151"/>
                  </a:lnTo>
                  <a:lnTo>
                    <a:pt x="39077" y="42164"/>
                  </a:lnTo>
                  <a:lnTo>
                    <a:pt x="40576" y="41554"/>
                  </a:lnTo>
                  <a:lnTo>
                    <a:pt x="41656" y="40474"/>
                  </a:lnTo>
                  <a:lnTo>
                    <a:pt x="43916" y="38315"/>
                  </a:lnTo>
                  <a:lnTo>
                    <a:pt x="43929" y="34785"/>
                  </a:lnTo>
                  <a:close/>
                </a:path>
                <a:path w="216534" h="188594">
                  <a:moveTo>
                    <a:pt x="54051" y="45427"/>
                  </a:moveTo>
                  <a:lnTo>
                    <a:pt x="53441" y="43916"/>
                  </a:lnTo>
                  <a:lnTo>
                    <a:pt x="50050" y="40640"/>
                  </a:lnTo>
                  <a:lnTo>
                    <a:pt x="46418" y="40614"/>
                  </a:lnTo>
                  <a:lnTo>
                    <a:pt x="44132" y="42811"/>
                  </a:lnTo>
                  <a:lnTo>
                    <a:pt x="41833" y="44932"/>
                  </a:lnTo>
                  <a:lnTo>
                    <a:pt x="41744" y="48463"/>
                  </a:lnTo>
                  <a:lnTo>
                    <a:pt x="44018" y="50787"/>
                  </a:lnTo>
                  <a:lnTo>
                    <a:pt x="45097" y="51790"/>
                  </a:lnTo>
                  <a:lnTo>
                    <a:pt x="46545" y="52349"/>
                  </a:lnTo>
                  <a:lnTo>
                    <a:pt x="48044" y="52349"/>
                  </a:lnTo>
                  <a:lnTo>
                    <a:pt x="51206" y="52463"/>
                  </a:lnTo>
                  <a:lnTo>
                    <a:pt x="53873" y="50050"/>
                  </a:lnTo>
                  <a:lnTo>
                    <a:pt x="54051" y="45427"/>
                  </a:lnTo>
                  <a:close/>
                </a:path>
                <a:path w="216534" h="188594">
                  <a:moveTo>
                    <a:pt x="66878" y="52451"/>
                  </a:moveTo>
                  <a:lnTo>
                    <a:pt x="64858" y="49517"/>
                  </a:lnTo>
                  <a:lnTo>
                    <a:pt x="61658" y="48895"/>
                  </a:lnTo>
                  <a:lnTo>
                    <a:pt x="58559" y="48247"/>
                  </a:lnTo>
                  <a:lnTo>
                    <a:pt x="55499" y="50165"/>
                  </a:lnTo>
                  <a:lnTo>
                    <a:pt x="54813" y="53238"/>
                  </a:lnTo>
                  <a:lnTo>
                    <a:pt x="54127" y="56235"/>
                  </a:lnTo>
                  <a:lnTo>
                    <a:pt x="56070" y="59220"/>
                  </a:lnTo>
                  <a:lnTo>
                    <a:pt x="59309" y="59918"/>
                  </a:lnTo>
                  <a:lnTo>
                    <a:pt x="59702" y="59982"/>
                  </a:lnTo>
                  <a:lnTo>
                    <a:pt x="60109" y="59982"/>
                  </a:lnTo>
                  <a:lnTo>
                    <a:pt x="60515" y="59918"/>
                  </a:lnTo>
                  <a:lnTo>
                    <a:pt x="63284" y="59982"/>
                  </a:lnTo>
                  <a:lnTo>
                    <a:pt x="65697" y="58102"/>
                  </a:lnTo>
                  <a:lnTo>
                    <a:pt x="66878" y="52451"/>
                  </a:lnTo>
                  <a:close/>
                </a:path>
                <a:path w="216534" h="188594">
                  <a:moveTo>
                    <a:pt x="81254" y="51739"/>
                  </a:moveTo>
                  <a:lnTo>
                    <a:pt x="78651" y="49225"/>
                  </a:lnTo>
                  <a:lnTo>
                    <a:pt x="72250" y="49225"/>
                  </a:lnTo>
                  <a:lnTo>
                    <a:pt x="69646" y="51739"/>
                  </a:lnTo>
                  <a:lnTo>
                    <a:pt x="69646" y="57962"/>
                  </a:lnTo>
                  <a:lnTo>
                    <a:pt x="72250" y="60477"/>
                  </a:lnTo>
                  <a:lnTo>
                    <a:pt x="78651" y="60477"/>
                  </a:lnTo>
                  <a:lnTo>
                    <a:pt x="81254" y="57962"/>
                  </a:lnTo>
                  <a:lnTo>
                    <a:pt x="81254" y="54851"/>
                  </a:lnTo>
                  <a:lnTo>
                    <a:pt x="81254" y="51739"/>
                  </a:lnTo>
                  <a:close/>
                </a:path>
                <a:path w="216534" h="188594">
                  <a:moveTo>
                    <a:pt x="96202" y="51739"/>
                  </a:moveTo>
                  <a:lnTo>
                    <a:pt x="93599" y="49225"/>
                  </a:lnTo>
                  <a:lnTo>
                    <a:pt x="87185" y="49225"/>
                  </a:lnTo>
                  <a:lnTo>
                    <a:pt x="84594" y="51739"/>
                  </a:lnTo>
                  <a:lnTo>
                    <a:pt x="84594" y="57962"/>
                  </a:lnTo>
                  <a:lnTo>
                    <a:pt x="87185" y="60477"/>
                  </a:lnTo>
                  <a:lnTo>
                    <a:pt x="93599" y="60477"/>
                  </a:lnTo>
                  <a:lnTo>
                    <a:pt x="96202" y="57962"/>
                  </a:lnTo>
                  <a:lnTo>
                    <a:pt x="96202" y="54851"/>
                  </a:lnTo>
                  <a:lnTo>
                    <a:pt x="96202" y="51739"/>
                  </a:lnTo>
                  <a:close/>
                </a:path>
                <a:path w="216534" h="188594">
                  <a:moveTo>
                    <a:pt x="111137" y="51752"/>
                  </a:moveTo>
                  <a:lnTo>
                    <a:pt x="108546" y="49225"/>
                  </a:lnTo>
                  <a:lnTo>
                    <a:pt x="102133" y="49225"/>
                  </a:lnTo>
                  <a:lnTo>
                    <a:pt x="99529" y="51739"/>
                  </a:lnTo>
                  <a:lnTo>
                    <a:pt x="99529" y="57962"/>
                  </a:lnTo>
                  <a:lnTo>
                    <a:pt x="102133" y="60477"/>
                  </a:lnTo>
                  <a:lnTo>
                    <a:pt x="108546" y="60477"/>
                  </a:lnTo>
                  <a:lnTo>
                    <a:pt x="111137" y="57962"/>
                  </a:lnTo>
                  <a:lnTo>
                    <a:pt x="111137" y="54851"/>
                  </a:lnTo>
                  <a:lnTo>
                    <a:pt x="111137" y="51752"/>
                  </a:lnTo>
                  <a:close/>
                </a:path>
                <a:path w="216534" h="188594">
                  <a:moveTo>
                    <a:pt x="126136" y="51752"/>
                  </a:moveTo>
                  <a:lnTo>
                    <a:pt x="123545" y="49225"/>
                  </a:lnTo>
                  <a:lnTo>
                    <a:pt x="117132" y="49225"/>
                  </a:lnTo>
                  <a:lnTo>
                    <a:pt x="114528" y="51752"/>
                  </a:lnTo>
                  <a:lnTo>
                    <a:pt x="114528" y="57962"/>
                  </a:lnTo>
                  <a:lnTo>
                    <a:pt x="117132" y="60477"/>
                  </a:lnTo>
                  <a:lnTo>
                    <a:pt x="123545" y="60477"/>
                  </a:lnTo>
                  <a:lnTo>
                    <a:pt x="126136" y="57962"/>
                  </a:lnTo>
                  <a:lnTo>
                    <a:pt x="126136" y="54851"/>
                  </a:lnTo>
                  <a:lnTo>
                    <a:pt x="126136" y="51752"/>
                  </a:lnTo>
                  <a:close/>
                </a:path>
                <a:path w="216534" h="188594">
                  <a:moveTo>
                    <a:pt x="141084" y="51752"/>
                  </a:moveTo>
                  <a:lnTo>
                    <a:pt x="138480" y="49225"/>
                  </a:lnTo>
                  <a:lnTo>
                    <a:pt x="132067" y="49225"/>
                  </a:lnTo>
                  <a:lnTo>
                    <a:pt x="129463" y="51752"/>
                  </a:lnTo>
                  <a:lnTo>
                    <a:pt x="129463" y="57962"/>
                  </a:lnTo>
                  <a:lnTo>
                    <a:pt x="132067" y="60477"/>
                  </a:lnTo>
                  <a:lnTo>
                    <a:pt x="138480" y="60477"/>
                  </a:lnTo>
                  <a:lnTo>
                    <a:pt x="141084" y="57962"/>
                  </a:lnTo>
                  <a:lnTo>
                    <a:pt x="141084" y="54851"/>
                  </a:lnTo>
                  <a:lnTo>
                    <a:pt x="141084" y="51752"/>
                  </a:lnTo>
                  <a:close/>
                </a:path>
                <a:path w="216534" h="188594">
                  <a:moveTo>
                    <a:pt x="156019" y="51752"/>
                  </a:moveTo>
                  <a:lnTo>
                    <a:pt x="153416" y="49225"/>
                  </a:lnTo>
                  <a:lnTo>
                    <a:pt x="147015" y="49225"/>
                  </a:lnTo>
                  <a:lnTo>
                    <a:pt x="144411" y="51752"/>
                  </a:lnTo>
                  <a:lnTo>
                    <a:pt x="144411" y="57962"/>
                  </a:lnTo>
                  <a:lnTo>
                    <a:pt x="147015" y="60477"/>
                  </a:lnTo>
                  <a:lnTo>
                    <a:pt x="153416" y="60477"/>
                  </a:lnTo>
                  <a:lnTo>
                    <a:pt x="156019" y="57962"/>
                  </a:lnTo>
                  <a:lnTo>
                    <a:pt x="156019" y="54851"/>
                  </a:lnTo>
                  <a:lnTo>
                    <a:pt x="156019" y="51752"/>
                  </a:lnTo>
                  <a:close/>
                </a:path>
                <a:path w="216534" h="188594">
                  <a:moveTo>
                    <a:pt x="170954" y="51752"/>
                  </a:moveTo>
                  <a:lnTo>
                    <a:pt x="168363" y="49225"/>
                  </a:lnTo>
                  <a:lnTo>
                    <a:pt x="161950" y="49225"/>
                  </a:lnTo>
                  <a:lnTo>
                    <a:pt x="159346" y="51752"/>
                  </a:lnTo>
                  <a:lnTo>
                    <a:pt x="159346" y="57962"/>
                  </a:lnTo>
                  <a:lnTo>
                    <a:pt x="161950" y="60477"/>
                  </a:lnTo>
                  <a:lnTo>
                    <a:pt x="168363" y="60477"/>
                  </a:lnTo>
                  <a:lnTo>
                    <a:pt x="170954" y="57962"/>
                  </a:lnTo>
                  <a:lnTo>
                    <a:pt x="170954" y="54851"/>
                  </a:lnTo>
                  <a:lnTo>
                    <a:pt x="170954" y="51752"/>
                  </a:lnTo>
                  <a:close/>
                </a:path>
                <a:path w="216534" h="188594">
                  <a:moveTo>
                    <a:pt x="178384" y="183070"/>
                  </a:moveTo>
                  <a:lnTo>
                    <a:pt x="172504" y="176225"/>
                  </a:lnTo>
                  <a:lnTo>
                    <a:pt x="170332" y="177139"/>
                  </a:lnTo>
                  <a:lnTo>
                    <a:pt x="169633" y="177393"/>
                  </a:lnTo>
                  <a:lnTo>
                    <a:pt x="166763" y="181584"/>
                  </a:lnTo>
                  <a:lnTo>
                    <a:pt x="166763" y="183070"/>
                  </a:lnTo>
                  <a:lnTo>
                    <a:pt x="166916" y="183807"/>
                  </a:lnTo>
                  <a:lnTo>
                    <a:pt x="167233" y="184505"/>
                  </a:lnTo>
                  <a:lnTo>
                    <a:pt x="167487" y="185191"/>
                  </a:lnTo>
                  <a:lnTo>
                    <a:pt x="167919" y="185801"/>
                  </a:lnTo>
                  <a:lnTo>
                    <a:pt x="168490" y="186283"/>
                  </a:lnTo>
                  <a:lnTo>
                    <a:pt x="169024" y="186778"/>
                  </a:lnTo>
                  <a:lnTo>
                    <a:pt x="174129" y="187960"/>
                  </a:lnTo>
                  <a:lnTo>
                    <a:pt x="175615" y="187363"/>
                  </a:lnTo>
                  <a:lnTo>
                    <a:pt x="176707" y="186283"/>
                  </a:lnTo>
                  <a:lnTo>
                    <a:pt x="177241" y="185788"/>
                  </a:lnTo>
                  <a:lnTo>
                    <a:pt x="177660" y="185178"/>
                  </a:lnTo>
                  <a:lnTo>
                    <a:pt x="177914" y="184505"/>
                  </a:lnTo>
                  <a:lnTo>
                    <a:pt x="178231" y="183819"/>
                  </a:lnTo>
                  <a:lnTo>
                    <a:pt x="178384" y="183070"/>
                  </a:lnTo>
                  <a:close/>
                </a:path>
                <a:path w="216534" h="188594">
                  <a:moveTo>
                    <a:pt x="178460" y="170599"/>
                  </a:moveTo>
                  <a:lnTo>
                    <a:pt x="173596" y="164211"/>
                  </a:lnTo>
                  <a:lnTo>
                    <a:pt x="172288" y="164211"/>
                  </a:lnTo>
                  <a:lnTo>
                    <a:pt x="171069" y="164604"/>
                  </a:lnTo>
                  <a:lnTo>
                    <a:pt x="172034" y="163588"/>
                  </a:lnTo>
                  <a:lnTo>
                    <a:pt x="172567" y="162255"/>
                  </a:lnTo>
                  <a:lnTo>
                    <a:pt x="172567" y="157797"/>
                  </a:lnTo>
                  <a:lnTo>
                    <a:pt x="170002" y="155308"/>
                  </a:lnTo>
                  <a:lnTo>
                    <a:pt x="163652" y="155308"/>
                  </a:lnTo>
                  <a:lnTo>
                    <a:pt x="161074" y="157797"/>
                  </a:lnTo>
                  <a:lnTo>
                    <a:pt x="161074" y="163957"/>
                  </a:lnTo>
                  <a:lnTo>
                    <a:pt x="163652" y="166446"/>
                  </a:lnTo>
                  <a:lnTo>
                    <a:pt x="166827" y="166446"/>
                  </a:lnTo>
                  <a:lnTo>
                    <a:pt x="167347" y="166420"/>
                  </a:lnTo>
                  <a:lnTo>
                    <a:pt x="167868" y="166319"/>
                  </a:lnTo>
                  <a:lnTo>
                    <a:pt x="168376" y="166166"/>
                  </a:lnTo>
                  <a:lnTo>
                    <a:pt x="167411" y="167170"/>
                  </a:lnTo>
                  <a:lnTo>
                    <a:pt x="166852" y="168478"/>
                  </a:lnTo>
                  <a:lnTo>
                    <a:pt x="166827" y="169849"/>
                  </a:lnTo>
                  <a:lnTo>
                    <a:pt x="166827" y="171335"/>
                  </a:lnTo>
                  <a:lnTo>
                    <a:pt x="167449" y="172758"/>
                  </a:lnTo>
                  <a:lnTo>
                    <a:pt x="168541" y="173799"/>
                  </a:lnTo>
                  <a:lnTo>
                    <a:pt x="169062" y="174358"/>
                  </a:lnTo>
                  <a:lnTo>
                    <a:pt x="169684" y="174790"/>
                  </a:lnTo>
                  <a:lnTo>
                    <a:pt x="170383" y="175082"/>
                  </a:lnTo>
                  <a:lnTo>
                    <a:pt x="171107" y="175323"/>
                  </a:lnTo>
                  <a:lnTo>
                    <a:pt x="171869" y="175463"/>
                  </a:lnTo>
                  <a:lnTo>
                    <a:pt x="173393" y="175463"/>
                  </a:lnTo>
                  <a:lnTo>
                    <a:pt x="177977" y="172021"/>
                  </a:lnTo>
                  <a:lnTo>
                    <a:pt x="178308" y="171348"/>
                  </a:lnTo>
                  <a:lnTo>
                    <a:pt x="178460" y="170599"/>
                  </a:lnTo>
                  <a:close/>
                </a:path>
                <a:path w="216534" h="188594">
                  <a:moveTo>
                    <a:pt x="185953" y="51752"/>
                  </a:moveTo>
                  <a:lnTo>
                    <a:pt x="183362" y="49225"/>
                  </a:lnTo>
                  <a:lnTo>
                    <a:pt x="176949" y="49225"/>
                  </a:lnTo>
                  <a:lnTo>
                    <a:pt x="174345" y="51752"/>
                  </a:lnTo>
                  <a:lnTo>
                    <a:pt x="174345" y="57962"/>
                  </a:lnTo>
                  <a:lnTo>
                    <a:pt x="176949" y="60477"/>
                  </a:lnTo>
                  <a:lnTo>
                    <a:pt x="183362" y="60477"/>
                  </a:lnTo>
                  <a:lnTo>
                    <a:pt x="185953" y="57962"/>
                  </a:lnTo>
                  <a:lnTo>
                    <a:pt x="185953" y="54851"/>
                  </a:lnTo>
                  <a:lnTo>
                    <a:pt x="185953" y="51752"/>
                  </a:lnTo>
                  <a:close/>
                </a:path>
                <a:path w="216534" h="188594">
                  <a:moveTo>
                    <a:pt x="197104" y="179222"/>
                  </a:moveTo>
                  <a:lnTo>
                    <a:pt x="194513" y="176695"/>
                  </a:lnTo>
                  <a:lnTo>
                    <a:pt x="188099" y="176695"/>
                  </a:lnTo>
                  <a:lnTo>
                    <a:pt x="185496" y="179222"/>
                  </a:lnTo>
                  <a:lnTo>
                    <a:pt x="185496" y="185432"/>
                  </a:lnTo>
                  <a:lnTo>
                    <a:pt x="188099" y="187960"/>
                  </a:lnTo>
                  <a:lnTo>
                    <a:pt x="194513" y="187960"/>
                  </a:lnTo>
                  <a:lnTo>
                    <a:pt x="197104" y="185432"/>
                  </a:lnTo>
                  <a:lnTo>
                    <a:pt x="197104" y="182321"/>
                  </a:lnTo>
                  <a:lnTo>
                    <a:pt x="197104" y="179222"/>
                  </a:lnTo>
                  <a:close/>
                </a:path>
                <a:path w="216534" h="188594">
                  <a:moveTo>
                    <a:pt x="200901" y="51752"/>
                  </a:moveTo>
                  <a:lnTo>
                    <a:pt x="198297" y="49225"/>
                  </a:lnTo>
                  <a:lnTo>
                    <a:pt x="191897" y="49225"/>
                  </a:lnTo>
                  <a:lnTo>
                    <a:pt x="189293" y="51752"/>
                  </a:lnTo>
                  <a:lnTo>
                    <a:pt x="189293" y="57962"/>
                  </a:lnTo>
                  <a:lnTo>
                    <a:pt x="191897" y="60477"/>
                  </a:lnTo>
                  <a:lnTo>
                    <a:pt x="198297" y="60477"/>
                  </a:lnTo>
                  <a:lnTo>
                    <a:pt x="200901" y="57962"/>
                  </a:lnTo>
                  <a:lnTo>
                    <a:pt x="200901" y="54851"/>
                  </a:lnTo>
                  <a:lnTo>
                    <a:pt x="200901" y="51752"/>
                  </a:lnTo>
                  <a:close/>
                </a:path>
                <a:path w="216534" h="188594">
                  <a:moveTo>
                    <a:pt x="214922" y="33959"/>
                  </a:moveTo>
                  <a:lnTo>
                    <a:pt x="214909" y="33248"/>
                  </a:lnTo>
                  <a:lnTo>
                    <a:pt x="214757" y="32550"/>
                  </a:lnTo>
                  <a:lnTo>
                    <a:pt x="214464" y="31902"/>
                  </a:lnTo>
                  <a:lnTo>
                    <a:pt x="214223" y="31165"/>
                  </a:lnTo>
                  <a:lnTo>
                    <a:pt x="213791" y="30518"/>
                  </a:lnTo>
                  <a:lnTo>
                    <a:pt x="213194" y="30010"/>
                  </a:lnTo>
                  <a:lnTo>
                    <a:pt x="212661" y="29502"/>
                  </a:lnTo>
                  <a:lnTo>
                    <a:pt x="212039" y="29095"/>
                  </a:lnTo>
                  <a:lnTo>
                    <a:pt x="211353" y="28778"/>
                  </a:lnTo>
                  <a:lnTo>
                    <a:pt x="209905" y="28270"/>
                  </a:lnTo>
                  <a:lnTo>
                    <a:pt x="208330" y="28270"/>
                  </a:lnTo>
                  <a:lnTo>
                    <a:pt x="203314" y="33959"/>
                  </a:lnTo>
                  <a:lnTo>
                    <a:pt x="203314" y="34709"/>
                  </a:lnTo>
                  <a:lnTo>
                    <a:pt x="203479" y="35445"/>
                  </a:lnTo>
                  <a:lnTo>
                    <a:pt x="203771" y="36131"/>
                  </a:lnTo>
                  <a:lnTo>
                    <a:pt x="204000" y="36791"/>
                  </a:lnTo>
                  <a:lnTo>
                    <a:pt x="208889" y="39700"/>
                  </a:lnTo>
                  <a:lnTo>
                    <a:pt x="209664" y="39662"/>
                  </a:lnTo>
                  <a:lnTo>
                    <a:pt x="210426" y="39471"/>
                  </a:lnTo>
                  <a:lnTo>
                    <a:pt x="211124" y="39141"/>
                  </a:lnTo>
                  <a:lnTo>
                    <a:pt x="211886" y="38862"/>
                  </a:lnTo>
                  <a:lnTo>
                    <a:pt x="214464" y="36131"/>
                  </a:lnTo>
                  <a:lnTo>
                    <a:pt x="214769" y="35445"/>
                  </a:lnTo>
                  <a:lnTo>
                    <a:pt x="214922" y="34709"/>
                  </a:lnTo>
                  <a:lnTo>
                    <a:pt x="214922" y="33959"/>
                  </a:lnTo>
                  <a:close/>
                </a:path>
                <a:path w="216534" h="188594">
                  <a:moveTo>
                    <a:pt x="214922" y="19469"/>
                  </a:moveTo>
                  <a:lnTo>
                    <a:pt x="209918" y="13741"/>
                  </a:lnTo>
                  <a:lnTo>
                    <a:pt x="208318" y="13741"/>
                  </a:lnTo>
                  <a:lnTo>
                    <a:pt x="203771" y="17297"/>
                  </a:lnTo>
                  <a:lnTo>
                    <a:pt x="203415" y="17983"/>
                  </a:lnTo>
                  <a:lnTo>
                    <a:pt x="203174" y="18707"/>
                  </a:lnTo>
                  <a:lnTo>
                    <a:pt x="203085" y="19469"/>
                  </a:lnTo>
                  <a:lnTo>
                    <a:pt x="203060" y="20967"/>
                  </a:lnTo>
                  <a:lnTo>
                    <a:pt x="203669" y="22415"/>
                  </a:lnTo>
                  <a:lnTo>
                    <a:pt x="204749" y="23482"/>
                  </a:lnTo>
                  <a:lnTo>
                    <a:pt x="205295" y="23990"/>
                  </a:lnTo>
                  <a:lnTo>
                    <a:pt x="205943" y="24384"/>
                  </a:lnTo>
                  <a:lnTo>
                    <a:pt x="206654" y="24650"/>
                  </a:lnTo>
                  <a:lnTo>
                    <a:pt x="208076" y="25247"/>
                  </a:lnTo>
                  <a:lnTo>
                    <a:pt x="209702" y="25247"/>
                  </a:lnTo>
                  <a:lnTo>
                    <a:pt x="211124" y="24650"/>
                  </a:lnTo>
                  <a:lnTo>
                    <a:pt x="211912" y="24434"/>
                  </a:lnTo>
                  <a:lnTo>
                    <a:pt x="212623" y="24028"/>
                  </a:lnTo>
                  <a:lnTo>
                    <a:pt x="213194" y="23482"/>
                  </a:lnTo>
                  <a:lnTo>
                    <a:pt x="213753" y="22987"/>
                  </a:lnTo>
                  <a:lnTo>
                    <a:pt x="214185" y="22377"/>
                  </a:lnTo>
                  <a:lnTo>
                    <a:pt x="214757" y="20993"/>
                  </a:lnTo>
                  <a:lnTo>
                    <a:pt x="214909" y="20243"/>
                  </a:lnTo>
                  <a:lnTo>
                    <a:pt x="214922" y="19469"/>
                  </a:lnTo>
                  <a:close/>
                </a:path>
                <a:path w="216534" h="188594">
                  <a:moveTo>
                    <a:pt x="215925" y="180936"/>
                  </a:moveTo>
                  <a:lnTo>
                    <a:pt x="215328" y="179489"/>
                  </a:lnTo>
                  <a:lnTo>
                    <a:pt x="214236" y="178422"/>
                  </a:lnTo>
                  <a:lnTo>
                    <a:pt x="211912" y="176364"/>
                  </a:lnTo>
                  <a:lnTo>
                    <a:pt x="208343" y="176364"/>
                  </a:lnTo>
                  <a:lnTo>
                    <a:pt x="204304" y="181698"/>
                  </a:lnTo>
                  <a:lnTo>
                    <a:pt x="204304" y="183184"/>
                  </a:lnTo>
                  <a:lnTo>
                    <a:pt x="209321" y="188061"/>
                  </a:lnTo>
                  <a:lnTo>
                    <a:pt x="210845" y="188061"/>
                  </a:lnTo>
                  <a:lnTo>
                    <a:pt x="211582" y="187909"/>
                  </a:lnTo>
                  <a:lnTo>
                    <a:pt x="212280" y="187617"/>
                  </a:lnTo>
                  <a:lnTo>
                    <a:pt x="213017" y="187350"/>
                  </a:lnTo>
                  <a:lnTo>
                    <a:pt x="213677" y="186931"/>
                  </a:lnTo>
                  <a:lnTo>
                    <a:pt x="214757" y="185877"/>
                  </a:lnTo>
                  <a:lnTo>
                    <a:pt x="215163" y="185280"/>
                  </a:lnTo>
                  <a:lnTo>
                    <a:pt x="215442" y="184607"/>
                  </a:lnTo>
                  <a:lnTo>
                    <a:pt x="215760" y="183934"/>
                  </a:lnTo>
                  <a:lnTo>
                    <a:pt x="215925" y="183184"/>
                  </a:lnTo>
                  <a:lnTo>
                    <a:pt x="215900" y="182435"/>
                  </a:lnTo>
                  <a:lnTo>
                    <a:pt x="215925" y="180936"/>
                  </a:lnTo>
                  <a:close/>
                </a:path>
                <a:path w="216534" h="188594">
                  <a:moveTo>
                    <a:pt x="215925" y="54102"/>
                  </a:moveTo>
                  <a:lnTo>
                    <a:pt x="215773" y="53365"/>
                  </a:lnTo>
                  <a:lnTo>
                    <a:pt x="215442" y="52679"/>
                  </a:lnTo>
                  <a:lnTo>
                    <a:pt x="215150" y="52006"/>
                  </a:lnTo>
                  <a:lnTo>
                    <a:pt x="212280" y="49669"/>
                  </a:lnTo>
                  <a:lnTo>
                    <a:pt x="210870" y="49060"/>
                  </a:lnTo>
                  <a:lnTo>
                    <a:pt x="209257" y="49060"/>
                  </a:lnTo>
                  <a:lnTo>
                    <a:pt x="207848" y="49669"/>
                  </a:lnTo>
                  <a:lnTo>
                    <a:pt x="207137" y="49923"/>
                  </a:lnTo>
                  <a:lnTo>
                    <a:pt x="204241" y="54102"/>
                  </a:lnTo>
                  <a:lnTo>
                    <a:pt x="204241" y="55600"/>
                  </a:lnTo>
                  <a:lnTo>
                    <a:pt x="209270" y="60604"/>
                  </a:lnTo>
                  <a:lnTo>
                    <a:pt x="210858" y="60604"/>
                  </a:lnTo>
                  <a:lnTo>
                    <a:pt x="215442" y="57023"/>
                  </a:lnTo>
                  <a:lnTo>
                    <a:pt x="215760" y="56349"/>
                  </a:lnTo>
                  <a:lnTo>
                    <a:pt x="215925" y="55600"/>
                  </a:lnTo>
                  <a:lnTo>
                    <a:pt x="215900" y="54851"/>
                  </a:lnTo>
                  <a:lnTo>
                    <a:pt x="215925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310627" y="2005634"/>
              <a:ext cx="837869" cy="52611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432293" y="2128011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517398" y="0"/>
                  </a:moveTo>
                  <a:lnTo>
                    <a:pt x="41275" y="0"/>
                  </a:lnTo>
                  <a:lnTo>
                    <a:pt x="25235" y="3232"/>
                  </a:lnTo>
                  <a:lnTo>
                    <a:pt x="12112" y="12049"/>
                  </a:lnTo>
                  <a:lnTo>
                    <a:pt x="3252" y="25128"/>
                  </a:lnTo>
                  <a:lnTo>
                    <a:pt x="0" y="41148"/>
                  </a:lnTo>
                  <a:lnTo>
                    <a:pt x="0" y="205993"/>
                  </a:lnTo>
                  <a:lnTo>
                    <a:pt x="3252" y="222013"/>
                  </a:lnTo>
                  <a:lnTo>
                    <a:pt x="12112" y="235092"/>
                  </a:lnTo>
                  <a:lnTo>
                    <a:pt x="25235" y="243909"/>
                  </a:lnTo>
                  <a:lnTo>
                    <a:pt x="41275" y="247141"/>
                  </a:lnTo>
                  <a:lnTo>
                    <a:pt x="517398" y="247141"/>
                  </a:lnTo>
                  <a:lnTo>
                    <a:pt x="533491" y="243909"/>
                  </a:lnTo>
                  <a:lnTo>
                    <a:pt x="546607" y="235092"/>
                  </a:lnTo>
                  <a:lnTo>
                    <a:pt x="555438" y="222013"/>
                  </a:lnTo>
                  <a:lnTo>
                    <a:pt x="558673" y="205993"/>
                  </a:lnTo>
                  <a:lnTo>
                    <a:pt x="558673" y="41148"/>
                  </a:lnTo>
                  <a:lnTo>
                    <a:pt x="555438" y="25128"/>
                  </a:lnTo>
                  <a:lnTo>
                    <a:pt x="546607" y="12049"/>
                  </a:lnTo>
                  <a:lnTo>
                    <a:pt x="533491" y="3232"/>
                  </a:lnTo>
                  <a:lnTo>
                    <a:pt x="517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432293" y="2128011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0" y="41148"/>
                  </a:moveTo>
                  <a:lnTo>
                    <a:pt x="3252" y="25128"/>
                  </a:lnTo>
                  <a:lnTo>
                    <a:pt x="12112" y="12049"/>
                  </a:lnTo>
                  <a:lnTo>
                    <a:pt x="25235" y="3232"/>
                  </a:lnTo>
                  <a:lnTo>
                    <a:pt x="41275" y="0"/>
                  </a:lnTo>
                  <a:lnTo>
                    <a:pt x="517398" y="0"/>
                  </a:lnTo>
                  <a:lnTo>
                    <a:pt x="533491" y="3232"/>
                  </a:lnTo>
                  <a:lnTo>
                    <a:pt x="546607" y="12049"/>
                  </a:lnTo>
                  <a:lnTo>
                    <a:pt x="555438" y="25128"/>
                  </a:lnTo>
                  <a:lnTo>
                    <a:pt x="558673" y="41148"/>
                  </a:lnTo>
                  <a:lnTo>
                    <a:pt x="558673" y="205993"/>
                  </a:lnTo>
                  <a:lnTo>
                    <a:pt x="555438" y="222013"/>
                  </a:lnTo>
                  <a:lnTo>
                    <a:pt x="546607" y="235092"/>
                  </a:lnTo>
                  <a:lnTo>
                    <a:pt x="533491" y="243909"/>
                  </a:lnTo>
                  <a:lnTo>
                    <a:pt x="517398" y="247141"/>
                  </a:lnTo>
                  <a:lnTo>
                    <a:pt x="41275" y="247141"/>
                  </a:lnTo>
                  <a:lnTo>
                    <a:pt x="25235" y="243909"/>
                  </a:lnTo>
                  <a:lnTo>
                    <a:pt x="12112" y="235092"/>
                  </a:lnTo>
                  <a:lnTo>
                    <a:pt x="3252" y="222013"/>
                  </a:lnTo>
                  <a:lnTo>
                    <a:pt x="0" y="205993"/>
                  </a:lnTo>
                  <a:lnTo>
                    <a:pt x="0" y="41148"/>
                  </a:lnTo>
                  <a:close/>
                </a:path>
              </a:pathLst>
            </a:custGeom>
            <a:ln w="38099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615681" y="2158568"/>
              <a:ext cx="191935" cy="15422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082783" y="673608"/>
              <a:ext cx="837869" cy="524637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0205084" y="794639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517398" y="0"/>
                  </a:moveTo>
                  <a:lnTo>
                    <a:pt x="41275" y="0"/>
                  </a:lnTo>
                  <a:lnTo>
                    <a:pt x="25235" y="3234"/>
                  </a:lnTo>
                  <a:lnTo>
                    <a:pt x="12112" y="12065"/>
                  </a:lnTo>
                  <a:lnTo>
                    <a:pt x="3252" y="25181"/>
                  </a:lnTo>
                  <a:lnTo>
                    <a:pt x="0" y="41275"/>
                  </a:lnTo>
                  <a:lnTo>
                    <a:pt x="0" y="205994"/>
                  </a:lnTo>
                  <a:lnTo>
                    <a:pt x="3252" y="222087"/>
                  </a:lnTo>
                  <a:lnTo>
                    <a:pt x="12112" y="235204"/>
                  </a:lnTo>
                  <a:lnTo>
                    <a:pt x="25235" y="244034"/>
                  </a:lnTo>
                  <a:lnTo>
                    <a:pt x="41275" y="247269"/>
                  </a:lnTo>
                  <a:lnTo>
                    <a:pt x="517398" y="247269"/>
                  </a:lnTo>
                  <a:lnTo>
                    <a:pt x="533491" y="244034"/>
                  </a:lnTo>
                  <a:lnTo>
                    <a:pt x="546607" y="235203"/>
                  </a:lnTo>
                  <a:lnTo>
                    <a:pt x="555438" y="222087"/>
                  </a:lnTo>
                  <a:lnTo>
                    <a:pt x="558673" y="205994"/>
                  </a:lnTo>
                  <a:lnTo>
                    <a:pt x="558673" y="41275"/>
                  </a:lnTo>
                  <a:lnTo>
                    <a:pt x="555438" y="25181"/>
                  </a:lnTo>
                  <a:lnTo>
                    <a:pt x="546607" y="12064"/>
                  </a:lnTo>
                  <a:lnTo>
                    <a:pt x="533491" y="3234"/>
                  </a:lnTo>
                  <a:lnTo>
                    <a:pt x="517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205084" y="794639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0" y="41275"/>
                  </a:moveTo>
                  <a:lnTo>
                    <a:pt x="3252" y="25181"/>
                  </a:lnTo>
                  <a:lnTo>
                    <a:pt x="12112" y="12065"/>
                  </a:lnTo>
                  <a:lnTo>
                    <a:pt x="25235" y="3234"/>
                  </a:lnTo>
                  <a:lnTo>
                    <a:pt x="41275" y="0"/>
                  </a:lnTo>
                  <a:lnTo>
                    <a:pt x="517398" y="0"/>
                  </a:lnTo>
                  <a:lnTo>
                    <a:pt x="533491" y="3234"/>
                  </a:lnTo>
                  <a:lnTo>
                    <a:pt x="546607" y="12064"/>
                  </a:lnTo>
                  <a:lnTo>
                    <a:pt x="555438" y="25181"/>
                  </a:lnTo>
                  <a:lnTo>
                    <a:pt x="558673" y="41275"/>
                  </a:lnTo>
                  <a:lnTo>
                    <a:pt x="558673" y="205994"/>
                  </a:lnTo>
                  <a:lnTo>
                    <a:pt x="555438" y="222087"/>
                  </a:lnTo>
                  <a:lnTo>
                    <a:pt x="546607" y="235203"/>
                  </a:lnTo>
                  <a:lnTo>
                    <a:pt x="533491" y="244034"/>
                  </a:lnTo>
                  <a:lnTo>
                    <a:pt x="517398" y="247269"/>
                  </a:lnTo>
                  <a:lnTo>
                    <a:pt x="41275" y="247269"/>
                  </a:lnTo>
                  <a:lnTo>
                    <a:pt x="25235" y="244034"/>
                  </a:lnTo>
                  <a:lnTo>
                    <a:pt x="12112" y="235204"/>
                  </a:lnTo>
                  <a:lnTo>
                    <a:pt x="3252" y="222087"/>
                  </a:lnTo>
                  <a:lnTo>
                    <a:pt x="0" y="205994"/>
                  </a:lnTo>
                  <a:lnTo>
                    <a:pt x="0" y="41275"/>
                  </a:lnTo>
                  <a:close/>
                </a:path>
              </a:pathLst>
            </a:custGeom>
            <a:ln w="38100">
              <a:solidFill>
                <a:srgbClr val="7600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0280015" y="815632"/>
              <a:ext cx="377190" cy="175260"/>
            </a:xfrm>
            <a:custGeom>
              <a:avLst/>
              <a:gdLst/>
              <a:ahLst/>
              <a:cxnLst/>
              <a:rect l="l" t="t" r="r" b="b"/>
              <a:pathLst>
                <a:path w="377190" h="175259">
                  <a:moveTo>
                    <a:pt x="376948" y="0"/>
                  </a:moveTo>
                  <a:lnTo>
                    <a:pt x="0" y="0"/>
                  </a:lnTo>
                  <a:lnTo>
                    <a:pt x="0" y="175221"/>
                  </a:lnTo>
                  <a:lnTo>
                    <a:pt x="376948" y="175221"/>
                  </a:lnTo>
                  <a:lnTo>
                    <a:pt x="376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283843" y="814967"/>
              <a:ext cx="371957" cy="175309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337291" y="2007108"/>
              <a:ext cx="583171" cy="52463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0458322" y="2128647"/>
              <a:ext cx="305435" cy="247650"/>
            </a:xfrm>
            <a:custGeom>
              <a:avLst/>
              <a:gdLst/>
              <a:ahLst/>
              <a:cxnLst/>
              <a:rect l="l" t="t" r="r" b="b"/>
              <a:pathLst>
                <a:path w="305434" h="247650">
                  <a:moveTo>
                    <a:pt x="264159" y="0"/>
                  </a:moveTo>
                  <a:lnTo>
                    <a:pt x="41275" y="0"/>
                  </a:lnTo>
                  <a:lnTo>
                    <a:pt x="25181" y="3252"/>
                  </a:lnTo>
                  <a:lnTo>
                    <a:pt x="12065" y="12112"/>
                  </a:lnTo>
                  <a:lnTo>
                    <a:pt x="3234" y="25235"/>
                  </a:lnTo>
                  <a:lnTo>
                    <a:pt x="0" y="41275"/>
                  </a:lnTo>
                  <a:lnTo>
                    <a:pt x="0" y="206120"/>
                  </a:lnTo>
                  <a:lnTo>
                    <a:pt x="3234" y="222140"/>
                  </a:lnTo>
                  <a:lnTo>
                    <a:pt x="12065" y="235219"/>
                  </a:lnTo>
                  <a:lnTo>
                    <a:pt x="25181" y="244036"/>
                  </a:lnTo>
                  <a:lnTo>
                    <a:pt x="41275" y="247268"/>
                  </a:lnTo>
                  <a:lnTo>
                    <a:pt x="264159" y="247268"/>
                  </a:lnTo>
                  <a:lnTo>
                    <a:pt x="280253" y="244036"/>
                  </a:lnTo>
                  <a:lnTo>
                    <a:pt x="293369" y="235219"/>
                  </a:lnTo>
                  <a:lnTo>
                    <a:pt x="302200" y="222140"/>
                  </a:lnTo>
                  <a:lnTo>
                    <a:pt x="305434" y="206120"/>
                  </a:lnTo>
                  <a:lnTo>
                    <a:pt x="305434" y="41275"/>
                  </a:lnTo>
                  <a:lnTo>
                    <a:pt x="302200" y="25235"/>
                  </a:lnTo>
                  <a:lnTo>
                    <a:pt x="293369" y="12112"/>
                  </a:lnTo>
                  <a:lnTo>
                    <a:pt x="280253" y="3252"/>
                  </a:lnTo>
                  <a:lnTo>
                    <a:pt x="264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458322" y="2128647"/>
              <a:ext cx="305435" cy="247650"/>
            </a:xfrm>
            <a:custGeom>
              <a:avLst/>
              <a:gdLst/>
              <a:ahLst/>
              <a:cxnLst/>
              <a:rect l="l" t="t" r="r" b="b"/>
              <a:pathLst>
                <a:path w="305434" h="247650">
                  <a:moveTo>
                    <a:pt x="0" y="41275"/>
                  </a:moveTo>
                  <a:lnTo>
                    <a:pt x="3234" y="25235"/>
                  </a:lnTo>
                  <a:lnTo>
                    <a:pt x="12065" y="12112"/>
                  </a:lnTo>
                  <a:lnTo>
                    <a:pt x="25181" y="3252"/>
                  </a:lnTo>
                  <a:lnTo>
                    <a:pt x="41275" y="0"/>
                  </a:lnTo>
                  <a:lnTo>
                    <a:pt x="264159" y="0"/>
                  </a:lnTo>
                  <a:lnTo>
                    <a:pt x="280253" y="3252"/>
                  </a:lnTo>
                  <a:lnTo>
                    <a:pt x="293369" y="12112"/>
                  </a:lnTo>
                  <a:lnTo>
                    <a:pt x="302200" y="25235"/>
                  </a:lnTo>
                  <a:lnTo>
                    <a:pt x="305434" y="41275"/>
                  </a:lnTo>
                  <a:lnTo>
                    <a:pt x="305434" y="206120"/>
                  </a:lnTo>
                  <a:lnTo>
                    <a:pt x="302200" y="222140"/>
                  </a:lnTo>
                  <a:lnTo>
                    <a:pt x="293369" y="235219"/>
                  </a:lnTo>
                  <a:lnTo>
                    <a:pt x="280253" y="244036"/>
                  </a:lnTo>
                  <a:lnTo>
                    <a:pt x="264159" y="247268"/>
                  </a:lnTo>
                  <a:lnTo>
                    <a:pt x="41275" y="247268"/>
                  </a:lnTo>
                  <a:lnTo>
                    <a:pt x="25181" y="244036"/>
                  </a:lnTo>
                  <a:lnTo>
                    <a:pt x="12065" y="235219"/>
                  </a:lnTo>
                  <a:lnTo>
                    <a:pt x="3234" y="222140"/>
                  </a:lnTo>
                  <a:lnTo>
                    <a:pt x="0" y="206120"/>
                  </a:lnTo>
                  <a:lnTo>
                    <a:pt x="0" y="41275"/>
                  </a:lnTo>
                  <a:close/>
                </a:path>
              </a:pathLst>
            </a:custGeom>
            <a:ln w="38100">
              <a:solidFill>
                <a:srgbClr val="7600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527665" y="2164181"/>
              <a:ext cx="156171" cy="167919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877811" y="685800"/>
              <a:ext cx="837869" cy="524637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999604" y="806958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517398" y="0"/>
                  </a:moveTo>
                  <a:lnTo>
                    <a:pt x="41275" y="0"/>
                  </a:lnTo>
                  <a:lnTo>
                    <a:pt x="25235" y="3232"/>
                  </a:lnTo>
                  <a:lnTo>
                    <a:pt x="12112" y="12049"/>
                  </a:lnTo>
                  <a:lnTo>
                    <a:pt x="3252" y="25128"/>
                  </a:lnTo>
                  <a:lnTo>
                    <a:pt x="0" y="41147"/>
                  </a:lnTo>
                  <a:lnTo>
                    <a:pt x="0" y="205993"/>
                  </a:lnTo>
                  <a:lnTo>
                    <a:pt x="3252" y="222033"/>
                  </a:lnTo>
                  <a:lnTo>
                    <a:pt x="12112" y="235156"/>
                  </a:lnTo>
                  <a:lnTo>
                    <a:pt x="25235" y="244016"/>
                  </a:lnTo>
                  <a:lnTo>
                    <a:pt x="41275" y="247268"/>
                  </a:lnTo>
                  <a:lnTo>
                    <a:pt x="517398" y="247268"/>
                  </a:lnTo>
                  <a:lnTo>
                    <a:pt x="533491" y="244016"/>
                  </a:lnTo>
                  <a:lnTo>
                    <a:pt x="546607" y="235156"/>
                  </a:lnTo>
                  <a:lnTo>
                    <a:pt x="555438" y="222033"/>
                  </a:lnTo>
                  <a:lnTo>
                    <a:pt x="558673" y="205993"/>
                  </a:lnTo>
                  <a:lnTo>
                    <a:pt x="558673" y="41147"/>
                  </a:lnTo>
                  <a:lnTo>
                    <a:pt x="555438" y="25128"/>
                  </a:lnTo>
                  <a:lnTo>
                    <a:pt x="546607" y="12049"/>
                  </a:lnTo>
                  <a:lnTo>
                    <a:pt x="533491" y="3232"/>
                  </a:lnTo>
                  <a:lnTo>
                    <a:pt x="517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999604" y="806958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0" y="41147"/>
                  </a:moveTo>
                  <a:lnTo>
                    <a:pt x="3252" y="25128"/>
                  </a:lnTo>
                  <a:lnTo>
                    <a:pt x="12112" y="12049"/>
                  </a:lnTo>
                  <a:lnTo>
                    <a:pt x="25235" y="3232"/>
                  </a:lnTo>
                  <a:lnTo>
                    <a:pt x="41275" y="0"/>
                  </a:lnTo>
                  <a:lnTo>
                    <a:pt x="517398" y="0"/>
                  </a:lnTo>
                  <a:lnTo>
                    <a:pt x="533491" y="3232"/>
                  </a:lnTo>
                  <a:lnTo>
                    <a:pt x="546607" y="12049"/>
                  </a:lnTo>
                  <a:lnTo>
                    <a:pt x="555438" y="25128"/>
                  </a:lnTo>
                  <a:lnTo>
                    <a:pt x="558673" y="41147"/>
                  </a:lnTo>
                  <a:lnTo>
                    <a:pt x="558673" y="205993"/>
                  </a:lnTo>
                  <a:lnTo>
                    <a:pt x="555438" y="222033"/>
                  </a:lnTo>
                  <a:lnTo>
                    <a:pt x="546607" y="235156"/>
                  </a:lnTo>
                  <a:lnTo>
                    <a:pt x="533491" y="244016"/>
                  </a:lnTo>
                  <a:lnTo>
                    <a:pt x="517398" y="247268"/>
                  </a:lnTo>
                  <a:lnTo>
                    <a:pt x="41275" y="247268"/>
                  </a:lnTo>
                  <a:lnTo>
                    <a:pt x="25235" y="244016"/>
                  </a:lnTo>
                  <a:lnTo>
                    <a:pt x="12112" y="235156"/>
                  </a:lnTo>
                  <a:lnTo>
                    <a:pt x="3252" y="222033"/>
                  </a:lnTo>
                  <a:lnTo>
                    <a:pt x="0" y="205993"/>
                  </a:lnTo>
                  <a:lnTo>
                    <a:pt x="0" y="41147"/>
                  </a:lnTo>
                  <a:close/>
                </a:path>
              </a:pathLst>
            </a:custGeom>
            <a:ln w="38100">
              <a:solidFill>
                <a:srgbClr val="7600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074534" y="838454"/>
              <a:ext cx="377190" cy="175260"/>
            </a:xfrm>
            <a:custGeom>
              <a:avLst/>
              <a:gdLst/>
              <a:ahLst/>
              <a:cxnLst/>
              <a:rect l="l" t="t" r="r" b="b"/>
              <a:pathLst>
                <a:path w="377190" h="175259">
                  <a:moveTo>
                    <a:pt x="347725" y="0"/>
                  </a:moveTo>
                  <a:lnTo>
                    <a:pt x="29210" y="0"/>
                  </a:lnTo>
                  <a:lnTo>
                    <a:pt x="17841" y="2295"/>
                  </a:lnTo>
                  <a:lnTo>
                    <a:pt x="8556" y="8556"/>
                  </a:lnTo>
                  <a:lnTo>
                    <a:pt x="2295" y="17841"/>
                  </a:lnTo>
                  <a:lnTo>
                    <a:pt x="0" y="29210"/>
                  </a:lnTo>
                  <a:lnTo>
                    <a:pt x="0" y="145923"/>
                  </a:lnTo>
                  <a:lnTo>
                    <a:pt x="2295" y="157291"/>
                  </a:lnTo>
                  <a:lnTo>
                    <a:pt x="8556" y="166576"/>
                  </a:lnTo>
                  <a:lnTo>
                    <a:pt x="17841" y="172837"/>
                  </a:lnTo>
                  <a:lnTo>
                    <a:pt x="29210" y="175133"/>
                  </a:lnTo>
                  <a:lnTo>
                    <a:pt x="347725" y="175133"/>
                  </a:lnTo>
                  <a:lnTo>
                    <a:pt x="359094" y="172837"/>
                  </a:lnTo>
                  <a:lnTo>
                    <a:pt x="368379" y="166576"/>
                  </a:lnTo>
                  <a:lnTo>
                    <a:pt x="374640" y="157291"/>
                  </a:lnTo>
                  <a:lnTo>
                    <a:pt x="376936" y="145923"/>
                  </a:lnTo>
                  <a:lnTo>
                    <a:pt x="376936" y="29210"/>
                  </a:lnTo>
                  <a:lnTo>
                    <a:pt x="374640" y="17841"/>
                  </a:lnTo>
                  <a:lnTo>
                    <a:pt x="368379" y="8556"/>
                  </a:lnTo>
                  <a:lnTo>
                    <a:pt x="359094" y="2295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078363" y="837700"/>
              <a:ext cx="371957" cy="17530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828789" y="3774312"/>
              <a:ext cx="467867" cy="449580"/>
            </a:xfrm>
            <a:prstGeom prst="rect">
              <a:avLst/>
            </a:prstGeom>
          </p:spPr>
        </p:pic>
      </p:grpSp>
      <p:sp>
        <p:nvSpPr>
          <p:cNvPr id="120" name="object 120"/>
          <p:cNvSpPr txBox="1"/>
          <p:nvPr/>
        </p:nvSpPr>
        <p:spPr>
          <a:xfrm>
            <a:off x="6080252" y="1428368"/>
            <a:ext cx="479425" cy="23367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8415" marR="5080" indent="-6350">
              <a:lnSpc>
                <a:spcPts val="800"/>
              </a:lnSpc>
              <a:spcBef>
                <a:spcPts val="155"/>
              </a:spcBef>
            </a:pPr>
            <a:r>
              <a:rPr sz="700" spc="-20" dirty="0">
                <a:latin typeface="Arial"/>
                <a:cs typeface="Arial"/>
              </a:rPr>
              <a:t>Aprendizaje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automático</a:t>
            </a:r>
            <a:endParaRPr sz="7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056501" y="3588511"/>
            <a:ext cx="42545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78740">
              <a:lnSpc>
                <a:spcPts val="800"/>
              </a:lnSpc>
              <a:spcBef>
                <a:spcPts val="215"/>
              </a:spcBef>
            </a:pPr>
            <a:r>
              <a:rPr sz="750" spc="-20" dirty="0">
                <a:latin typeface="Arial"/>
                <a:cs typeface="Arial"/>
              </a:rPr>
              <a:t>Datos</a:t>
            </a:r>
            <a:r>
              <a:rPr sz="750" spc="-10" dirty="0">
                <a:latin typeface="Arial"/>
                <a:cs typeface="Arial"/>
              </a:rPr>
              <a:t> de</a:t>
            </a:r>
            <a:r>
              <a:rPr sz="750" spc="-6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diseño</a:t>
            </a:r>
            <a:endParaRPr sz="7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039481" y="3067050"/>
            <a:ext cx="49784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3815">
              <a:lnSpc>
                <a:spcPts val="800"/>
              </a:lnSpc>
              <a:spcBef>
                <a:spcPts val="215"/>
              </a:spcBef>
            </a:pPr>
            <a:r>
              <a:rPr sz="750" spc="-20" dirty="0">
                <a:latin typeface="Arial"/>
                <a:cs typeface="Arial"/>
              </a:rPr>
              <a:t>Datos</a:t>
            </a:r>
            <a:r>
              <a:rPr sz="750" spc="-3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de</a:t>
            </a:r>
            <a:r>
              <a:rPr sz="750" spc="-10" dirty="0">
                <a:latin typeface="Arial"/>
                <a:cs typeface="Arial"/>
              </a:rPr>
              <a:t> producción</a:t>
            </a:r>
            <a:endParaRPr sz="7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047356" y="2561336"/>
            <a:ext cx="1343660" cy="4578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5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Plataforma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1150"/>
              </a:lnSpc>
            </a:pP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datos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producción</a:t>
            </a:r>
            <a:endParaRPr sz="1000">
              <a:latin typeface="Arial"/>
              <a:cs typeface="Arial"/>
            </a:endParaRPr>
          </a:p>
          <a:p>
            <a:pPr marL="473075">
              <a:lnSpc>
                <a:spcPct val="100000"/>
              </a:lnSpc>
              <a:spcBef>
                <a:spcPts val="200"/>
              </a:spcBef>
            </a:pPr>
            <a:r>
              <a:rPr sz="750" spc="-20" dirty="0">
                <a:latin typeface="Arial"/>
                <a:cs typeface="Arial"/>
              </a:rPr>
              <a:t>Datos</a:t>
            </a:r>
            <a:r>
              <a:rPr sz="750" spc="-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de</a:t>
            </a:r>
            <a:r>
              <a:rPr sz="750" spc="-4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activos</a:t>
            </a:r>
            <a:endParaRPr sz="7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577073" y="3799713"/>
            <a:ext cx="26670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latin typeface="Arial"/>
                <a:cs typeface="Arial"/>
              </a:rPr>
              <a:t>Datos</a:t>
            </a:r>
            <a:endParaRPr sz="7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327138" y="3901820"/>
            <a:ext cx="78486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latin typeface="Arial"/>
                <a:cs typeface="Arial"/>
              </a:rPr>
              <a:t>de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mantenimiento</a:t>
            </a:r>
            <a:endParaRPr sz="7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959345" y="3074670"/>
            <a:ext cx="45720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85090">
              <a:lnSpc>
                <a:spcPts val="800"/>
              </a:lnSpc>
              <a:spcBef>
                <a:spcPts val="215"/>
              </a:spcBef>
            </a:pPr>
            <a:r>
              <a:rPr sz="750" spc="-20" dirty="0">
                <a:latin typeface="Arial"/>
                <a:cs typeface="Arial"/>
              </a:rPr>
              <a:t>Datos</a:t>
            </a:r>
            <a:r>
              <a:rPr sz="750" spc="50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de</a:t>
            </a:r>
            <a:r>
              <a:rPr sz="750" spc="-6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usuario</a:t>
            </a:r>
            <a:endParaRPr sz="7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13318" y="3576954"/>
            <a:ext cx="27813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5715">
              <a:lnSpc>
                <a:spcPts val="800"/>
              </a:lnSpc>
              <a:spcBef>
                <a:spcPts val="215"/>
              </a:spcBef>
            </a:pPr>
            <a:r>
              <a:rPr sz="750" spc="-10" dirty="0">
                <a:latin typeface="Arial"/>
                <a:cs typeface="Arial"/>
              </a:rPr>
              <a:t>Datos de</a:t>
            </a:r>
            <a:r>
              <a:rPr sz="750" spc="-65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IoT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4280534" y="2222754"/>
            <a:ext cx="4403090" cy="3343275"/>
            <a:chOff x="4280534" y="2222754"/>
            <a:chExt cx="4403090" cy="3343275"/>
          </a:xfrm>
        </p:grpSpPr>
        <p:pic>
          <p:nvPicPr>
            <p:cNvPr id="129" name="object 12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130920" y="3687699"/>
              <a:ext cx="552576" cy="54736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425562" y="3035452"/>
              <a:ext cx="609688" cy="717270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299584" y="2241804"/>
              <a:ext cx="2923540" cy="3305175"/>
            </a:xfrm>
            <a:custGeom>
              <a:avLst/>
              <a:gdLst/>
              <a:ahLst/>
              <a:cxnLst/>
              <a:rect l="l" t="t" r="r" b="b"/>
              <a:pathLst>
                <a:path w="2923540" h="3305175">
                  <a:moveTo>
                    <a:pt x="2877185" y="0"/>
                  </a:moveTo>
                  <a:lnTo>
                    <a:pt x="0" y="0"/>
                  </a:lnTo>
                  <a:lnTo>
                    <a:pt x="2793" y="2671953"/>
                  </a:lnTo>
                  <a:lnTo>
                    <a:pt x="3783" y="2750021"/>
                  </a:lnTo>
                  <a:lnTo>
                    <a:pt x="4106" y="2812292"/>
                  </a:lnTo>
                  <a:lnTo>
                    <a:pt x="3984" y="2863373"/>
                  </a:lnTo>
                  <a:lnTo>
                    <a:pt x="3175" y="2995549"/>
                  </a:lnTo>
                  <a:lnTo>
                    <a:pt x="5841" y="3304667"/>
                  </a:lnTo>
                  <a:lnTo>
                    <a:pt x="2923413" y="3304667"/>
                  </a:lnTo>
                  <a:lnTo>
                    <a:pt x="2923413" y="2176653"/>
                  </a:lnTo>
                  <a:lnTo>
                    <a:pt x="2273681" y="1526921"/>
                  </a:lnTo>
                  <a:lnTo>
                    <a:pt x="2273681" y="603504"/>
                  </a:lnTo>
                  <a:lnTo>
                    <a:pt x="28771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299584" y="2241804"/>
              <a:ext cx="2923540" cy="3305175"/>
            </a:xfrm>
            <a:custGeom>
              <a:avLst/>
              <a:gdLst/>
              <a:ahLst/>
              <a:cxnLst/>
              <a:rect l="l" t="t" r="r" b="b"/>
              <a:pathLst>
                <a:path w="2923540" h="3305175">
                  <a:moveTo>
                    <a:pt x="0" y="0"/>
                  </a:moveTo>
                  <a:lnTo>
                    <a:pt x="2877185" y="0"/>
                  </a:lnTo>
                  <a:lnTo>
                    <a:pt x="2273681" y="603504"/>
                  </a:lnTo>
                  <a:lnTo>
                    <a:pt x="2273681" y="1526921"/>
                  </a:lnTo>
                  <a:lnTo>
                    <a:pt x="2923413" y="2176653"/>
                  </a:lnTo>
                  <a:lnTo>
                    <a:pt x="2923413" y="2960243"/>
                  </a:lnTo>
                  <a:lnTo>
                    <a:pt x="2923413" y="3304667"/>
                  </a:lnTo>
                  <a:lnTo>
                    <a:pt x="5841" y="3304667"/>
                  </a:lnTo>
                  <a:lnTo>
                    <a:pt x="5397" y="3251395"/>
                  </a:lnTo>
                  <a:lnTo>
                    <a:pt x="4953" y="3200225"/>
                  </a:lnTo>
                  <a:lnTo>
                    <a:pt x="4508" y="3150108"/>
                  </a:lnTo>
                  <a:lnTo>
                    <a:pt x="4064" y="3099990"/>
                  </a:lnTo>
                  <a:lnTo>
                    <a:pt x="3619" y="3048820"/>
                  </a:lnTo>
                  <a:lnTo>
                    <a:pt x="3175" y="2995549"/>
                  </a:lnTo>
                  <a:lnTo>
                    <a:pt x="3296" y="2950394"/>
                  </a:lnTo>
                  <a:lnTo>
                    <a:pt x="3640" y="2907871"/>
                  </a:lnTo>
                  <a:lnTo>
                    <a:pt x="3984" y="2863373"/>
                  </a:lnTo>
                  <a:lnTo>
                    <a:pt x="4106" y="2812292"/>
                  </a:lnTo>
                  <a:lnTo>
                    <a:pt x="3783" y="2750021"/>
                  </a:lnTo>
                  <a:lnTo>
                    <a:pt x="2793" y="2671953"/>
                  </a:lnTo>
                  <a:lnTo>
                    <a:pt x="2791" y="2616408"/>
                  </a:lnTo>
                  <a:lnTo>
                    <a:pt x="2782" y="2561455"/>
                  </a:lnTo>
                  <a:lnTo>
                    <a:pt x="2768" y="2507071"/>
                  </a:lnTo>
                  <a:lnTo>
                    <a:pt x="2748" y="2453233"/>
                  </a:lnTo>
                  <a:lnTo>
                    <a:pt x="2724" y="2399918"/>
                  </a:lnTo>
                  <a:lnTo>
                    <a:pt x="2694" y="2347102"/>
                  </a:lnTo>
                  <a:lnTo>
                    <a:pt x="2660" y="2294763"/>
                  </a:lnTo>
                  <a:lnTo>
                    <a:pt x="2622" y="2242876"/>
                  </a:lnTo>
                  <a:lnTo>
                    <a:pt x="2579" y="2191418"/>
                  </a:lnTo>
                  <a:lnTo>
                    <a:pt x="2533" y="2140368"/>
                  </a:lnTo>
                  <a:lnTo>
                    <a:pt x="2482" y="2089700"/>
                  </a:lnTo>
                  <a:lnTo>
                    <a:pt x="2429" y="2039392"/>
                  </a:lnTo>
                  <a:lnTo>
                    <a:pt x="2372" y="1989422"/>
                  </a:lnTo>
                  <a:lnTo>
                    <a:pt x="2312" y="1939764"/>
                  </a:lnTo>
                  <a:lnTo>
                    <a:pt x="2249" y="1890397"/>
                  </a:lnTo>
                  <a:lnTo>
                    <a:pt x="2183" y="1841297"/>
                  </a:lnTo>
                  <a:lnTo>
                    <a:pt x="2116" y="1792441"/>
                  </a:lnTo>
                  <a:lnTo>
                    <a:pt x="2046" y="1743805"/>
                  </a:lnTo>
                  <a:lnTo>
                    <a:pt x="1974" y="1695366"/>
                  </a:lnTo>
                  <a:lnTo>
                    <a:pt x="1900" y="1647102"/>
                  </a:lnTo>
                  <a:lnTo>
                    <a:pt x="1825" y="1598989"/>
                  </a:lnTo>
                  <a:lnTo>
                    <a:pt x="1749" y="1551003"/>
                  </a:lnTo>
                  <a:lnTo>
                    <a:pt x="1672" y="1503122"/>
                  </a:lnTo>
                  <a:lnTo>
                    <a:pt x="1594" y="1455321"/>
                  </a:lnTo>
                  <a:lnTo>
                    <a:pt x="1515" y="1407579"/>
                  </a:lnTo>
                  <a:lnTo>
                    <a:pt x="1436" y="1359872"/>
                  </a:lnTo>
                  <a:lnTo>
                    <a:pt x="1357" y="1312176"/>
                  </a:lnTo>
                  <a:lnTo>
                    <a:pt x="1278" y="1264468"/>
                  </a:lnTo>
                  <a:lnTo>
                    <a:pt x="1199" y="1216725"/>
                  </a:lnTo>
                  <a:lnTo>
                    <a:pt x="1121" y="1168924"/>
                  </a:lnTo>
                  <a:lnTo>
                    <a:pt x="1044" y="1121042"/>
                  </a:lnTo>
                  <a:lnTo>
                    <a:pt x="968" y="1073054"/>
                  </a:lnTo>
                  <a:lnTo>
                    <a:pt x="893" y="1024939"/>
                  </a:lnTo>
                  <a:lnTo>
                    <a:pt x="819" y="976673"/>
                  </a:lnTo>
                  <a:lnTo>
                    <a:pt x="747" y="928233"/>
                  </a:lnTo>
                  <a:lnTo>
                    <a:pt x="677" y="879594"/>
                  </a:lnTo>
                  <a:lnTo>
                    <a:pt x="610" y="830735"/>
                  </a:lnTo>
                  <a:lnTo>
                    <a:pt x="544" y="781632"/>
                  </a:lnTo>
                  <a:lnTo>
                    <a:pt x="481" y="732262"/>
                  </a:lnTo>
                  <a:lnTo>
                    <a:pt x="421" y="682601"/>
                  </a:lnTo>
                  <a:lnTo>
                    <a:pt x="364" y="632626"/>
                  </a:lnTo>
                  <a:lnTo>
                    <a:pt x="311" y="582315"/>
                  </a:lnTo>
                  <a:lnTo>
                    <a:pt x="260" y="531643"/>
                  </a:lnTo>
                  <a:lnTo>
                    <a:pt x="214" y="480587"/>
                  </a:lnTo>
                  <a:lnTo>
                    <a:pt x="171" y="429125"/>
                  </a:lnTo>
                  <a:lnTo>
                    <a:pt x="133" y="377233"/>
                  </a:lnTo>
                  <a:lnTo>
                    <a:pt x="99" y="324888"/>
                  </a:lnTo>
                  <a:lnTo>
                    <a:pt x="69" y="272066"/>
                  </a:lnTo>
                  <a:lnTo>
                    <a:pt x="45" y="218745"/>
                  </a:lnTo>
                  <a:lnTo>
                    <a:pt x="25" y="164901"/>
                  </a:lnTo>
                  <a:lnTo>
                    <a:pt x="11" y="110511"/>
                  </a:lnTo>
                  <a:lnTo>
                    <a:pt x="2" y="5555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4381627" y="2248916"/>
            <a:ext cx="1807210" cy="317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215"/>
              </a:spcBef>
            </a:pPr>
            <a:r>
              <a:rPr sz="1000" b="1" spc="-65" dirty="0">
                <a:latin typeface="Arial"/>
                <a:cs typeface="Arial"/>
              </a:rPr>
              <a:t>Diseño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máquina,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celda,</a:t>
            </a:r>
            <a:r>
              <a:rPr sz="1000" b="1" spc="-30" dirty="0">
                <a:latin typeface="Arial"/>
                <a:cs typeface="Arial"/>
              </a:rPr>
              <a:t> línea, </a:t>
            </a:r>
            <a:r>
              <a:rPr sz="1000" b="1" spc="-10" dirty="0">
                <a:latin typeface="Arial"/>
                <a:cs typeface="Arial"/>
              </a:rPr>
              <a:t>planta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452998" y="5241163"/>
            <a:ext cx="385445" cy="226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57785">
              <a:lnSpc>
                <a:spcPct val="103099"/>
              </a:lnSpc>
              <a:spcBef>
                <a:spcPts val="70"/>
              </a:spcBef>
            </a:pPr>
            <a:r>
              <a:rPr sz="650" spc="-10" dirty="0">
                <a:latin typeface="Arial"/>
                <a:cs typeface="Arial"/>
              </a:rPr>
              <a:t>Diseño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25" dirty="0">
                <a:latin typeface="Arial"/>
                <a:cs typeface="Arial"/>
              </a:rPr>
              <a:t>de</a:t>
            </a:r>
            <a:r>
              <a:rPr sz="650" spc="-4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control</a:t>
            </a:r>
            <a:endParaRPr sz="650">
              <a:latin typeface="Arial"/>
              <a:cs typeface="Arial"/>
            </a:endParaRPr>
          </a:p>
        </p:txBody>
      </p:sp>
      <p:pic>
        <p:nvPicPr>
          <p:cNvPr id="135" name="object 13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514085" y="5013185"/>
            <a:ext cx="283121" cy="224548"/>
          </a:xfrm>
          <a:prstGeom prst="rect">
            <a:avLst/>
          </a:prstGeom>
        </p:spPr>
      </p:pic>
      <p:sp>
        <p:nvSpPr>
          <p:cNvPr id="136" name="object 136"/>
          <p:cNvSpPr txBox="1"/>
          <p:nvPr/>
        </p:nvSpPr>
        <p:spPr>
          <a:xfrm>
            <a:off x="4430395" y="3818635"/>
            <a:ext cx="36703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275" marR="5080" indent="-29209">
              <a:lnSpc>
                <a:spcPts val="800"/>
              </a:lnSpc>
              <a:spcBef>
                <a:spcPts val="215"/>
              </a:spcBef>
            </a:pPr>
            <a:r>
              <a:rPr sz="750" spc="-10" dirty="0">
                <a:latin typeface="Arial"/>
                <a:cs typeface="Arial"/>
              </a:rPr>
              <a:t>Sistema Diseño</a:t>
            </a:r>
            <a:endParaRPr sz="7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4848859" y="3804284"/>
            <a:ext cx="485140" cy="24320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59055">
              <a:lnSpc>
                <a:spcPts val="800"/>
              </a:lnSpc>
              <a:spcBef>
                <a:spcPts val="215"/>
              </a:spcBef>
            </a:pPr>
            <a:r>
              <a:rPr sz="750" spc="-10" dirty="0">
                <a:latin typeface="Arial"/>
                <a:cs typeface="Arial"/>
              </a:rPr>
              <a:t>Sistema Simulación</a:t>
            </a:r>
            <a:endParaRPr sz="7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422519" y="3334257"/>
            <a:ext cx="428625" cy="3943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ctr">
              <a:lnSpc>
                <a:spcPct val="90800"/>
              </a:lnSpc>
              <a:spcBef>
                <a:spcPts val="170"/>
              </a:spcBef>
            </a:pPr>
            <a:r>
              <a:rPr sz="650" spc="-10" dirty="0">
                <a:latin typeface="Arial"/>
                <a:cs typeface="Arial"/>
              </a:rPr>
              <a:t>Caracterís-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ticas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mecánicas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Diseño</a:t>
            </a:r>
            <a:endParaRPr sz="6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418835" y="3976242"/>
            <a:ext cx="428625" cy="3943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ctr">
              <a:lnSpc>
                <a:spcPct val="90800"/>
              </a:lnSpc>
              <a:spcBef>
                <a:spcPts val="170"/>
              </a:spcBef>
            </a:pPr>
            <a:r>
              <a:rPr sz="650" spc="-10" dirty="0">
                <a:latin typeface="Arial"/>
                <a:cs typeface="Arial"/>
              </a:rPr>
              <a:t>Caracterís-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ticas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eléctricas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Diseño</a:t>
            </a:r>
            <a:endParaRPr sz="650">
              <a:latin typeface="Arial"/>
              <a:cs typeface="Arial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5400675" y="2597530"/>
            <a:ext cx="132080" cy="2535555"/>
          </a:xfrm>
          <a:custGeom>
            <a:avLst/>
            <a:gdLst/>
            <a:ahLst/>
            <a:cxnLst/>
            <a:rect l="l" t="t" r="r" b="b"/>
            <a:pathLst>
              <a:path w="132079" h="2535554">
                <a:moveTo>
                  <a:pt x="0" y="2535428"/>
                </a:moveTo>
                <a:lnTo>
                  <a:pt x="0" y="0"/>
                </a:lnTo>
              </a:path>
              <a:path w="132079" h="2535554">
                <a:moveTo>
                  <a:pt x="2159" y="2535428"/>
                </a:moveTo>
                <a:lnTo>
                  <a:pt x="132079" y="2535428"/>
                </a:lnTo>
              </a:path>
            </a:pathLst>
          </a:custGeom>
          <a:ln w="635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4358385" y="2567685"/>
            <a:ext cx="956310" cy="319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800"/>
              </a:lnSpc>
              <a:spcBef>
                <a:spcPts val="105"/>
              </a:spcBef>
            </a:pPr>
            <a:r>
              <a:rPr sz="750" spc="-10" dirty="0">
                <a:latin typeface="Arial"/>
                <a:cs typeface="Arial"/>
              </a:rPr>
              <a:t>Producto,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información</a:t>
            </a:r>
            <a:endParaRPr sz="750">
              <a:latin typeface="Arial"/>
              <a:cs typeface="Arial"/>
            </a:endParaRPr>
          </a:p>
          <a:p>
            <a:pPr marL="635" algn="ctr">
              <a:lnSpc>
                <a:spcPts val="705"/>
              </a:lnSpc>
            </a:pPr>
            <a:r>
              <a:rPr sz="750" spc="-20" dirty="0">
                <a:latin typeface="Arial"/>
                <a:cs typeface="Arial"/>
              </a:rPr>
              <a:t>de</a:t>
            </a:r>
            <a:r>
              <a:rPr sz="750" spc="-50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procesos</a:t>
            </a:r>
            <a:endParaRPr sz="750">
              <a:latin typeface="Arial"/>
              <a:cs typeface="Arial"/>
            </a:endParaRPr>
          </a:p>
          <a:p>
            <a:pPr marL="635" algn="ctr">
              <a:lnSpc>
                <a:spcPts val="805"/>
              </a:lnSpc>
            </a:pPr>
            <a:r>
              <a:rPr sz="750" spc="-30" dirty="0">
                <a:latin typeface="Arial"/>
                <a:cs typeface="Arial"/>
              </a:rPr>
              <a:t>y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requisitos</a:t>
            </a:r>
            <a:endParaRPr sz="75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5938773" y="5248147"/>
            <a:ext cx="431800" cy="226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145" marR="5080" indent="-5080">
              <a:lnSpc>
                <a:spcPct val="103099"/>
              </a:lnSpc>
              <a:spcBef>
                <a:spcPts val="70"/>
              </a:spcBef>
            </a:pPr>
            <a:r>
              <a:rPr sz="650" spc="-25" dirty="0">
                <a:latin typeface="Arial"/>
                <a:cs typeface="Arial"/>
              </a:rPr>
              <a:t>de</a:t>
            </a:r>
            <a:r>
              <a:rPr sz="650" spc="-4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motores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Simulación</a:t>
            </a:r>
            <a:endParaRPr sz="650">
              <a:latin typeface="Arial"/>
              <a:cs typeface="Arial"/>
            </a:endParaRPr>
          </a:p>
        </p:txBody>
      </p:sp>
      <p:pic>
        <p:nvPicPr>
          <p:cNvPr id="143" name="object 14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959602" y="5017630"/>
            <a:ext cx="283121" cy="224548"/>
          </a:xfrm>
          <a:prstGeom prst="rect">
            <a:avLst/>
          </a:prstGeom>
        </p:spPr>
      </p:pic>
      <p:sp>
        <p:nvSpPr>
          <p:cNvPr id="144" name="object 144"/>
          <p:cNvSpPr txBox="1"/>
          <p:nvPr/>
        </p:nvSpPr>
        <p:spPr>
          <a:xfrm>
            <a:off x="5942457" y="3333750"/>
            <a:ext cx="428625" cy="3943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ctr">
              <a:lnSpc>
                <a:spcPct val="90800"/>
              </a:lnSpc>
              <a:spcBef>
                <a:spcPts val="170"/>
              </a:spcBef>
            </a:pPr>
            <a:r>
              <a:rPr sz="650" spc="-10" dirty="0">
                <a:latin typeface="Arial"/>
                <a:cs typeface="Arial"/>
              </a:rPr>
              <a:t>Caracterís-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ticas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mecánicas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Simulación</a:t>
            </a:r>
            <a:endParaRPr sz="65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42203" y="3980433"/>
            <a:ext cx="428625" cy="3943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ctr">
              <a:lnSpc>
                <a:spcPct val="90800"/>
              </a:lnSpc>
              <a:spcBef>
                <a:spcPts val="170"/>
              </a:spcBef>
            </a:pPr>
            <a:r>
              <a:rPr sz="650" spc="-10" dirty="0">
                <a:latin typeface="Arial"/>
                <a:cs typeface="Arial"/>
              </a:rPr>
              <a:t>Caracterís-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ticas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eléctricas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Simulación</a:t>
            </a:r>
            <a:endParaRPr sz="650">
              <a:latin typeface="Arial"/>
              <a:cs typeface="Arial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6270752" y="2605151"/>
            <a:ext cx="130175" cy="2520315"/>
          </a:xfrm>
          <a:custGeom>
            <a:avLst/>
            <a:gdLst/>
            <a:ahLst/>
            <a:cxnLst/>
            <a:rect l="l" t="t" r="r" b="b"/>
            <a:pathLst>
              <a:path w="130175" h="2520315">
                <a:moveTo>
                  <a:pt x="129159" y="2520315"/>
                </a:moveTo>
                <a:lnTo>
                  <a:pt x="129159" y="0"/>
                </a:lnTo>
              </a:path>
              <a:path w="130175" h="2520315">
                <a:moveTo>
                  <a:pt x="0" y="2520315"/>
                </a:moveTo>
                <a:lnTo>
                  <a:pt x="129921" y="2520315"/>
                </a:lnTo>
              </a:path>
            </a:pathLst>
          </a:custGeom>
          <a:ln w="635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5485003" y="2829560"/>
            <a:ext cx="385445" cy="2127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9209" marR="5080" indent="-17145">
              <a:lnSpc>
                <a:spcPts val="700"/>
              </a:lnSpc>
              <a:spcBef>
                <a:spcPts val="185"/>
              </a:spcBef>
            </a:pPr>
            <a:r>
              <a:rPr sz="650" spc="-25" dirty="0">
                <a:latin typeface="Arial"/>
                <a:cs typeface="Arial"/>
              </a:rPr>
              <a:t>de</a:t>
            </a:r>
            <a:r>
              <a:rPr sz="650" spc="-4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trabajo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humanas</a:t>
            </a:r>
            <a:endParaRPr sz="65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5419471" y="2741168"/>
            <a:ext cx="91948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dirty="0">
                <a:latin typeface="Arial"/>
                <a:cs typeface="Arial"/>
              </a:rPr>
              <a:t>Instrucciones</a:t>
            </a:r>
            <a:r>
              <a:rPr sz="650" spc="44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Factores</a:t>
            </a:r>
            <a:endParaRPr sz="65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955538" y="2842006"/>
            <a:ext cx="421640" cy="2222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33020">
              <a:lnSpc>
                <a:spcPts val="770"/>
              </a:lnSpc>
              <a:spcBef>
                <a:spcPts val="130"/>
              </a:spcBef>
            </a:pPr>
            <a:r>
              <a:rPr sz="650" spc="-10" dirty="0">
                <a:latin typeface="Arial"/>
                <a:cs typeface="Arial"/>
              </a:rPr>
              <a:t>humanos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20" dirty="0">
                <a:latin typeface="Arial"/>
                <a:cs typeface="Arial"/>
              </a:rPr>
              <a:t>Simulación</a:t>
            </a:r>
            <a:endParaRPr sz="65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380991" y="4069384"/>
            <a:ext cx="997585" cy="10325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5095" indent="-112395">
              <a:lnSpc>
                <a:spcPct val="100000"/>
              </a:lnSpc>
              <a:spcBef>
                <a:spcPts val="400"/>
              </a:spcBef>
              <a:buChar char="•"/>
              <a:tabLst>
                <a:tab pos="125095" algn="l"/>
              </a:tabLst>
            </a:pPr>
            <a:r>
              <a:rPr sz="850" spc="-10" dirty="0">
                <a:latin typeface="Arial"/>
                <a:cs typeface="Arial"/>
              </a:rPr>
              <a:t>Seguridad</a:t>
            </a:r>
            <a:endParaRPr sz="850">
              <a:latin typeface="Arial"/>
              <a:cs typeface="Arial"/>
            </a:endParaRPr>
          </a:p>
          <a:p>
            <a:pPr marL="125095" indent="-112395">
              <a:lnSpc>
                <a:spcPct val="100000"/>
              </a:lnSpc>
              <a:spcBef>
                <a:spcPts val="305"/>
              </a:spcBef>
              <a:buChar char="•"/>
              <a:tabLst>
                <a:tab pos="125095" algn="l"/>
              </a:tabLst>
            </a:pPr>
            <a:r>
              <a:rPr sz="850" spc="-10" dirty="0">
                <a:latin typeface="Arial"/>
                <a:cs typeface="Arial"/>
              </a:rPr>
              <a:t>Calidad</a:t>
            </a:r>
            <a:endParaRPr sz="850">
              <a:latin typeface="Arial"/>
              <a:cs typeface="Arial"/>
            </a:endParaRPr>
          </a:p>
          <a:p>
            <a:pPr marL="125095" indent="-112395">
              <a:lnSpc>
                <a:spcPct val="100000"/>
              </a:lnSpc>
              <a:spcBef>
                <a:spcPts val="300"/>
              </a:spcBef>
              <a:buChar char="•"/>
              <a:tabLst>
                <a:tab pos="125095" algn="l"/>
              </a:tabLst>
            </a:pPr>
            <a:r>
              <a:rPr sz="850" spc="-10" dirty="0">
                <a:latin typeface="Arial"/>
                <a:cs typeface="Arial"/>
              </a:rPr>
              <a:t>Ciberseguridad</a:t>
            </a:r>
            <a:endParaRPr sz="850">
              <a:latin typeface="Arial"/>
              <a:cs typeface="Arial"/>
            </a:endParaRPr>
          </a:p>
          <a:p>
            <a:pPr marL="125095" indent="-112395">
              <a:lnSpc>
                <a:spcPct val="100000"/>
              </a:lnSpc>
              <a:spcBef>
                <a:spcPts val="300"/>
              </a:spcBef>
              <a:buChar char="•"/>
              <a:tabLst>
                <a:tab pos="125095" algn="l"/>
              </a:tabLst>
            </a:pPr>
            <a:r>
              <a:rPr sz="850" spc="-10" dirty="0">
                <a:latin typeface="Arial"/>
                <a:cs typeface="Arial"/>
              </a:rPr>
              <a:t>Resiliencia</a:t>
            </a:r>
            <a:endParaRPr sz="850">
              <a:latin typeface="Arial"/>
              <a:cs typeface="Arial"/>
            </a:endParaRPr>
          </a:p>
          <a:p>
            <a:pPr marL="125095" indent="-112395">
              <a:lnSpc>
                <a:spcPct val="100000"/>
              </a:lnSpc>
              <a:spcBef>
                <a:spcPts val="300"/>
              </a:spcBef>
              <a:buChar char="•"/>
              <a:tabLst>
                <a:tab pos="125095" algn="l"/>
              </a:tabLst>
            </a:pPr>
            <a:r>
              <a:rPr sz="850" spc="-20" dirty="0">
                <a:latin typeface="Arial"/>
                <a:cs typeface="Arial"/>
              </a:rPr>
              <a:t>Energía/Desechos</a:t>
            </a:r>
            <a:endParaRPr sz="850">
              <a:latin typeface="Arial"/>
              <a:cs typeface="Arial"/>
            </a:endParaRPr>
          </a:p>
          <a:p>
            <a:pPr marL="125095" indent="-112395">
              <a:lnSpc>
                <a:spcPct val="100000"/>
              </a:lnSpc>
              <a:spcBef>
                <a:spcPts val="300"/>
              </a:spcBef>
              <a:buChar char="•"/>
              <a:tabLst>
                <a:tab pos="125095" algn="l"/>
              </a:tabLst>
            </a:pPr>
            <a:r>
              <a:rPr sz="850" spc="-10" dirty="0">
                <a:latin typeface="Arial"/>
                <a:cs typeface="Arial"/>
              </a:rPr>
              <a:t>Mantenibilidad</a:t>
            </a:r>
            <a:endParaRPr sz="85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380991" y="5113782"/>
            <a:ext cx="7277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" marR="508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095" algn="l"/>
              </a:tabLst>
            </a:pPr>
            <a:r>
              <a:rPr sz="850" spc="-35" dirty="0">
                <a:latin typeface="Arial"/>
                <a:cs typeface="Arial"/>
              </a:rPr>
              <a:t>Modelado </a:t>
            </a:r>
            <a:r>
              <a:rPr sz="850" spc="-25" dirty="0">
                <a:latin typeface="Arial"/>
                <a:cs typeface="Arial"/>
              </a:rPr>
              <a:t>de </a:t>
            </a:r>
            <a:r>
              <a:rPr sz="850" spc="-10" dirty="0">
                <a:latin typeface="Arial"/>
                <a:cs typeface="Arial"/>
              </a:rPr>
              <a:t>procesos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4366259" y="2016251"/>
            <a:ext cx="2800985" cy="3117850"/>
            <a:chOff x="4366259" y="2016251"/>
            <a:chExt cx="2800985" cy="3117850"/>
          </a:xfrm>
        </p:grpSpPr>
        <p:pic>
          <p:nvPicPr>
            <p:cNvPr id="153" name="object 15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550407" y="2511551"/>
              <a:ext cx="270510" cy="203453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542787" y="3768851"/>
              <a:ext cx="250698" cy="186689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885943" y="2895599"/>
              <a:ext cx="182117" cy="241553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366259" y="2871215"/>
              <a:ext cx="180594" cy="241553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454651" y="3573779"/>
              <a:ext cx="305562" cy="220217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988051" y="3547871"/>
              <a:ext cx="258317" cy="221741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535167" y="3137915"/>
              <a:ext cx="302513" cy="195834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995415" y="3755135"/>
              <a:ext cx="255270" cy="220218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987795" y="3134867"/>
              <a:ext cx="256794" cy="220217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662927" y="4713731"/>
              <a:ext cx="291846" cy="270510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5269102" y="2598038"/>
              <a:ext cx="1131570" cy="2532380"/>
            </a:xfrm>
            <a:custGeom>
              <a:avLst/>
              <a:gdLst/>
              <a:ahLst/>
              <a:cxnLst/>
              <a:rect l="l" t="t" r="r" b="b"/>
              <a:pathLst>
                <a:path w="1131570" h="2532379">
                  <a:moveTo>
                    <a:pt x="545846" y="2532380"/>
                  </a:moveTo>
                  <a:lnTo>
                    <a:pt x="675767" y="2532380"/>
                  </a:lnTo>
                </a:path>
                <a:path w="1131570" h="2532379">
                  <a:moveTo>
                    <a:pt x="1001649" y="1266952"/>
                  </a:moveTo>
                  <a:lnTo>
                    <a:pt x="1131570" y="1266952"/>
                  </a:lnTo>
                </a:path>
                <a:path w="1131570" h="2532379">
                  <a:moveTo>
                    <a:pt x="0" y="1100582"/>
                  </a:moveTo>
                  <a:lnTo>
                    <a:pt x="130048" y="1100582"/>
                  </a:lnTo>
                </a:path>
                <a:path w="1131570" h="2532379">
                  <a:moveTo>
                    <a:pt x="135000" y="0"/>
                  </a:moveTo>
                  <a:lnTo>
                    <a:pt x="264922" y="0"/>
                  </a:lnTo>
                </a:path>
                <a:path w="1131570" h="2532379">
                  <a:moveTo>
                    <a:pt x="1001649" y="6350"/>
                  </a:moveTo>
                  <a:lnTo>
                    <a:pt x="1131570" y="6350"/>
                  </a:lnTo>
                </a:path>
                <a:path w="1131570" h="2532379">
                  <a:moveTo>
                    <a:pt x="597154" y="6350"/>
                  </a:moveTo>
                  <a:lnTo>
                    <a:pt x="727075" y="635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395846" y="4768469"/>
              <a:ext cx="196596" cy="95885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4788407" y="3698620"/>
              <a:ext cx="130175" cy="0"/>
            </a:xfrm>
            <a:custGeom>
              <a:avLst/>
              <a:gdLst/>
              <a:ahLst/>
              <a:cxnLst/>
              <a:rect l="l" t="t" r="r" b="b"/>
              <a:pathLst>
                <a:path w="130175">
                  <a:moveTo>
                    <a:pt x="0" y="0"/>
                  </a:moveTo>
                  <a:lnTo>
                    <a:pt x="129920" y="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565649" y="3170427"/>
              <a:ext cx="96520" cy="347345"/>
            </a:xfrm>
            <a:custGeom>
              <a:avLst/>
              <a:gdLst/>
              <a:ahLst/>
              <a:cxnLst/>
              <a:rect l="l" t="t" r="r" b="b"/>
              <a:pathLst>
                <a:path w="96520" h="347345">
                  <a:moveTo>
                    <a:pt x="44831" y="333465"/>
                  </a:moveTo>
                  <a:lnTo>
                    <a:pt x="44830" y="343205"/>
                  </a:lnTo>
                  <a:lnTo>
                    <a:pt x="48005" y="346837"/>
                  </a:lnTo>
                  <a:lnTo>
                    <a:pt x="51180" y="343205"/>
                  </a:lnTo>
                  <a:lnTo>
                    <a:pt x="51180" y="339851"/>
                  </a:lnTo>
                  <a:lnTo>
                    <a:pt x="45592" y="339851"/>
                  </a:lnTo>
                  <a:lnTo>
                    <a:pt x="48005" y="337094"/>
                  </a:lnTo>
                  <a:lnTo>
                    <a:pt x="44831" y="333465"/>
                  </a:lnTo>
                  <a:close/>
                </a:path>
                <a:path w="96520" h="347345">
                  <a:moveTo>
                    <a:pt x="44830" y="343205"/>
                  </a:moveTo>
                  <a:lnTo>
                    <a:pt x="44830" y="343788"/>
                  </a:lnTo>
                  <a:lnTo>
                    <a:pt x="46227" y="345186"/>
                  </a:lnTo>
                  <a:lnTo>
                    <a:pt x="46562" y="345186"/>
                  </a:lnTo>
                  <a:lnTo>
                    <a:pt x="44830" y="343205"/>
                  </a:lnTo>
                  <a:close/>
                </a:path>
                <a:path w="96520" h="347345">
                  <a:moveTo>
                    <a:pt x="51180" y="343205"/>
                  </a:moveTo>
                  <a:lnTo>
                    <a:pt x="49449" y="345186"/>
                  </a:lnTo>
                  <a:lnTo>
                    <a:pt x="49784" y="345186"/>
                  </a:lnTo>
                  <a:lnTo>
                    <a:pt x="51180" y="343788"/>
                  </a:lnTo>
                  <a:lnTo>
                    <a:pt x="51180" y="343205"/>
                  </a:lnTo>
                  <a:close/>
                </a:path>
                <a:path w="96520" h="347345">
                  <a:moveTo>
                    <a:pt x="4825" y="287782"/>
                  </a:moveTo>
                  <a:lnTo>
                    <a:pt x="2652" y="287782"/>
                  </a:lnTo>
                  <a:lnTo>
                    <a:pt x="1524" y="288798"/>
                  </a:lnTo>
                  <a:lnTo>
                    <a:pt x="126" y="289941"/>
                  </a:lnTo>
                  <a:lnTo>
                    <a:pt x="0" y="291973"/>
                  </a:lnTo>
                  <a:lnTo>
                    <a:pt x="1142" y="293243"/>
                  </a:lnTo>
                  <a:lnTo>
                    <a:pt x="44830" y="343205"/>
                  </a:lnTo>
                  <a:lnTo>
                    <a:pt x="44830" y="333465"/>
                  </a:lnTo>
                  <a:lnTo>
                    <a:pt x="5969" y="289051"/>
                  </a:lnTo>
                  <a:lnTo>
                    <a:pt x="4825" y="287782"/>
                  </a:lnTo>
                  <a:close/>
                </a:path>
                <a:path w="96520" h="347345">
                  <a:moveTo>
                    <a:pt x="93373" y="287782"/>
                  </a:moveTo>
                  <a:lnTo>
                    <a:pt x="91312" y="287782"/>
                  </a:lnTo>
                  <a:lnTo>
                    <a:pt x="90042" y="289051"/>
                  </a:lnTo>
                  <a:lnTo>
                    <a:pt x="51180" y="333465"/>
                  </a:lnTo>
                  <a:lnTo>
                    <a:pt x="51180" y="343205"/>
                  </a:lnTo>
                  <a:lnTo>
                    <a:pt x="94869" y="293243"/>
                  </a:lnTo>
                  <a:lnTo>
                    <a:pt x="96012" y="291973"/>
                  </a:lnTo>
                  <a:lnTo>
                    <a:pt x="95885" y="289941"/>
                  </a:lnTo>
                  <a:lnTo>
                    <a:pt x="94614" y="288798"/>
                  </a:lnTo>
                  <a:lnTo>
                    <a:pt x="93373" y="287782"/>
                  </a:lnTo>
                  <a:close/>
                </a:path>
                <a:path w="96520" h="347345">
                  <a:moveTo>
                    <a:pt x="48005" y="337094"/>
                  </a:moveTo>
                  <a:lnTo>
                    <a:pt x="45592" y="339851"/>
                  </a:lnTo>
                  <a:lnTo>
                    <a:pt x="50419" y="339851"/>
                  </a:lnTo>
                  <a:lnTo>
                    <a:pt x="48005" y="337094"/>
                  </a:lnTo>
                  <a:close/>
                </a:path>
                <a:path w="96520" h="347345">
                  <a:moveTo>
                    <a:pt x="51180" y="333465"/>
                  </a:moveTo>
                  <a:lnTo>
                    <a:pt x="48005" y="337094"/>
                  </a:lnTo>
                  <a:lnTo>
                    <a:pt x="50419" y="339851"/>
                  </a:lnTo>
                  <a:lnTo>
                    <a:pt x="51180" y="339851"/>
                  </a:lnTo>
                  <a:lnTo>
                    <a:pt x="51180" y="333465"/>
                  </a:lnTo>
                  <a:close/>
                </a:path>
                <a:path w="96520" h="347345">
                  <a:moveTo>
                    <a:pt x="49784" y="0"/>
                  </a:moveTo>
                  <a:lnTo>
                    <a:pt x="46227" y="0"/>
                  </a:lnTo>
                  <a:lnTo>
                    <a:pt x="44830" y="1397"/>
                  </a:lnTo>
                  <a:lnTo>
                    <a:pt x="44831" y="333465"/>
                  </a:lnTo>
                  <a:lnTo>
                    <a:pt x="48005" y="337094"/>
                  </a:lnTo>
                  <a:lnTo>
                    <a:pt x="51180" y="333465"/>
                  </a:lnTo>
                  <a:lnTo>
                    <a:pt x="51180" y="1397"/>
                  </a:lnTo>
                  <a:lnTo>
                    <a:pt x="4978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614544" y="3173602"/>
              <a:ext cx="351790" cy="172085"/>
            </a:xfrm>
            <a:custGeom>
              <a:avLst/>
              <a:gdLst/>
              <a:ahLst/>
              <a:cxnLst/>
              <a:rect l="l" t="t" r="r" b="b"/>
              <a:pathLst>
                <a:path w="351789" h="172085">
                  <a:moveTo>
                    <a:pt x="0" y="171958"/>
                  </a:moveTo>
                  <a:lnTo>
                    <a:pt x="180212" y="171958"/>
                  </a:lnTo>
                </a:path>
                <a:path w="351789" h="172085">
                  <a:moveTo>
                    <a:pt x="180212" y="171323"/>
                  </a:moveTo>
                  <a:lnTo>
                    <a:pt x="351535" y="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329171" y="2016251"/>
              <a:ext cx="837869" cy="524637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6451091" y="2138044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517398" y="0"/>
                  </a:moveTo>
                  <a:lnTo>
                    <a:pt x="41148" y="0"/>
                  </a:lnTo>
                  <a:lnTo>
                    <a:pt x="25128" y="3252"/>
                  </a:lnTo>
                  <a:lnTo>
                    <a:pt x="12049" y="12112"/>
                  </a:lnTo>
                  <a:lnTo>
                    <a:pt x="3232" y="25235"/>
                  </a:lnTo>
                  <a:lnTo>
                    <a:pt x="0" y="41275"/>
                  </a:lnTo>
                  <a:lnTo>
                    <a:pt x="0" y="206120"/>
                  </a:lnTo>
                  <a:lnTo>
                    <a:pt x="3232" y="222140"/>
                  </a:lnTo>
                  <a:lnTo>
                    <a:pt x="12049" y="235219"/>
                  </a:lnTo>
                  <a:lnTo>
                    <a:pt x="25128" y="244036"/>
                  </a:lnTo>
                  <a:lnTo>
                    <a:pt x="41148" y="247268"/>
                  </a:lnTo>
                  <a:lnTo>
                    <a:pt x="517398" y="247268"/>
                  </a:lnTo>
                  <a:lnTo>
                    <a:pt x="533417" y="244036"/>
                  </a:lnTo>
                  <a:lnTo>
                    <a:pt x="546496" y="235219"/>
                  </a:lnTo>
                  <a:lnTo>
                    <a:pt x="555313" y="222140"/>
                  </a:lnTo>
                  <a:lnTo>
                    <a:pt x="558546" y="206120"/>
                  </a:lnTo>
                  <a:lnTo>
                    <a:pt x="558546" y="41275"/>
                  </a:lnTo>
                  <a:lnTo>
                    <a:pt x="555313" y="25235"/>
                  </a:lnTo>
                  <a:lnTo>
                    <a:pt x="546496" y="12112"/>
                  </a:lnTo>
                  <a:lnTo>
                    <a:pt x="533417" y="3252"/>
                  </a:lnTo>
                  <a:lnTo>
                    <a:pt x="517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6451091" y="2138044"/>
              <a:ext cx="558800" cy="247650"/>
            </a:xfrm>
            <a:custGeom>
              <a:avLst/>
              <a:gdLst/>
              <a:ahLst/>
              <a:cxnLst/>
              <a:rect l="l" t="t" r="r" b="b"/>
              <a:pathLst>
                <a:path w="558800" h="247650">
                  <a:moveTo>
                    <a:pt x="0" y="41275"/>
                  </a:moveTo>
                  <a:lnTo>
                    <a:pt x="3232" y="25235"/>
                  </a:lnTo>
                  <a:lnTo>
                    <a:pt x="12049" y="12112"/>
                  </a:lnTo>
                  <a:lnTo>
                    <a:pt x="25128" y="3252"/>
                  </a:lnTo>
                  <a:lnTo>
                    <a:pt x="41148" y="0"/>
                  </a:lnTo>
                  <a:lnTo>
                    <a:pt x="517398" y="0"/>
                  </a:lnTo>
                  <a:lnTo>
                    <a:pt x="533417" y="3252"/>
                  </a:lnTo>
                  <a:lnTo>
                    <a:pt x="546496" y="12112"/>
                  </a:lnTo>
                  <a:lnTo>
                    <a:pt x="555313" y="25235"/>
                  </a:lnTo>
                  <a:lnTo>
                    <a:pt x="558546" y="41275"/>
                  </a:lnTo>
                  <a:lnTo>
                    <a:pt x="558546" y="206120"/>
                  </a:lnTo>
                  <a:lnTo>
                    <a:pt x="555313" y="222140"/>
                  </a:lnTo>
                  <a:lnTo>
                    <a:pt x="546496" y="235219"/>
                  </a:lnTo>
                  <a:lnTo>
                    <a:pt x="533417" y="244036"/>
                  </a:lnTo>
                  <a:lnTo>
                    <a:pt x="517398" y="247268"/>
                  </a:lnTo>
                  <a:lnTo>
                    <a:pt x="41148" y="247268"/>
                  </a:lnTo>
                  <a:lnTo>
                    <a:pt x="25128" y="244036"/>
                  </a:lnTo>
                  <a:lnTo>
                    <a:pt x="12049" y="235219"/>
                  </a:lnTo>
                  <a:lnTo>
                    <a:pt x="3232" y="222140"/>
                  </a:lnTo>
                  <a:lnTo>
                    <a:pt x="0" y="206120"/>
                  </a:lnTo>
                  <a:lnTo>
                    <a:pt x="0" y="41275"/>
                  </a:lnTo>
                  <a:close/>
                </a:path>
              </a:pathLst>
            </a:custGeom>
            <a:ln w="38099">
              <a:solidFill>
                <a:srgbClr val="003D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6525894" y="2169579"/>
              <a:ext cx="377190" cy="175260"/>
            </a:xfrm>
            <a:custGeom>
              <a:avLst/>
              <a:gdLst/>
              <a:ahLst/>
              <a:cxnLst/>
              <a:rect l="l" t="t" r="r" b="b"/>
              <a:pathLst>
                <a:path w="377190" h="175260">
                  <a:moveTo>
                    <a:pt x="376948" y="0"/>
                  </a:moveTo>
                  <a:lnTo>
                    <a:pt x="0" y="0"/>
                  </a:lnTo>
                  <a:lnTo>
                    <a:pt x="0" y="175221"/>
                  </a:lnTo>
                  <a:lnTo>
                    <a:pt x="376948" y="175221"/>
                  </a:lnTo>
                  <a:lnTo>
                    <a:pt x="376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529723" y="2168914"/>
              <a:ext cx="371957" cy="175309"/>
            </a:xfrm>
            <a:prstGeom prst="rect">
              <a:avLst/>
            </a:prstGeom>
          </p:spPr>
        </p:pic>
      </p:grpSp>
      <p:sp>
        <p:nvSpPr>
          <p:cNvPr id="173" name="object 173"/>
          <p:cNvSpPr txBox="1"/>
          <p:nvPr/>
        </p:nvSpPr>
        <p:spPr>
          <a:xfrm>
            <a:off x="5491988" y="4634610"/>
            <a:ext cx="320040" cy="2266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6830" marR="5080" indent="-24765">
              <a:lnSpc>
                <a:spcPct val="103099"/>
              </a:lnSpc>
              <a:spcBef>
                <a:spcPts val="70"/>
              </a:spcBef>
            </a:pPr>
            <a:r>
              <a:rPr sz="650" spc="-20" dirty="0">
                <a:latin typeface="Arial"/>
                <a:cs typeface="Arial"/>
              </a:rPr>
              <a:t>Proceso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10" dirty="0">
                <a:latin typeface="Arial"/>
                <a:cs typeface="Arial"/>
              </a:rPr>
              <a:t>Diseño</a:t>
            </a:r>
            <a:endParaRPr sz="6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5934836" y="4627550"/>
            <a:ext cx="405130" cy="2298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75"/>
              </a:spcBef>
            </a:pPr>
            <a:r>
              <a:rPr sz="600" spc="-10" dirty="0">
                <a:latin typeface="Arial"/>
                <a:cs typeface="Arial"/>
              </a:rPr>
              <a:t>Proceso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600" spc="-10" dirty="0">
                <a:latin typeface="Arial"/>
                <a:cs typeface="Arial"/>
              </a:rPr>
              <a:t>Simulación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5400547" y="2456205"/>
            <a:ext cx="1000125" cy="2184400"/>
            <a:chOff x="5400547" y="2456205"/>
            <a:chExt cx="1000125" cy="2184400"/>
          </a:xfrm>
        </p:grpSpPr>
        <p:sp>
          <p:nvSpPr>
            <p:cNvPr id="176" name="object 176"/>
            <p:cNvSpPr/>
            <p:nvPr/>
          </p:nvSpPr>
          <p:spPr>
            <a:xfrm>
              <a:off x="5400547" y="3234689"/>
              <a:ext cx="1000125" cy="1261110"/>
            </a:xfrm>
            <a:custGeom>
              <a:avLst/>
              <a:gdLst/>
              <a:ahLst/>
              <a:cxnLst/>
              <a:rect l="l" t="t" r="r" b="b"/>
              <a:pathLst>
                <a:path w="1000125" h="1261110">
                  <a:moveTo>
                    <a:pt x="870203" y="1260602"/>
                  </a:moveTo>
                  <a:lnTo>
                    <a:pt x="1000125" y="1260602"/>
                  </a:lnTo>
                </a:path>
                <a:path w="1000125" h="1261110">
                  <a:moveTo>
                    <a:pt x="870203" y="0"/>
                  </a:moveTo>
                  <a:lnTo>
                    <a:pt x="1000125" y="0"/>
                  </a:lnTo>
                </a:path>
                <a:path w="1000125" h="1261110">
                  <a:moveTo>
                    <a:pt x="421513" y="630301"/>
                  </a:moveTo>
                  <a:lnTo>
                    <a:pt x="551434" y="630301"/>
                  </a:lnTo>
                </a:path>
                <a:path w="1000125" h="1261110">
                  <a:moveTo>
                    <a:pt x="421513" y="1260602"/>
                  </a:moveTo>
                  <a:lnTo>
                    <a:pt x="551434" y="1260602"/>
                  </a:lnTo>
                </a:path>
                <a:path w="1000125" h="1261110">
                  <a:moveTo>
                    <a:pt x="421513" y="0"/>
                  </a:moveTo>
                  <a:lnTo>
                    <a:pt x="551434" y="0"/>
                  </a:lnTo>
                </a:path>
                <a:path w="1000125" h="1261110">
                  <a:moveTo>
                    <a:pt x="0" y="630301"/>
                  </a:moveTo>
                  <a:lnTo>
                    <a:pt x="129921" y="630301"/>
                  </a:lnTo>
                </a:path>
                <a:path w="1000125" h="1261110">
                  <a:moveTo>
                    <a:pt x="0" y="1260602"/>
                  </a:moveTo>
                  <a:lnTo>
                    <a:pt x="129921" y="1260602"/>
                  </a:lnTo>
                </a:path>
                <a:path w="1000125" h="1261110">
                  <a:moveTo>
                    <a:pt x="0" y="0"/>
                  </a:moveTo>
                  <a:lnTo>
                    <a:pt x="129921" y="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041897" y="2456205"/>
              <a:ext cx="202946" cy="269214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988811" y="4370171"/>
              <a:ext cx="239242" cy="263169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562091" y="4367999"/>
              <a:ext cx="183210" cy="272580"/>
            </a:xfrm>
            <a:prstGeom prst="rect">
              <a:avLst/>
            </a:prstGeom>
          </p:spPr>
        </p:pic>
      </p:grpSp>
      <p:sp>
        <p:nvSpPr>
          <p:cNvPr id="180" name="object 180"/>
          <p:cNvSpPr txBox="1"/>
          <p:nvPr/>
        </p:nvSpPr>
        <p:spPr>
          <a:xfrm>
            <a:off x="4302378" y="5605678"/>
            <a:ext cx="2921000" cy="207010"/>
          </a:xfrm>
          <a:prstGeom prst="rect">
            <a:avLst/>
          </a:prstGeom>
          <a:solidFill>
            <a:srgbClr val="003D7D"/>
          </a:solidFill>
        </p:spPr>
        <p:txBody>
          <a:bodyPr vert="horz" wrap="square" lIns="0" tIns="0" rIns="0" bIns="0" rtlCol="0">
            <a:spAutoFit/>
          </a:bodyPr>
          <a:lstStyle/>
          <a:p>
            <a:pPr marL="971550">
              <a:lnSpc>
                <a:spcPts val="1630"/>
              </a:lnSpc>
            </a:pPr>
            <a:r>
              <a:rPr sz="1400" b="1" spc="-1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 Ñ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2" name="object 1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83" name="object 1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181" name="object 181"/>
          <p:cNvSpPr txBox="1"/>
          <p:nvPr/>
        </p:nvSpPr>
        <p:spPr>
          <a:xfrm>
            <a:off x="10927842" y="919937"/>
            <a:ext cx="851535" cy="4892675"/>
          </a:xfrm>
          <a:prstGeom prst="rect">
            <a:avLst/>
          </a:prstGeom>
          <a:ln w="38100">
            <a:solidFill>
              <a:srgbClr val="00AFE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00330" marR="123825" algn="ctr">
              <a:lnSpc>
                <a:spcPct val="100000"/>
              </a:lnSpc>
              <a:spcBef>
                <a:spcPts val="520"/>
              </a:spcBef>
            </a:pPr>
            <a:r>
              <a:rPr sz="1000" b="1" spc="-50" dirty="0">
                <a:latin typeface="Arial"/>
                <a:cs typeface="Arial"/>
              </a:rPr>
              <a:t>Personas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10" dirty="0">
                <a:latin typeface="Arial"/>
                <a:cs typeface="Arial"/>
              </a:rPr>
              <a:t>servicios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Arial"/>
              <a:cs typeface="Arial"/>
            </a:endParaRPr>
          </a:p>
          <a:p>
            <a:pPr marL="211454" marR="182880" indent="-21590">
              <a:lnSpc>
                <a:spcPts val="800"/>
              </a:lnSpc>
            </a:pPr>
            <a:r>
              <a:rPr sz="700" spc="-10" dirty="0">
                <a:latin typeface="Arial"/>
                <a:cs typeface="Arial"/>
              </a:rPr>
              <a:t>Servicios </a:t>
            </a:r>
            <a:r>
              <a:rPr sz="700" spc="-25" dirty="0">
                <a:latin typeface="Arial"/>
                <a:cs typeface="Arial"/>
              </a:rPr>
              <a:t>de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consultoría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700">
              <a:latin typeface="Arial"/>
              <a:cs typeface="Arial"/>
            </a:endParaRPr>
          </a:p>
          <a:p>
            <a:pPr marL="168275" marR="150495" indent="83820">
              <a:lnSpc>
                <a:spcPts val="800"/>
              </a:lnSpc>
            </a:pPr>
            <a:r>
              <a:rPr sz="700" spc="-10" dirty="0">
                <a:latin typeface="Arial"/>
                <a:cs typeface="Arial"/>
              </a:rPr>
              <a:t>Servicios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profesionales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700">
              <a:latin typeface="Arial"/>
              <a:cs typeface="Arial"/>
            </a:endParaRPr>
          </a:p>
          <a:p>
            <a:pPr marL="177165" marR="213995" indent="46990">
              <a:lnSpc>
                <a:spcPts val="800"/>
              </a:lnSpc>
            </a:pPr>
            <a:r>
              <a:rPr sz="700" spc="-10" dirty="0">
                <a:latin typeface="Arial"/>
                <a:cs typeface="Arial"/>
              </a:rPr>
              <a:t>Servicios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conectados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00">
              <a:latin typeface="Arial"/>
              <a:cs typeface="Arial"/>
            </a:endParaRPr>
          </a:p>
          <a:p>
            <a:pPr marL="229235" marR="240029" indent="8890">
              <a:lnSpc>
                <a:spcPts val="800"/>
              </a:lnSpc>
            </a:pPr>
            <a:r>
              <a:rPr sz="700" spc="-10" dirty="0">
                <a:latin typeface="Arial"/>
                <a:cs typeface="Arial"/>
              </a:rPr>
              <a:t>Servicios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en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campo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700">
              <a:latin typeface="Arial"/>
              <a:cs typeface="Arial"/>
            </a:endParaRPr>
          </a:p>
          <a:p>
            <a:pPr marL="161925" marR="164465" indent="635" algn="ctr">
              <a:lnSpc>
                <a:spcPct val="95000"/>
              </a:lnSpc>
            </a:pPr>
            <a:r>
              <a:rPr sz="700" spc="-10" dirty="0">
                <a:latin typeface="Arial"/>
                <a:cs typeface="Arial"/>
              </a:rPr>
              <a:t>Servicios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para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la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fuerza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laboral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1141"/>
            <a:ext cx="12191999" cy="14602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solidFill>
                  <a:srgbClr val="000000"/>
                </a:solidFill>
              </a:rPr>
              <a:t>Introducción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90" dirty="0">
                <a:solidFill>
                  <a:srgbClr val="000000"/>
                </a:solidFill>
              </a:rPr>
              <a:t>a</a:t>
            </a:r>
            <a:r>
              <a:rPr sz="3000" spc="-175" dirty="0">
                <a:solidFill>
                  <a:srgbClr val="000000"/>
                </a:solidFill>
              </a:rPr>
              <a:t> </a:t>
            </a:r>
            <a:r>
              <a:rPr sz="3000" spc="-155" dirty="0">
                <a:solidFill>
                  <a:srgbClr val="000000"/>
                </a:solidFill>
              </a:rPr>
              <a:t>FactoryTalk®</a:t>
            </a:r>
            <a:r>
              <a:rPr sz="3000" spc="-165" dirty="0">
                <a:solidFill>
                  <a:srgbClr val="000000"/>
                </a:solidFill>
              </a:rPr>
              <a:t> </a:t>
            </a:r>
            <a:r>
              <a:rPr sz="3000" spc="-114" dirty="0">
                <a:solidFill>
                  <a:srgbClr val="000000"/>
                </a:solidFill>
              </a:rPr>
              <a:t>DataMosaix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2780" y="222504"/>
            <a:ext cx="713994" cy="8008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0654" y="917524"/>
            <a:ext cx="7549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Convierta</a:t>
            </a:r>
            <a:r>
              <a:rPr sz="18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valor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un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concentrador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SaaS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362455"/>
            <a:ext cx="12192000" cy="4658995"/>
            <a:chOff x="0" y="1362455"/>
            <a:chExt cx="12192000" cy="46589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561141"/>
              <a:ext cx="12192000" cy="14602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068" y="1362455"/>
              <a:ext cx="11907139" cy="45096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2485" y="1582038"/>
              <a:ext cx="11428730" cy="4031615"/>
            </a:xfrm>
            <a:custGeom>
              <a:avLst/>
              <a:gdLst/>
              <a:ahLst/>
              <a:cxnLst/>
              <a:rect l="l" t="t" r="r" b="b"/>
              <a:pathLst>
                <a:path w="11428730" h="4031615">
                  <a:moveTo>
                    <a:pt x="11159147" y="0"/>
                  </a:moveTo>
                  <a:lnTo>
                    <a:pt x="0" y="0"/>
                  </a:lnTo>
                  <a:lnTo>
                    <a:pt x="0" y="3761994"/>
                  </a:lnTo>
                  <a:lnTo>
                    <a:pt x="269417" y="4031361"/>
                  </a:lnTo>
                  <a:lnTo>
                    <a:pt x="11428514" y="4031361"/>
                  </a:lnTo>
                  <a:lnTo>
                    <a:pt x="11428514" y="269366"/>
                  </a:lnTo>
                  <a:lnTo>
                    <a:pt x="11159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4771" y="1743836"/>
              <a:ext cx="3173730" cy="809625"/>
            </a:xfrm>
            <a:custGeom>
              <a:avLst/>
              <a:gdLst/>
              <a:ahLst/>
              <a:cxnLst/>
              <a:rect l="l" t="t" r="r" b="b"/>
              <a:pathLst>
                <a:path w="3173729" h="809625">
                  <a:moveTo>
                    <a:pt x="3038157" y="0"/>
                  </a:moveTo>
                  <a:lnTo>
                    <a:pt x="0" y="0"/>
                  </a:lnTo>
                  <a:lnTo>
                    <a:pt x="0" y="674624"/>
                  </a:lnTo>
                  <a:lnTo>
                    <a:pt x="134937" y="809625"/>
                  </a:lnTo>
                  <a:lnTo>
                    <a:pt x="3173158" y="809625"/>
                  </a:lnTo>
                  <a:lnTo>
                    <a:pt x="3173158" y="134874"/>
                  </a:lnTo>
                  <a:lnTo>
                    <a:pt x="3038157" y="0"/>
                  </a:lnTo>
                  <a:close/>
                </a:path>
              </a:pathLst>
            </a:custGeom>
            <a:solidFill>
              <a:srgbClr val="0046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4671" y="2216912"/>
            <a:ext cx="1940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Servicio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orquestación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4771" y="2146998"/>
            <a:ext cx="3173730" cy="3305175"/>
            <a:chOff x="584771" y="2146998"/>
            <a:chExt cx="3173730" cy="3305175"/>
          </a:xfrm>
        </p:grpSpPr>
        <p:sp>
          <p:nvSpPr>
            <p:cNvPr id="13" name="object 13"/>
            <p:cNvSpPr/>
            <p:nvPr/>
          </p:nvSpPr>
          <p:spPr>
            <a:xfrm>
              <a:off x="867079" y="214858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423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4771" y="2686176"/>
              <a:ext cx="3173730" cy="2765425"/>
            </a:xfrm>
            <a:custGeom>
              <a:avLst/>
              <a:gdLst/>
              <a:ahLst/>
              <a:cxnLst/>
              <a:rect l="l" t="t" r="r" b="b"/>
              <a:pathLst>
                <a:path w="3173729" h="2765425">
                  <a:moveTo>
                    <a:pt x="2939605" y="0"/>
                  </a:moveTo>
                  <a:lnTo>
                    <a:pt x="0" y="0"/>
                  </a:lnTo>
                  <a:lnTo>
                    <a:pt x="0" y="2531872"/>
                  </a:lnTo>
                  <a:lnTo>
                    <a:pt x="233565" y="2765425"/>
                  </a:lnTo>
                  <a:lnTo>
                    <a:pt x="3173158" y="2765425"/>
                  </a:lnTo>
                  <a:lnTo>
                    <a:pt x="3173158" y="233552"/>
                  </a:lnTo>
                  <a:lnTo>
                    <a:pt x="2939605" y="0"/>
                  </a:lnTo>
                  <a:close/>
                </a:path>
              </a:pathLst>
            </a:custGeom>
            <a:solidFill>
              <a:srgbClr val="0046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01927" y="2774137"/>
            <a:ext cx="16103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(ET+OT)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6135" y="3068573"/>
            <a:ext cx="2690495" cy="0"/>
          </a:xfrm>
          <a:custGeom>
            <a:avLst/>
            <a:gdLst/>
            <a:ahLst/>
            <a:cxnLst/>
            <a:rect l="l" t="t" r="r" b="b"/>
            <a:pathLst>
              <a:path w="2690495">
                <a:moveTo>
                  <a:pt x="0" y="0"/>
                </a:moveTo>
                <a:lnTo>
                  <a:pt x="2690367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8255" y="4853177"/>
            <a:ext cx="2681605" cy="59626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065" marR="5080" algn="ctr">
              <a:lnSpc>
                <a:spcPts val="1400"/>
              </a:lnSpc>
              <a:spcBef>
                <a:spcPts val="384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Conectividad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terceros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estándar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Conectividad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optimizada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Rockwell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Automation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4547" y="1856994"/>
            <a:ext cx="10781665" cy="3494404"/>
            <a:chOff x="824547" y="1856994"/>
            <a:chExt cx="10781665" cy="3494404"/>
          </a:xfrm>
        </p:grpSpPr>
        <p:sp>
          <p:nvSpPr>
            <p:cNvPr id="19" name="object 19"/>
            <p:cNvSpPr/>
            <p:nvPr/>
          </p:nvSpPr>
          <p:spPr>
            <a:xfrm>
              <a:off x="826135" y="3514851"/>
              <a:ext cx="2690495" cy="1339215"/>
            </a:xfrm>
            <a:custGeom>
              <a:avLst/>
              <a:gdLst/>
              <a:ahLst/>
              <a:cxnLst/>
              <a:rect l="l" t="t" r="r" b="b"/>
              <a:pathLst>
                <a:path w="2690495" h="1339214">
                  <a:moveTo>
                    <a:pt x="0" y="0"/>
                  </a:moveTo>
                  <a:lnTo>
                    <a:pt x="2690367" y="0"/>
                  </a:lnTo>
                </a:path>
                <a:path w="2690495" h="1339214">
                  <a:moveTo>
                    <a:pt x="0" y="446278"/>
                  </a:moveTo>
                  <a:lnTo>
                    <a:pt x="2690367" y="446278"/>
                  </a:lnTo>
                </a:path>
                <a:path w="2690495" h="1339214">
                  <a:moveTo>
                    <a:pt x="0" y="892556"/>
                  </a:moveTo>
                  <a:lnTo>
                    <a:pt x="2690367" y="892556"/>
                  </a:lnTo>
                </a:path>
                <a:path w="2690495" h="1339214">
                  <a:moveTo>
                    <a:pt x="0" y="1338834"/>
                  </a:moveTo>
                  <a:lnTo>
                    <a:pt x="2690367" y="1338834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283" y="2791329"/>
              <a:ext cx="202091" cy="2085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432546" y="1856993"/>
              <a:ext cx="3173730" cy="3494404"/>
            </a:xfrm>
            <a:custGeom>
              <a:avLst/>
              <a:gdLst/>
              <a:ahLst/>
              <a:cxnLst/>
              <a:rect l="l" t="t" r="r" b="b"/>
              <a:pathLst>
                <a:path w="3173729" h="3494404">
                  <a:moveTo>
                    <a:pt x="3173222" y="2997454"/>
                  </a:moveTo>
                  <a:lnTo>
                    <a:pt x="3073908" y="2898140"/>
                  </a:lnTo>
                  <a:lnTo>
                    <a:pt x="0" y="2898140"/>
                  </a:lnTo>
                  <a:lnTo>
                    <a:pt x="0" y="3394710"/>
                  </a:lnTo>
                  <a:lnTo>
                    <a:pt x="99314" y="3494024"/>
                  </a:lnTo>
                  <a:lnTo>
                    <a:pt x="3173222" y="3494024"/>
                  </a:lnTo>
                  <a:lnTo>
                    <a:pt x="3173222" y="2997454"/>
                  </a:lnTo>
                  <a:close/>
                </a:path>
                <a:path w="3173729" h="3494404">
                  <a:moveTo>
                    <a:pt x="3173222" y="1548384"/>
                  </a:moveTo>
                  <a:lnTo>
                    <a:pt x="3073908" y="1449070"/>
                  </a:lnTo>
                  <a:lnTo>
                    <a:pt x="0" y="1449070"/>
                  </a:lnTo>
                  <a:lnTo>
                    <a:pt x="0" y="1945640"/>
                  </a:lnTo>
                  <a:lnTo>
                    <a:pt x="99314" y="2044954"/>
                  </a:lnTo>
                  <a:lnTo>
                    <a:pt x="3173222" y="2044954"/>
                  </a:lnTo>
                  <a:lnTo>
                    <a:pt x="3173222" y="1548384"/>
                  </a:lnTo>
                  <a:close/>
                </a:path>
                <a:path w="3173729" h="3494404">
                  <a:moveTo>
                    <a:pt x="3173222" y="99314"/>
                  </a:moveTo>
                  <a:lnTo>
                    <a:pt x="3073908" y="0"/>
                  </a:lnTo>
                  <a:lnTo>
                    <a:pt x="0" y="0"/>
                  </a:lnTo>
                  <a:lnTo>
                    <a:pt x="0" y="496570"/>
                  </a:lnTo>
                  <a:lnTo>
                    <a:pt x="99314" y="596011"/>
                  </a:lnTo>
                  <a:lnTo>
                    <a:pt x="3173222" y="596011"/>
                  </a:lnTo>
                  <a:lnTo>
                    <a:pt x="3173222" y="99314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243821" y="4821682"/>
            <a:ext cx="21012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Plataforma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bajo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código/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código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53167" y="2006919"/>
            <a:ext cx="7853045" cy="3180080"/>
            <a:chOff x="3753167" y="2006919"/>
            <a:chExt cx="7853045" cy="3180080"/>
          </a:xfrm>
        </p:grpSpPr>
        <p:sp>
          <p:nvSpPr>
            <p:cNvPr id="24" name="object 24"/>
            <p:cNvSpPr/>
            <p:nvPr/>
          </p:nvSpPr>
          <p:spPr>
            <a:xfrm>
              <a:off x="8597236" y="4917571"/>
              <a:ext cx="339725" cy="262255"/>
            </a:xfrm>
            <a:custGeom>
              <a:avLst/>
              <a:gdLst/>
              <a:ahLst/>
              <a:cxnLst/>
              <a:rect l="l" t="t" r="r" b="b"/>
              <a:pathLst>
                <a:path w="339725" h="262254">
                  <a:moveTo>
                    <a:pt x="339308" y="232753"/>
                  </a:moveTo>
                  <a:lnTo>
                    <a:pt x="336773" y="243433"/>
                  </a:lnTo>
                  <a:lnTo>
                    <a:pt x="330089" y="252753"/>
                  </a:lnTo>
                  <a:lnTo>
                    <a:pt x="320639" y="259345"/>
                  </a:lnTo>
                  <a:lnTo>
                    <a:pt x="309807" y="261846"/>
                  </a:lnTo>
                  <a:lnTo>
                    <a:pt x="147755" y="261846"/>
                  </a:lnTo>
                  <a:lnTo>
                    <a:pt x="64539" y="261846"/>
                  </a:lnTo>
                  <a:lnTo>
                    <a:pt x="18669" y="259345"/>
                  </a:lnTo>
                  <a:lnTo>
                    <a:pt x="0" y="115011"/>
                  </a:lnTo>
                  <a:lnTo>
                    <a:pt x="0" y="54549"/>
                  </a:lnTo>
                  <a:lnTo>
                    <a:pt x="0" y="32273"/>
                  </a:lnTo>
                  <a:lnTo>
                    <a:pt x="0" y="29091"/>
                  </a:lnTo>
                  <a:lnTo>
                    <a:pt x="2535" y="18411"/>
                  </a:lnTo>
                  <a:lnTo>
                    <a:pt x="9219" y="9092"/>
                  </a:lnTo>
                  <a:lnTo>
                    <a:pt x="18668" y="2500"/>
                  </a:lnTo>
                  <a:lnTo>
                    <a:pt x="29500" y="0"/>
                  </a:lnTo>
                  <a:lnTo>
                    <a:pt x="191552" y="0"/>
                  </a:lnTo>
                  <a:lnTo>
                    <a:pt x="274768" y="0"/>
                  </a:lnTo>
                  <a:lnTo>
                    <a:pt x="320639" y="2500"/>
                  </a:lnTo>
                  <a:lnTo>
                    <a:pt x="339307" y="29091"/>
                  </a:lnTo>
                  <a:lnTo>
                    <a:pt x="339308" y="232753"/>
                  </a:lnTo>
                  <a:close/>
                </a:path>
                <a:path w="339725" h="262254">
                  <a:moveTo>
                    <a:pt x="0" y="74813"/>
                  </a:moveTo>
                  <a:lnTo>
                    <a:pt x="339307" y="74813"/>
                  </a:lnTo>
                </a:path>
                <a:path w="339725" h="262254">
                  <a:moveTo>
                    <a:pt x="47125" y="37406"/>
                  </a:moveTo>
                  <a:lnTo>
                    <a:pt x="47125" y="32239"/>
                  </a:lnTo>
                  <a:lnTo>
                    <a:pt x="49237" y="28054"/>
                  </a:lnTo>
                  <a:lnTo>
                    <a:pt x="51838" y="28054"/>
                  </a:lnTo>
                  <a:lnTo>
                    <a:pt x="54439" y="28054"/>
                  </a:lnTo>
                  <a:lnTo>
                    <a:pt x="56551" y="32239"/>
                  </a:lnTo>
                  <a:lnTo>
                    <a:pt x="56551" y="37406"/>
                  </a:lnTo>
                  <a:lnTo>
                    <a:pt x="56551" y="42573"/>
                  </a:lnTo>
                  <a:lnTo>
                    <a:pt x="54439" y="46758"/>
                  </a:lnTo>
                  <a:lnTo>
                    <a:pt x="51838" y="46758"/>
                  </a:lnTo>
                  <a:lnTo>
                    <a:pt x="49237" y="46758"/>
                  </a:lnTo>
                  <a:lnTo>
                    <a:pt x="47126" y="42573"/>
                  </a:lnTo>
                  <a:lnTo>
                    <a:pt x="47125" y="37406"/>
                  </a:lnTo>
                  <a:close/>
                </a:path>
                <a:path w="339725" h="262254">
                  <a:moveTo>
                    <a:pt x="84827" y="37406"/>
                  </a:moveTo>
                  <a:lnTo>
                    <a:pt x="84827" y="32239"/>
                  </a:lnTo>
                  <a:lnTo>
                    <a:pt x="89053" y="28054"/>
                  </a:lnTo>
                  <a:lnTo>
                    <a:pt x="94252" y="28054"/>
                  </a:lnTo>
                  <a:lnTo>
                    <a:pt x="99452" y="28054"/>
                  </a:lnTo>
                  <a:lnTo>
                    <a:pt x="103677" y="32239"/>
                  </a:lnTo>
                  <a:lnTo>
                    <a:pt x="103677" y="37406"/>
                  </a:lnTo>
                  <a:lnTo>
                    <a:pt x="103677" y="42573"/>
                  </a:lnTo>
                  <a:lnTo>
                    <a:pt x="99452" y="46758"/>
                  </a:lnTo>
                  <a:lnTo>
                    <a:pt x="94252" y="46758"/>
                  </a:lnTo>
                  <a:lnTo>
                    <a:pt x="89053" y="46758"/>
                  </a:lnTo>
                  <a:lnTo>
                    <a:pt x="84827" y="42573"/>
                  </a:lnTo>
                  <a:lnTo>
                    <a:pt x="84827" y="37406"/>
                  </a:lnTo>
                  <a:close/>
                </a:path>
                <a:path w="339725" h="262254">
                  <a:moveTo>
                    <a:pt x="131953" y="37406"/>
                  </a:moveTo>
                  <a:lnTo>
                    <a:pt x="131953" y="32239"/>
                  </a:lnTo>
                  <a:lnTo>
                    <a:pt x="136179" y="28055"/>
                  </a:lnTo>
                  <a:lnTo>
                    <a:pt x="141378" y="28055"/>
                  </a:lnTo>
                  <a:lnTo>
                    <a:pt x="146578" y="28055"/>
                  </a:lnTo>
                  <a:lnTo>
                    <a:pt x="150803" y="32239"/>
                  </a:lnTo>
                  <a:lnTo>
                    <a:pt x="150803" y="37406"/>
                  </a:lnTo>
                  <a:lnTo>
                    <a:pt x="150803" y="42573"/>
                  </a:lnTo>
                  <a:lnTo>
                    <a:pt x="146578" y="46758"/>
                  </a:lnTo>
                  <a:lnTo>
                    <a:pt x="141378" y="46758"/>
                  </a:lnTo>
                  <a:lnTo>
                    <a:pt x="136179" y="46758"/>
                  </a:lnTo>
                  <a:lnTo>
                    <a:pt x="131953" y="42573"/>
                  </a:lnTo>
                  <a:lnTo>
                    <a:pt x="131953" y="37406"/>
                  </a:lnTo>
                  <a:close/>
                </a:path>
                <a:path w="339725" h="262254">
                  <a:moveTo>
                    <a:pt x="75402" y="130923"/>
                  </a:moveTo>
                  <a:lnTo>
                    <a:pt x="113103" y="169124"/>
                  </a:lnTo>
                  <a:lnTo>
                    <a:pt x="75402" y="205736"/>
                  </a:lnTo>
                </a:path>
                <a:path w="339725" h="262254">
                  <a:moveTo>
                    <a:pt x="160229" y="177681"/>
                  </a:moveTo>
                  <a:lnTo>
                    <a:pt x="226205" y="177681"/>
                  </a:lnTo>
                </a:path>
              </a:pathLst>
            </a:custGeom>
            <a:ln w="1408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7488" y="3500310"/>
              <a:ext cx="278054" cy="1967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603818" y="200692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56425" y="211823"/>
                  </a:moveTo>
                  <a:lnTo>
                    <a:pt x="128828" y="211823"/>
                  </a:lnTo>
                  <a:lnTo>
                    <a:pt x="128828" y="221043"/>
                  </a:lnTo>
                  <a:lnTo>
                    <a:pt x="156425" y="221043"/>
                  </a:lnTo>
                  <a:lnTo>
                    <a:pt x="156425" y="211823"/>
                  </a:lnTo>
                  <a:close/>
                </a:path>
                <a:path w="285750" h="285750">
                  <a:moveTo>
                    <a:pt x="285254" y="193408"/>
                  </a:moveTo>
                  <a:lnTo>
                    <a:pt x="285203" y="64135"/>
                  </a:lnTo>
                  <a:lnTo>
                    <a:pt x="276059" y="48768"/>
                  </a:lnTo>
                  <a:lnTo>
                    <a:pt x="276059" y="59270"/>
                  </a:lnTo>
                  <a:lnTo>
                    <a:pt x="276059" y="193408"/>
                  </a:lnTo>
                  <a:lnTo>
                    <a:pt x="276059" y="202628"/>
                  </a:lnTo>
                  <a:lnTo>
                    <a:pt x="276059" y="226148"/>
                  </a:lnTo>
                  <a:lnTo>
                    <a:pt x="271932" y="230276"/>
                  </a:lnTo>
                  <a:lnTo>
                    <a:pt x="169405" y="230276"/>
                  </a:lnTo>
                  <a:lnTo>
                    <a:pt x="169405" y="257937"/>
                  </a:lnTo>
                  <a:lnTo>
                    <a:pt x="115849" y="257937"/>
                  </a:lnTo>
                  <a:lnTo>
                    <a:pt x="118922" y="239496"/>
                  </a:lnTo>
                  <a:lnTo>
                    <a:pt x="166344" y="239496"/>
                  </a:lnTo>
                  <a:lnTo>
                    <a:pt x="169405" y="257937"/>
                  </a:lnTo>
                  <a:lnTo>
                    <a:pt x="169405" y="230276"/>
                  </a:lnTo>
                  <a:lnTo>
                    <a:pt x="13322" y="230276"/>
                  </a:lnTo>
                  <a:lnTo>
                    <a:pt x="9207" y="226148"/>
                  </a:lnTo>
                  <a:lnTo>
                    <a:pt x="9207" y="202628"/>
                  </a:lnTo>
                  <a:lnTo>
                    <a:pt x="276059" y="202628"/>
                  </a:lnTo>
                  <a:lnTo>
                    <a:pt x="276059" y="193408"/>
                  </a:lnTo>
                  <a:lnTo>
                    <a:pt x="9207" y="193408"/>
                  </a:lnTo>
                  <a:lnTo>
                    <a:pt x="9207" y="59270"/>
                  </a:lnTo>
                  <a:lnTo>
                    <a:pt x="13322" y="55143"/>
                  </a:lnTo>
                  <a:lnTo>
                    <a:pt x="92252" y="55143"/>
                  </a:lnTo>
                  <a:lnTo>
                    <a:pt x="97929" y="74396"/>
                  </a:lnTo>
                  <a:lnTo>
                    <a:pt x="109550" y="88760"/>
                  </a:lnTo>
                  <a:lnTo>
                    <a:pt x="110172" y="89484"/>
                  </a:lnTo>
                  <a:lnTo>
                    <a:pt x="127025" y="98818"/>
                  </a:lnTo>
                  <a:lnTo>
                    <a:pt x="146939" y="101041"/>
                  </a:lnTo>
                  <a:lnTo>
                    <a:pt x="151561" y="100634"/>
                  </a:lnTo>
                  <a:lnTo>
                    <a:pt x="156095" y="99580"/>
                  </a:lnTo>
                  <a:lnTo>
                    <a:pt x="160439" y="97942"/>
                  </a:lnTo>
                  <a:lnTo>
                    <a:pt x="173367" y="110896"/>
                  </a:lnTo>
                  <a:lnTo>
                    <a:pt x="176288" y="110896"/>
                  </a:lnTo>
                  <a:lnTo>
                    <a:pt x="179006" y="108178"/>
                  </a:lnTo>
                  <a:lnTo>
                    <a:pt x="193243" y="124002"/>
                  </a:lnTo>
                  <a:lnTo>
                    <a:pt x="193243" y="174980"/>
                  </a:lnTo>
                  <a:lnTo>
                    <a:pt x="184035" y="174980"/>
                  </a:lnTo>
                  <a:lnTo>
                    <a:pt x="184035" y="147320"/>
                  </a:lnTo>
                  <a:lnTo>
                    <a:pt x="184035" y="140169"/>
                  </a:lnTo>
                  <a:lnTo>
                    <a:pt x="181978" y="138112"/>
                  </a:lnTo>
                  <a:lnTo>
                    <a:pt x="174828" y="138112"/>
                  </a:lnTo>
                  <a:lnTo>
                    <a:pt x="174828" y="147320"/>
                  </a:lnTo>
                  <a:lnTo>
                    <a:pt x="174828" y="174980"/>
                  </a:lnTo>
                  <a:lnTo>
                    <a:pt x="165633" y="174980"/>
                  </a:lnTo>
                  <a:lnTo>
                    <a:pt x="165633" y="147320"/>
                  </a:lnTo>
                  <a:lnTo>
                    <a:pt x="174828" y="147320"/>
                  </a:lnTo>
                  <a:lnTo>
                    <a:pt x="174828" y="138112"/>
                  </a:lnTo>
                  <a:lnTo>
                    <a:pt x="158496" y="138112"/>
                  </a:lnTo>
                  <a:lnTo>
                    <a:pt x="156425" y="140169"/>
                  </a:lnTo>
                  <a:lnTo>
                    <a:pt x="156425" y="174980"/>
                  </a:lnTo>
                  <a:lnTo>
                    <a:pt x="147231" y="174980"/>
                  </a:lnTo>
                  <a:lnTo>
                    <a:pt x="147231" y="128892"/>
                  </a:lnTo>
                  <a:lnTo>
                    <a:pt x="147231" y="121729"/>
                  </a:lnTo>
                  <a:lnTo>
                    <a:pt x="145161" y="119672"/>
                  </a:lnTo>
                  <a:lnTo>
                    <a:pt x="138023" y="119672"/>
                  </a:lnTo>
                  <a:lnTo>
                    <a:pt x="138023" y="128892"/>
                  </a:lnTo>
                  <a:lnTo>
                    <a:pt x="138023" y="174980"/>
                  </a:lnTo>
                  <a:lnTo>
                    <a:pt x="128828" y="174980"/>
                  </a:lnTo>
                  <a:lnTo>
                    <a:pt x="128828" y="128892"/>
                  </a:lnTo>
                  <a:lnTo>
                    <a:pt x="138023" y="128892"/>
                  </a:lnTo>
                  <a:lnTo>
                    <a:pt x="138023" y="119672"/>
                  </a:lnTo>
                  <a:lnTo>
                    <a:pt x="121691" y="119672"/>
                  </a:lnTo>
                  <a:lnTo>
                    <a:pt x="119621" y="121729"/>
                  </a:lnTo>
                  <a:lnTo>
                    <a:pt x="119621" y="174980"/>
                  </a:lnTo>
                  <a:lnTo>
                    <a:pt x="110426" y="174980"/>
                  </a:lnTo>
                  <a:lnTo>
                    <a:pt x="110426" y="184188"/>
                  </a:lnTo>
                  <a:lnTo>
                    <a:pt x="266852" y="184188"/>
                  </a:lnTo>
                  <a:lnTo>
                    <a:pt x="266852" y="174980"/>
                  </a:lnTo>
                  <a:lnTo>
                    <a:pt x="257644" y="174980"/>
                  </a:lnTo>
                  <a:lnTo>
                    <a:pt x="257644" y="156540"/>
                  </a:lnTo>
                  <a:lnTo>
                    <a:pt x="257644" y="149390"/>
                  </a:lnTo>
                  <a:lnTo>
                    <a:pt x="255587" y="147320"/>
                  </a:lnTo>
                  <a:lnTo>
                    <a:pt x="248450" y="147320"/>
                  </a:lnTo>
                  <a:lnTo>
                    <a:pt x="248450" y="156540"/>
                  </a:lnTo>
                  <a:lnTo>
                    <a:pt x="248450" y="174980"/>
                  </a:lnTo>
                  <a:lnTo>
                    <a:pt x="239242" y="174980"/>
                  </a:lnTo>
                  <a:lnTo>
                    <a:pt x="239242" y="156540"/>
                  </a:lnTo>
                  <a:lnTo>
                    <a:pt x="248450" y="156540"/>
                  </a:lnTo>
                  <a:lnTo>
                    <a:pt x="248450" y="147320"/>
                  </a:lnTo>
                  <a:lnTo>
                    <a:pt x="232105" y="147320"/>
                  </a:lnTo>
                  <a:lnTo>
                    <a:pt x="230047" y="149390"/>
                  </a:lnTo>
                  <a:lnTo>
                    <a:pt x="230047" y="174980"/>
                  </a:lnTo>
                  <a:lnTo>
                    <a:pt x="220840" y="174980"/>
                  </a:lnTo>
                  <a:lnTo>
                    <a:pt x="220840" y="147320"/>
                  </a:lnTo>
                  <a:lnTo>
                    <a:pt x="231482" y="147320"/>
                  </a:lnTo>
                  <a:lnTo>
                    <a:pt x="239242" y="139547"/>
                  </a:lnTo>
                  <a:lnTo>
                    <a:pt x="239242" y="138734"/>
                  </a:lnTo>
                  <a:lnTo>
                    <a:pt x="239242" y="125044"/>
                  </a:lnTo>
                  <a:lnTo>
                    <a:pt x="237159" y="120345"/>
                  </a:lnTo>
                  <a:lnTo>
                    <a:pt x="230670" y="114503"/>
                  </a:lnTo>
                  <a:lnTo>
                    <a:pt x="230670" y="132194"/>
                  </a:lnTo>
                  <a:lnTo>
                    <a:pt x="224332" y="138734"/>
                  </a:lnTo>
                  <a:lnTo>
                    <a:pt x="219265" y="138734"/>
                  </a:lnTo>
                  <a:lnTo>
                    <a:pt x="216039" y="135610"/>
                  </a:lnTo>
                  <a:lnTo>
                    <a:pt x="214820" y="134239"/>
                  </a:lnTo>
                  <a:lnTo>
                    <a:pt x="211645" y="130708"/>
                  </a:lnTo>
                  <a:lnTo>
                    <a:pt x="211645" y="143929"/>
                  </a:lnTo>
                  <a:lnTo>
                    <a:pt x="211645" y="174980"/>
                  </a:lnTo>
                  <a:lnTo>
                    <a:pt x="202438" y="174980"/>
                  </a:lnTo>
                  <a:lnTo>
                    <a:pt x="202438" y="134239"/>
                  </a:lnTo>
                  <a:lnTo>
                    <a:pt x="209816" y="142443"/>
                  </a:lnTo>
                  <a:lnTo>
                    <a:pt x="210693" y="143230"/>
                  </a:lnTo>
                  <a:lnTo>
                    <a:pt x="211645" y="143929"/>
                  </a:lnTo>
                  <a:lnTo>
                    <a:pt x="211645" y="130708"/>
                  </a:lnTo>
                  <a:lnTo>
                    <a:pt x="191401" y="108178"/>
                  </a:lnTo>
                  <a:lnTo>
                    <a:pt x="185534" y="101650"/>
                  </a:lnTo>
                  <a:lnTo>
                    <a:pt x="187845" y="99326"/>
                  </a:lnTo>
                  <a:lnTo>
                    <a:pt x="193535" y="93637"/>
                  </a:lnTo>
                  <a:lnTo>
                    <a:pt x="193776" y="93637"/>
                  </a:lnTo>
                  <a:lnTo>
                    <a:pt x="227457" y="124002"/>
                  </a:lnTo>
                  <a:lnTo>
                    <a:pt x="230581" y="127038"/>
                  </a:lnTo>
                  <a:lnTo>
                    <a:pt x="230670" y="132194"/>
                  </a:lnTo>
                  <a:lnTo>
                    <a:pt x="230670" y="114503"/>
                  </a:lnTo>
                  <a:lnTo>
                    <a:pt x="207530" y="93637"/>
                  </a:lnTo>
                  <a:lnTo>
                    <a:pt x="200164" y="86995"/>
                  </a:lnTo>
                  <a:lnTo>
                    <a:pt x="202882" y="84264"/>
                  </a:lnTo>
                  <a:lnTo>
                    <a:pt x="202882" y="81356"/>
                  </a:lnTo>
                  <a:lnTo>
                    <a:pt x="198640" y="77114"/>
                  </a:lnTo>
                  <a:lnTo>
                    <a:pt x="191338" y="69799"/>
                  </a:lnTo>
                  <a:lnTo>
                    <a:pt x="191338" y="82804"/>
                  </a:lnTo>
                  <a:lnTo>
                    <a:pt x="174828" y="99326"/>
                  </a:lnTo>
                  <a:lnTo>
                    <a:pt x="173443" y="97942"/>
                  </a:lnTo>
                  <a:lnTo>
                    <a:pt x="169151" y="93637"/>
                  </a:lnTo>
                  <a:lnTo>
                    <a:pt x="171754" y="92024"/>
                  </a:lnTo>
                  <a:lnTo>
                    <a:pt x="175844" y="89484"/>
                  </a:lnTo>
                  <a:lnTo>
                    <a:pt x="181495" y="83820"/>
                  </a:lnTo>
                  <a:lnTo>
                    <a:pt x="185648" y="77114"/>
                  </a:lnTo>
                  <a:lnTo>
                    <a:pt x="191338" y="82804"/>
                  </a:lnTo>
                  <a:lnTo>
                    <a:pt x="191338" y="69799"/>
                  </a:lnTo>
                  <a:lnTo>
                    <a:pt x="189928" y="68376"/>
                  </a:lnTo>
                  <a:lnTo>
                    <a:pt x="191452" y="64363"/>
                  </a:lnTo>
                  <a:lnTo>
                    <a:pt x="191541" y="64135"/>
                  </a:lnTo>
                  <a:lnTo>
                    <a:pt x="192582" y="59677"/>
                  </a:lnTo>
                  <a:lnTo>
                    <a:pt x="192963" y="55638"/>
                  </a:lnTo>
                  <a:lnTo>
                    <a:pt x="193001" y="55143"/>
                  </a:lnTo>
                  <a:lnTo>
                    <a:pt x="271932" y="55143"/>
                  </a:lnTo>
                  <a:lnTo>
                    <a:pt x="276059" y="59270"/>
                  </a:lnTo>
                  <a:lnTo>
                    <a:pt x="276059" y="48768"/>
                  </a:lnTo>
                  <a:lnTo>
                    <a:pt x="274015" y="47383"/>
                  </a:lnTo>
                  <a:lnTo>
                    <a:pt x="266852" y="45935"/>
                  </a:lnTo>
                  <a:lnTo>
                    <a:pt x="193001" y="45935"/>
                  </a:lnTo>
                  <a:lnTo>
                    <a:pt x="190500" y="37490"/>
                  </a:lnTo>
                  <a:lnTo>
                    <a:pt x="187286" y="26644"/>
                  </a:lnTo>
                  <a:lnTo>
                    <a:pt x="184035" y="22644"/>
                  </a:lnTo>
                  <a:lnTo>
                    <a:pt x="184035" y="50546"/>
                  </a:lnTo>
                  <a:lnTo>
                    <a:pt x="180784" y="66687"/>
                  </a:lnTo>
                  <a:lnTo>
                    <a:pt x="171907" y="79870"/>
                  </a:lnTo>
                  <a:lnTo>
                    <a:pt x="158737" y="88760"/>
                  </a:lnTo>
                  <a:lnTo>
                    <a:pt x="142621" y="92024"/>
                  </a:lnTo>
                  <a:lnTo>
                    <a:pt x="131572" y="90512"/>
                  </a:lnTo>
                  <a:lnTo>
                    <a:pt x="121488" y="86207"/>
                  </a:lnTo>
                  <a:lnTo>
                    <a:pt x="112890" y="79400"/>
                  </a:lnTo>
                  <a:lnTo>
                    <a:pt x="106286" y="70408"/>
                  </a:lnTo>
                  <a:lnTo>
                    <a:pt x="115620" y="61061"/>
                  </a:lnTo>
                  <a:lnTo>
                    <a:pt x="123710" y="52946"/>
                  </a:lnTo>
                  <a:lnTo>
                    <a:pt x="134340" y="67132"/>
                  </a:lnTo>
                  <a:lnTo>
                    <a:pt x="135864" y="69176"/>
                  </a:lnTo>
                  <a:lnTo>
                    <a:pt x="138734" y="69608"/>
                  </a:lnTo>
                  <a:lnTo>
                    <a:pt x="141376" y="67652"/>
                  </a:lnTo>
                  <a:lnTo>
                    <a:pt x="141808" y="67132"/>
                  </a:lnTo>
                  <a:lnTo>
                    <a:pt x="147548" y="55638"/>
                  </a:lnTo>
                  <a:lnTo>
                    <a:pt x="157213" y="36245"/>
                  </a:lnTo>
                  <a:lnTo>
                    <a:pt x="166547" y="48691"/>
                  </a:lnTo>
                  <a:lnTo>
                    <a:pt x="167474" y="49822"/>
                  </a:lnTo>
                  <a:lnTo>
                    <a:pt x="168935" y="50546"/>
                  </a:lnTo>
                  <a:lnTo>
                    <a:pt x="171716" y="50546"/>
                  </a:lnTo>
                  <a:lnTo>
                    <a:pt x="173088" y="49822"/>
                  </a:lnTo>
                  <a:lnTo>
                    <a:pt x="181444" y="38125"/>
                  </a:lnTo>
                  <a:lnTo>
                    <a:pt x="181902" y="37490"/>
                  </a:lnTo>
                  <a:lnTo>
                    <a:pt x="183311" y="41706"/>
                  </a:lnTo>
                  <a:lnTo>
                    <a:pt x="183997" y="45935"/>
                  </a:lnTo>
                  <a:lnTo>
                    <a:pt x="184035" y="50546"/>
                  </a:lnTo>
                  <a:lnTo>
                    <a:pt x="184035" y="22644"/>
                  </a:lnTo>
                  <a:lnTo>
                    <a:pt x="177355" y="14427"/>
                  </a:lnTo>
                  <a:lnTo>
                    <a:pt x="177355" y="28016"/>
                  </a:lnTo>
                  <a:lnTo>
                    <a:pt x="170141" y="38125"/>
                  </a:lnTo>
                  <a:lnTo>
                    <a:pt x="168732" y="36245"/>
                  </a:lnTo>
                  <a:lnTo>
                    <a:pt x="158597" y="22682"/>
                  </a:lnTo>
                  <a:lnTo>
                    <a:pt x="155714" y="22263"/>
                  </a:lnTo>
                  <a:lnTo>
                    <a:pt x="153085" y="24206"/>
                  </a:lnTo>
                  <a:lnTo>
                    <a:pt x="152615" y="24777"/>
                  </a:lnTo>
                  <a:lnTo>
                    <a:pt x="137223" y="55638"/>
                  </a:lnTo>
                  <a:lnTo>
                    <a:pt x="135216" y="52946"/>
                  </a:lnTo>
                  <a:lnTo>
                    <a:pt x="126377" y="41135"/>
                  </a:lnTo>
                  <a:lnTo>
                    <a:pt x="123494" y="40716"/>
                  </a:lnTo>
                  <a:lnTo>
                    <a:pt x="121119" y="42519"/>
                  </a:lnTo>
                  <a:lnTo>
                    <a:pt x="102603" y="61061"/>
                  </a:lnTo>
                  <a:lnTo>
                    <a:pt x="102362" y="57188"/>
                  </a:lnTo>
                  <a:lnTo>
                    <a:pt x="102235" y="55143"/>
                  </a:lnTo>
                  <a:lnTo>
                    <a:pt x="102095" y="52946"/>
                  </a:lnTo>
                  <a:lnTo>
                    <a:pt x="101993" y="51333"/>
                  </a:lnTo>
                  <a:lnTo>
                    <a:pt x="101904" y="49822"/>
                  </a:lnTo>
                  <a:lnTo>
                    <a:pt x="101828" y="48691"/>
                  </a:lnTo>
                  <a:lnTo>
                    <a:pt x="101752" y="47383"/>
                  </a:lnTo>
                  <a:lnTo>
                    <a:pt x="101663" y="45935"/>
                  </a:lnTo>
                  <a:lnTo>
                    <a:pt x="101587" y="44678"/>
                  </a:lnTo>
                  <a:lnTo>
                    <a:pt x="106743" y="29705"/>
                  </a:lnTo>
                  <a:lnTo>
                    <a:pt x="117119" y="17754"/>
                  </a:lnTo>
                  <a:lnTo>
                    <a:pt x="131800" y="10464"/>
                  </a:lnTo>
                  <a:lnTo>
                    <a:pt x="135331" y="9512"/>
                  </a:lnTo>
                  <a:lnTo>
                    <a:pt x="138823" y="9067"/>
                  </a:lnTo>
                  <a:lnTo>
                    <a:pt x="142633" y="9067"/>
                  </a:lnTo>
                  <a:lnTo>
                    <a:pt x="153670" y="10464"/>
                  </a:lnTo>
                  <a:lnTo>
                    <a:pt x="153149" y="10464"/>
                  </a:lnTo>
                  <a:lnTo>
                    <a:pt x="162394" y="14122"/>
                  </a:lnTo>
                  <a:lnTo>
                    <a:pt x="170688" y="20078"/>
                  </a:lnTo>
                  <a:lnTo>
                    <a:pt x="177355" y="28016"/>
                  </a:lnTo>
                  <a:lnTo>
                    <a:pt x="177355" y="14427"/>
                  </a:lnTo>
                  <a:lnTo>
                    <a:pt x="175044" y="11569"/>
                  </a:lnTo>
                  <a:lnTo>
                    <a:pt x="170510" y="9067"/>
                  </a:lnTo>
                  <a:lnTo>
                    <a:pt x="158064" y="2197"/>
                  </a:lnTo>
                  <a:lnTo>
                    <a:pt x="106857" y="14630"/>
                  </a:lnTo>
                  <a:lnTo>
                    <a:pt x="92240" y="45935"/>
                  </a:lnTo>
                  <a:lnTo>
                    <a:pt x="18402" y="45935"/>
                  </a:lnTo>
                  <a:lnTo>
                    <a:pt x="0" y="221068"/>
                  </a:lnTo>
                  <a:lnTo>
                    <a:pt x="1447" y="228244"/>
                  </a:lnTo>
                  <a:lnTo>
                    <a:pt x="5397" y="234099"/>
                  </a:lnTo>
                  <a:lnTo>
                    <a:pt x="11239" y="238048"/>
                  </a:lnTo>
                  <a:lnTo>
                    <a:pt x="18402" y="239496"/>
                  </a:lnTo>
                  <a:lnTo>
                    <a:pt x="109588" y="239496"/>
                  </a:lnTo>
                  <a:lnTo>
                    <a:pt x="106527" y="257937"/>
                  </a:lnTo>
                  <a:lnTo>
                    <a:pt x="89471" y="257937"/>
                  </a:lnTo>
                  <a:lnTo>
                    <a:pt x="87414" y="259994"/>
                  </a:lnTo>
                  <a:lnTo>
                    <a:pt x="87414" y="283527"/>
                  </a:lnTo>
                  <a:lnTo>
                    <a:pt x="89471" y="285584"/>
                  </a:lnTo>
                  <a:lnTo>
                    <a:pt x="195770" y="285584"/>
                  </a:lnTo>
                  <a:lnTo>
                    <a:pt x="197840" y="283527"/>
                  </a:lnTo>
                  <a:lnTo>
                    <a:pt x="197840" y="276364"/>
                  </a:lnTo>
                  <a:lnTo>
                    <a:pt x="197840" y="267144"/>
                  </a:lnTo>
                  <a:lnTo>
                    <a:pt x="197840" y="259994"/>
                  </a:lnTo>
                  <a:lnTo>
                    <a:pt x="195770" y="257937"/>
                  </a:lnTo>
                  <a:lnTo>
                    <a:pt x="188633" y="257937"/>
                  </a:lnTo>
                  <a:lnTo>
                    <a:pt x="188633" y="267144"/>
                  </a:lnTo>
                  <a:lnTo>
                    <a:pt x="188633" y="276364"/>
                  </a:lnTo>
                  <a:lnTo>
                    <a:pt x="96621" y="276364"/>
                  </a:lnTo>
                  <a:lnTo>
                    <a:pt x="96621" y="267144"/>
                  </a:lnTo>
                  <a:lnTo>
                    <a:pt x="188633" y="267144"/>
                  </a:lnTo>
                  <a:lnTo>
                    <a:pt x="188633" y="257937"/>
                  </a:lnTo>
                  <a:lnTo>
                    <a:pt x="178727" y="257937"/>
                  </a:lnTo>
                  <a:lnTo>
                    <a:pt x="175666" y="239496"/>
                  </a:lnTo>
                  <a:lnTo>
                    <a:pt x="266852" y="239496"/>
                  </a:lnTo>
                  <a:lnTo>
                    <a:pt x="274015" y="238048"/>
                  </a:lnTo>
                  <a:lnTo>
                    <a:pt x="279869" y="234099"/>
                  </a:lnTo>
                  <a:lnTo>
                    <a:pt x="282435" y="230276"/>
                  </a:lnTo>
                  <a:lnTo>
                    <a:pt x="283806" y="228244"/>
                  </a:lnTo>
                  <a:lnTo>
                    <a:pt x="285254" y="221068"/>
                  </a:lnTo>
                  <a:lnTo>
                    <a:pt x="285254" y="202628"/>
                  </a:lnTo>
                  <a:lnTo>
                    <a:pt x="285254" y="193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22228" y="2085074"/>
              <a:ext cx="92017" cy="921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57929" y="3597655"/>
              <a:ext cx="4674870" cy="0"/>
            </a:xfrm>
            <a:custGeom>
              <a:avLst/>
              <a:gdLst/>
              <a:ahLst/>
              <a:cxnLst/>
              <a:rect l="l" t="t" r="r" b="b"/>
              <a:pathLst>
                <a:path w="4674870">
                  <a:moveTo>
                    <a:pt x="0" y="0"/>
                  </a:moveTo>
                  <a:lnTo>
                    <a:pt x="467461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7978" y="2188717"/>
              <a:ext cx="2874645" cy="2818130"/>
            </a:xfrm>
            <a:custGeom>
              <a:avLst/>
              <a:gdLst/>
              <a:ahLst/>
              <a:cxnLst/>
              <a:rect l="l" t="t" r="r" b="b"/>
              <a:pathLst>
                <a:path w="2874645" h="2818129">
                  <a:moveTo>
                    <a:pt x="2049145" y="0"/>
                  </a:moveTo>
                  <a:lnTo>
                    <a:pt x="825373" y="0"/>
                  </a:lnTo>
                  <a:lnTo>
                    <a:pt x="0" y="825373"/>
                  </a:lnTo>
                  <a:lnTo>
                    <a:pt x="0" y="1992630"/>
                  </a:lnTo>
                  <a:lnTo>
                    <a:pt x="825373" y="2818003"/>
                  </a:lnTo>
                  <a:lnTo>
                    <a:pt x="2049145" y="2818003"/>
                  </a:lnTo>
                  <a:lnTo>
                    <a:pt x="2874518" y="1992630"/>
                  </a:lnTo>
                  <a:lnTo>
                    <a:pt x="2874518" y="825373"/>
                  </a:lnTo>
                  <a:lnTo>
                    <a:pt x="2049145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3994" y="3323940"/>
              <a:ext cx="1947061" cy="54850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6540" y="3393554"/>
              <a:ext cx="150940" cy="25341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941952" y="3332098"/>
              <a:ext cx="532130" cy="531495"/>
            </a:xfrm>
            <a:custGeom>
              <a:avLst/>
              <a:gdLst/>
              <a:ahLst/>
              <a:cxnLst/>
              <a:rect l="l" t="t" r="r" b="b"/>
              <a:pathLst>
                <a:path w="532129" h="531495">
                  <a:moveTo>
                    <a:pt x="443484" y="0"/>
                  </a:moveTo>
                  <a:lnTo>
                    <a:pt x="0" y="0"/>
                  </a:lnTo>
                  <a:lnTo>
                    <a:pt x="0" y="442594"/>
                  </a:lnTo>
                  <a:lnTo>
                    <a:pt x="88519" y="531240"/>
                  </a:lnTo>
                  <a:lnTo>
                    <a:pt x="532002" y="531240"/>
                  </a:lnTo>
                  <a:lnTo>
                    <a:pt x="532002" y="88518"/>
                  </a:lnTo>
                  <a:lnTo>
                    <a:pt x="443484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27439" y="3513281"/>
              <a:ext cx="171778" cy="17181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072088" y="3457916"/>
              <a:ext cx="274955" cy="282575"/>
            </a:xfrm>
            <a:custGeom>
              <a:avLst/>
              <a:gdLst/>
              <a:ahLst/>
              <a:cxnLst/>
              <a:rect l="l" t="t" r="r" b="b"/>
              <a:pathLst>
                <a:path w="274954" h="282575">
                  <a:moveTo>
                    <a:pt x="0" y="141274"/>
                  </a:moveTo>
                  <a:lnTo>
                    <a:pt x="7006" y="96619"/>
                  </a:lnTo>
                  <a:lnTo>
                    <a:pt x="26515" y="57838"/>
                  </a:lnTo>
                  <a:lnTo>
                    <a:pt x="56263" y="27257"/>
                  </a:lnTo>
                  <a:lnTo>
                    <a:pt x="93987" y="7202"/>
                  </a:lnTo>
                  <a:lnTo>
                    <a:pt x="137422" y="0"/>
                  </a:lnTo>
                  <a:lnTo>
                    <a:pt x="180857" y="7202"/>
                  </a:lnTo>
                  <a:lnTo>
                    <a:pt x="218581" y="27257"/>
                  </a:lnTo>
                  <a:lnTo>
                    <a:pt x="248329" y="57838"/>
                  </a:lnTo>
                  <a:lnTo>
                    <a:pt x="267838" y="96619"/>
                  </a:lnTo>
                  <a:lnTo>
                    <a:pt x="274844" y="141274"/>
                  </a:lnTo>
                  <a:lnTo>
                    <a:pt x="267838" y="185925"/>
                  </a:lnTo>
                  <a:lnTo>
                    <a:pt x="248329" y="224706"/>
                  </a:lnTo>
                  <a:lnTo>
                    <a:pt x="218581" y="255288"/>
                  </a:lnTo>
                  <a:lnTo>
                    <a:pt x="180858" y="275344"/>
                  </a:lnTo>
                  <a:lnTo>
                    <a:pt x="137422" y="282547"/>
                  </a:lnTo>
                  <a:lnTo>
                    <a:pt x="93987" y="275344"/>
                  </a:lnTo>
                  <a:lnTo>
                    <a:pt x="56263" y="255288"/>
                  </a:lnTo>
                  <a:lnTo>
                    <a:pt x="26515" y="224706"/>
                  </a:lnTo>
                  <a:lnTo>
                    <a:pt x="7006" y="185925"/>
                  </a:lnTo>
                  <a:lnTo>
                    <a:pt x="0" y="141274"/>
                  </a:lnTo>
                  <a:close/>
                </a:path>
              </a:pathLst>
            </a:custGeom>
            <a:ln w="114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16520" y="3332098"/>
              <a:ext cx="532130" cy="531495"/>
            </a:xfrm>
            <a:custGeom>
              <a:avLst/>
              <a:gdLst/>
              <a:ahLst/>
              <a:cxnLst/>
              <a:rect l="l" t="t" r="r" b="b"/>
              <a:pathLst>
                <a:path w="532129" h="531495">
                  <a:moveTo>
                    <a:pt x="443483" y="0"/>
                  </a:moveTo>
                  <a:lnTo>
                    <a:pt x="0" y="0"/>
                  </a:lnTo>
                  <a:lnTo>
                    <a:pt x="0" y="442594"/>
                  </a:lnTo>
                  <a:lnTo>
                    <a:pt x="88519" y="531240"/>
                  </a:lnTo>
                  <a:lnTo>
                    <a:pt x="532002" y="531240"/>
                  </a:lnTo>
                  <a:lnTo>
                    <a:pt x="532002" y="88518"/>
                  </a:lnTo>
                  <a:lnTo>
                    <a:pt x="443483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02006" y="3513281"/>
              <a:ext cx="171778" cy="17181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846655" y="3457916"/>
              <a:ext cx="274955" cy="282575"/>
            </a:xfrm>
            <a:custGeom>
              <a:avLst/>
              <a:gdLst/>
              <a:ahLst/>
              <a:cxnLst/>
              <a:rect l="l" t="t" r="r" b="b"/>
              <a:pathLst>
                <a:path w="274954" h="282575">
                  <a:moveTo>
                    <a:pt x="0" y="141274"/>
                  </a:moveTo>
                  <a:lnTo>
                    <a:pt x="7006" y="96619"/>
                  </a:lnTo>
                  <a:lnTo>
                    <a:pt x="26515" y="57838"/>
                  </a:lnTo>
                  <a:lnTo>
                    <a:pt x="56263" y="27257"/>
                  </a:lnTo>
                  <a:lnTo>
                    <a:pt x="93987" y="7202"/>
                  </a:lnTo>
                  <a:lnTo>
                    <a:pt x="137422" y="0"/>
                  </a:lnTo>
                  <a:lnTo>
                    <a:pt x="180857" y="7202"/>
                  </a:lnTo>
                  <a:lnTo>
                    <a:pt x="218581" y="27257"/>
                  </a:lnTo>
                  <a:lnTo>
                    <a:pt x="248329" y="57838"/>
                  </a:lnTo>
                  <a:lnTo>
                    <a:pt x="267838" y="96619"/>
                  </a:lnTo>
                  <a:lnTo>
                    <a:pt x="274844" y="141274"/>
                  </a:lnTo>
                  <a:lnTo>
                    <a:pt x="267838" y="185925"/>
                  </a:lnTo>
                  <a:lnTo>
                    <a:pt x="248329" y="224706"/>
                  </a:lnTo>
                  <a:lnTo>
                    <a:pt x="218581" y="255288"/>
                  </a:lnTo>
                  <a:lnTo>
                    <a:pt x="180858" y="275344"/>
                  </a:lnTo>
                  <a:lnTo>
                    <a:pt x="137423" y="282547"/>
                  </a:lnTo>
                  <a:lnTo>
                    <a:pt x="93987" y="275344"/>
                  </a:lnTo>
                  <a:lnTo>
                    <a:pt x="56264" y="255288"/>
                  </a:lnTo>
                  <a:lnTo>
                    <a:pt x="26515" y="224706"/>
                  </a:lnTo>
                  <a:lnTo>
                    <a:pt x="7006" y="185925"/>
                  </a:lnTo>
                  <a:lnTo>
                    <a:pt x="0" y="141274"/>
                  </a:lnTo>
                  <a:close/>
                </a:path>
              </a:pathLst>
            </a:custGeom>
            <a:ln w="114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432545" y="2581528"/>
              <a:ext cx="3173730" cy="596265"/>
            </a:xfrm>
            <a:custGeom>
              <a:avLst/>
              <a:gdLst/>
              <a:ahLst/>
              <a:cxnLst/>
              <a:rect l="l" t="t" r="r" b="b"/>
              <a:pathLst>
                <a:path w="3173729" h="596264">
                  <a:moveTo>
                    <a:pt x="3073907" y="0"/>
                  </a:moveTo>
                  <a:lnTo>
                    <a:pt x="0" y="0"/>
                  </a:lnTo>
                  <a:lnTo>
                    <a:pt x="0" y="496570"/>
                  </a:lnTo>
                  <a:lnTo>
                    <a:pt x="99313" y="596011"/>
                  </a:lnTo>
                  <a:lnTo>
                    <a:pt x="3173222" y="596011"/>
                  </a:lnTo>
                  <a:lnTo>
                    <a:pt x="3173222" y="99313"/>
                  </a:lnTo>
                  <a:lnTo>
                    <a:pt x="3073907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224264" y="3372357"/>
            <a:ext cx="202057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empresariales 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Conectividad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terceros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24264" y="2029713"/>
            <a:ext cx="10693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Visualización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79600" y="3175507"/>
            <a:ext cx="14712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Gateways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86305" y="3623564"/>
            <a:ext cx="861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Historiales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932813" y="4061586"/>
            <a:ext cx="365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MES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13510" y="4500117"/>
            <a:ext cx="1803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PLM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2939" y="1853564"/>
            <a:ext cx="22244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apps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periferia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224264" y="2749423"/>
            <a:ext cx="15087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Analítica</a:t>
            </a:r>
            <a:r>
              <a:rPr sz="1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avanzada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432545" y="2636862"/>
            <a:ext cx="3173730" cy="1985010"/>
            <a:chOff x="8432545" y="2636862"/>
            <a:chExt cx="3173730" cy="1985010"/>
          </a:xfrm>
        </p:grpSpPr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14460" y="2636862"/>
              <a:ext cx="446570" cy="44657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432545" y="4025391"/>
              <a:ext cx="3173730" cy="596265"/>
            </a:xfrm>
            <a:custGeom>
              <a:avLst/>
              <a:gdLst/>
              <a:ahLst/>
              <a:cxnLst/>
              <a:rect l="l" t="t" r="r" b="b"/>
              <a:pathLst>
                <a:path w="3173729" h="596264">
                  <a:moveTo>
                    <a:pt x="3073907" y="0"/>
                  </a:moveTo>
                  <a:lnTo>
                    <a:pt x="0" y="0"/>
                  </a:lnTo>
                  <a:lnTo>
                    <a:pt x="0" y="496696"/>
                  </a:lnTo>
                  <a:lnTo>
                    <a:pt x="99313" y="596010"/>
                  </a:lnTo>
                  <a:lnTo>
                    <a:pt x="3173222" y="596010"/>
                  </a:lnTo>
                  <a:lnTo>
                    <a:pt x="3173222" y="99313"/>
                  </a:lnTo>
                  <a:lnTo>
                    <a:pt x="3073907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24264" y="4193540"/>
            <a:ext cx="1774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Trabajador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conectado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81135" y="4147515"/>
            <a:ext cx="413562" cy="413562"/>
          </a:xfrm>
          <a:prstGeom prst="rect">
            <a:avLst/>
          </a:prstGeom>
        </p:spPr>
      </p:pic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solidFill>
                  <a:srgbClr val="000000"/>
                </a:solidFill>
              </a:rPr>
              <a:t>Integrando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el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165" dirty="0">
                <a:solidFill>
                  <a:srgbClr val="000000"/>
                </a:solidFill>
              </a:rPr>
              <a:t>DataOps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industrial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con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155" dirty="0">
                <a:solidFill>
                  <a:srgbClr val="000000"/>
                </a:solidFill>
              </a:rPr>
              <a:t>FactoryTalk®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135" dirty="0">
                <a:solidFill>
                  <a:srgbClr val="000000"/>
                </a:solidFill>
              </a:rPr>
              <a:t>Operation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35" dirty="0">
                <a:solidFill>
                  <a:srgbClr val="000000"/>
                </a:solidFill>
              </a:rPr>
              <a:t>Hub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0" y="222504"/>
            <a:ext cx="11839575" cy="5327015"/>
            <a:chOff x="0" y="222504"/>
            <a:chExt cx="11839575" cy="5327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00" y="222504"/>
              <a:ext cx="713994" cy="8008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2636" y="861059"/>
              <a:ext cx="425957" cy="4808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45312"/>
              <a:ext cx="5381243" cy="47040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827" y="1578864"/>
              <a:ext cx="4420362" cy="39705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853" y="1429004"/>
              <a:ext cx="6628384" cy="60833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0654" y="917524"/>
            <a:ext cx="9353550" cy="101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5255" algn="l"/>
              </a:tabLst>
            </a:pPr>
            <a:r>
              <a:rPr sz="1800" spc="-65" dirty="0">
                <a:solidFill>
                  <a:srgbClr val="4B4B4B"/>
                </a:solidFill>
                <a:latin typeface="Arial"/>
                <a:cs typeface="Arial"/>
              </a:rPr>
              <a:t>FactoryTalk®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DataMosaix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	forma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parte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amplia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cartera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SaaS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rápido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crecimiento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Beneficios</a:t>
            </a:r>
            <a:r>
              <a:rPr sz="2400" b="1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11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b="1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86528" y="2013191"/>
            <a:ext cx="7000875" cy="3679825"/>
            <a:chOff x="4986528" y="2013191"/>
            <a:chExt cx="7000875" cy="367982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86528" y="2013191"/>
              <a:ext cx="7000494" cy="36796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1854" y="2176271"/>
              <a:ext cx="6628765" cy="3373120"/>
            </a:xfrm>
            <a:custGeom>
              <a:avLst/>
              <a:gdLst/>
              <a:ahLst/>
              <a:cxnLst/>
              <a:rect l="l" t="t" r="r" b="b"/>
              <a:pathLst>
                <a:path w="6628765" h="3373120">
                  <a:moveTo>
                    <a:pt x="6628510" y="0"/>
                  </a:moveTo>
                  <a:lnTo>
                    <a:pt x="0" y="0"/>
                  </a:lnTo>
                  <a:lnTo>
                    <a:pt x="0" y="3373120"/>
                  </a:lnTo>
                  <a:lnTo>
                    <a:pt x="6628510" y="3373120"/>
                  </a:lnTo>
                  <a:lnTo>
                    <a:pt x="66285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23279" y="2400805"/>
            <a:ext cx="2477135" cy="8782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80" dirty="0">
                <a:latin typeface="Arial"/>
                <a:cs typeface="Arial"/>
              </a:rPr>
              <a:t>Menor</a:t>
            </a:r>
            <a:r>
              <a:rPr sz="1400" b="1" spc="-114" dirty="0">
                <a:latin typeface="Arial"/>
                <a:cs typeface="Arial"/>
              </a:rPr>
              <a:t> </a:t>
            </a:r>
            <a:r>
              <a:rPr sz="1400" b="1" spc="-45" dirty="0">
                <a:latin typeface="Arial"/>
                <a:cs typeface="Arial"/>
              </a:rPr>
              <a:t>costo</a:t>
            </a:r>
            <a:r>
              <a:rPr sz="1400" b="1" spc="-114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total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de</a:t>
            </a:r>
            <a:r>
              <a:rPr sz="1400" b="1" spc="-100" dirty="0">
                <a:latin typeface="Arial"/>
                <a:cs typeface="Arial"/>
              </a:rPr>
              <a:t> </a:t>
            </a:r>
            <a:r>
              <a:rPr sz="1400" b="1" spc="-35" dirty="0">
                <a:latin typeface="Arial"/>
                <a:cs typeface="Arial"/>
              </a:rPr>
              <a:t>propiedad</a:t>
            </a:r>
            <a:endParaRPr sz="1400">
              <a:latin typeface="Arial"/>
              <a:cs typeface="Arial"/>
            </a:endParaRPr>
          </a:p>
          <a:p>
            <a:pPr marL="12700" marR="23495">
              <a:lnSpc>
                <a:spcPct val="100000"/>
              </a:lnSpc>
              <a:spcBef>
                <a:spcPts val="595"/>
              </a:spcBef>
            </a:pPr>
            <a:r>
              <a:rPr sz="1000" spc="-40" dirty="0">
                <a:latin typeface="Arial"/>
                <a:cs typeface="Arial"/>
              </a:rPr>
              <a:t>No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es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necesario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un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equipo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trabajo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grande </a:t>
            </a:r>
            <a:r>
              <a:rPr sz="1000" spc="-25" dirty="0">
                <a:latin typeface="Arial"/>
                <a:cs typeface="Arial"/>
              </a:rPr>
              <a:t>para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gestionar </a:t>
            </a: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infraestructura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digital personalizada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67038" y="2400805"/>
            <a:ext cx="2246630" cy="7258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75" dirty="0">
                <a:latin typeface="Arial"/>
                <a:cs typeface="Arial"/>
              </a:rPr>
              <a:t>Mayor</a:t>
            </a:r>
            <a:r>
              <a:rPr sz="1400" b="1" spc="-1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agilidad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000" spc="-35" dirty="0">
                <a:latin typeface="Arial"/>
                <a:cs typeface="Arial"/>
              </a:rPr>
              <a:t>Amplíe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conforme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sea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necesario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y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adopte </a:t>
            </a:r>
            <a:r>
              <a:rPr sz="1000" spc="-35" dirty="0">
                <a:latin typeface="Arial"/>
                <a:cs typeface="Arial"/>
              </a:rPr>
              <a:t>nuevas</a:t>
            </a:r>
            <a:r>
              <a:rPr sz="1000" spc="-20" dirty="0">
                <a:latin typeface="Arial"/>
                <a:cs typeface="Arial"/>
              </a:rPr>
              <a:t> capacidades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mayor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rapidez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3279" y="4491479"/>
            <a:ext cx="2254885" cy="7258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75" dirty="0">
                <a:latin typeface="Arial"/>
                <a:cs typeface="Arial"/>
              </a:rPr>
              <a:t>Costos</a:t>
            </a:r>
            <a:r>
              <a:rPr sz="1400" b="1" spc="-110" dirty="0">
                <a:latin typeface="Arial"/>
                <a:cs typeface="Arial"/>
              </a:rPr>
              <a:t> </a:t>
            </a:r>
            <a:r>
              <a:rPr sz="1400" b="1" spc="-70" dirty="0">
                <a:latin typeface="Arial"/>
                <a:cs typeface="Arial"/>
              </a:rPr>
              <a:t>más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predecibles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000" spc="-35" dirty="0">
                <a:latin typeface="Arial"/>
                <a:cs typeface="Arial"/>
              </a:rPr>
              <a:t>Sin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necesidad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ampliar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capacidad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ni </a:t>
            </a:r>
            <a:r>
              <a:rPr sz="1000" spc="-10" dirty="0">
                <a:latin typeface="Arial"/>
                <a:cs typeface="Arial"/>
              </a:rPr>
              <a:t>excederse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en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los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costos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presupuestados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67038" y="4598034"/>
            <a:ext cx="23533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latin typeface="Arial"/>
                <a:cs typeface="Arial"/>
              </a:rPr>
              <a:t>Mantenga</a:t>
            </a:r>
            <a:r>
              <a:rPr sz="1400" b="1" spc="-114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la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55" dirty="0">
                <a:latin typeface="Arial"/>
                <a:cs typeface="Arial"/>
              </a:rPr>
              <a:t>propiedad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de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sus </a:t>
            </a:r>
            <a:r>
              <a:rPr sz="1400" b="1" spc="-10" dirty="0"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23279" y="3507181"/>
            <a:ext cx="2418080" cy="85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5" dirty="0">
                <a:latin typeface="Arial"/>
                <a:cs typeface="Arial"/>
              </a:rPr>
              <a:t>Tiempo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de</a:t>
            </a:r>
            <a:r>
              <a:rPr sz="1400" b="1" spc="-90" dirty="0">
                <a:latin typeface="Arial"/>
                <a:cs typeface="Arial"/>
              </a:rPr>
              <a:t> </a:t>
            </a:r>
            <a:r>
              <a:rPr sz="1400" b="1" spc="-45" dirty="0">
                <a:latin typeface="Arial"/>
                <a:cs typeface="Arial"/>
              </a:rPr>
              <a:t>amortización</a:t>
            </a:r>
            <a:r>
              <a:rPr sz="1400" b="1" spc="-10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más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corto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050" spc="-25" dirty="0">
                <a:latin typeface="Arial"/>
                <a:cs typeface="Arial"/>
              </a:rPr>
              <a:t>Aproveche</a:t>
            </a:r>
            <a:r>
              <a:rPr sz="1050" spc="-7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el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conjunto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30" dirty="0">
                <a:latin typeface="Arial"/>
                <a:cs typeface="Arial"/>
              </a:rPr>
              <a:t>de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destrezas</a:t>
            </a:r>
            <a:r>
              <a:rPr sz="1050" spc="-60" dirty="0">
                <a:latin typeface="Arial"/>
                <a:cs typeface="Arial"/>
              </a:rPr>
              <a:t> </a:t>
            </a:r>
            <a:r>
              <a:rPr sz="1050" spc="-30" dirty="0">
                <a:latin typeface="Arial"/>
                <a:cs typeface="Arial"/>
              </a:rPr>
              <a:t>de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su </a:t>
            </a:r>
            <a:r>
              <a:rPr sz="1050" spc="-10" dirty="0">
                <a:latin typeface="Arial"/>
                <a:cs typeface="Arial"/>
              </a:rPr>
              <a:t>personal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67038" y="3507181"/>
            <a:ext cx="2308860" cy="8331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latin typeface="Arial"/>
                <a:cs typeface="Arial"/>
              </a:rPr>
              <a:t>Rendimiento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de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sistema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optimizado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000" spc="-35" dirty="0">
                <a:latin typeface="Arial"/>
                <a:cs typeface="Arial"/>
              </a:rPr>
              <a:t>Diseñado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específicamente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para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grandes cantidades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series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temporales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552924"/>
            <a:ext cx="11780520" cy="4695825"/>
            <a:chOff x="0" y="1552924"/>
            <a:chExt cx="11780520" cy="4695825"/>
          </a:xfrm>
        </p:grpSpPr>
        <p:sp>
          <p:nvSpPr>
            <p:cNvPr id="20" name="object 20"/>
            <p:cNvSpPr/>
            <p:nvPr/>
          </p:nvSpPr>
          <p:spPr>
            <a:xfrm>
              <a:off x="5935345" y="3315588"/>
              <a:ext cx="5619115" cy="1094740"/>
            </a:xfrm>
            <a:custGeom>
              <a:avLst/>
              <a:gdLst/>
              <a:ahLst/>
              <a:cxnLst/>
              <a:rect l="l" t="t" r="r" b="b"/>
              <a:pathLst>
                <a:path w="5619115" h="1094739">
                  <a:moveTo>
                    <a:pt x="0" y="0"/>
                  </a:moveTo>
                  <a:lnTo>
                    <a:pt x="2475864" y="0"/>
                  </a:lnTo>
                </a:path>
                <a:path w="5619115" h="1094739">
                  <a:moveTo>
                    <a:pt x="0" y="1094486"/>
                  </a:moveTo>
                  <a:lnTo>
                    <a:pt x="2475864" y="1094486"/>
                  </a:lnTo>
                </a:path>
                <a:path w="5619115" h="1094739">
                  <a:moveTo>
                    <a:pt x="3143250" y="10668"/>
                  </a:moveTo>
                  <a:lnTo>
                    <a:pt x="5619114" y="10668"/>
                  </a:lnTo>
                </a:path>
                <a:path w="5619115" h="1094739">
                  <a:moveTo>
                    <a:pt x="3143250" y="1094486"/>
                  </a:moveTo>
                  <a:lnTo>
                    <a:pt x="5619114" y="1094486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5549366"/>
              <a:ext cx="11780520" cy="699135"/>
            </a:xfrm>
            <a:custGeom>
              <a:avLst/>
              <a:gdLst/>
              <a:ahLst/>
              <a:cxnLst/>
              <a:rect l="l" t="t" r="r" b="b"/>
              <a:pathLst>
                <a:path w="11780520" h="699135">
                  <a:moveTo>
                    <a:pt x="11780177" y="0"/>
                  </a:moveTo>
                  <a:lnTo>
                    <a:pt x="0" y="0"/>
                  </a:lnTo>
                  <a:lnTo>
                    <a:pt x="0" y="699033"/>
                  </a:lnTo>
                  <a:lnTo>
                    <a:pt x="11780177" y="699033"/>
                  </a:lnTo>
                  <a:lnTo>
                    <a:pt x="11780177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898883"/>
              <a:ext cx="10871200" cy="0"/>
            </a:xfrm>
            <a:custGeom>
              <a:avLst/>
              <a:gdLst/>
              <a:ahLst/>
              <a:cxnLst/>
              <a:rect l="l" t="t" r="r" b="b"/>
              <a:pathLst>
                <a:path w="10871200">
                  <a:moveTo>
                    <a:pt x="0" y="0"/>
                  </a:moveTo>
                  <a:lnTo>
                    <a:pt x="1087120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02892" y="1552924"/>
              <a:ext cx="358711" cy="3603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46547" y="3294926"/>
              <a:ext cx="878801" cy="87880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01817" y="3513200"/>
              <a:ext cx="399542" cy="3995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01259" y="3611625"/>
              <a:ext cx="200787" cy="1947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46547" y="2295182"/>
              <a:ext cx="878801" cy="8788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01817" y="2513202"/>
              <a:ext cx="399542" cy="39941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06973" y="2612008"/>
              <a:ext cx="189229" cy="2016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02752" y="3294926"/>
              <a:ext cx="878801" cy="8788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8656" y="3513200"/>
              <a:ext cx="399542" cy="39954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57590" y="3601847"/>
              <a:ext cx="201675" cy="222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46547" y="4386109"/>
              <a:ext cx="878801" cy="87880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01817" y="4603495"/>
              <a:ext cx="399542" cy="3994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99861" y="4701413"/>
              <a:ext cx="203453" cy="20345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210035" y="5996508"/>
              <a:ext cx="330200" cy="74930"/>
            </a:xfrm>
            <a:custGeom>
              <a:avLst/>
              <a:gdLst/>
              <a:ahLst/>
              <a:cxnLst/>
              <a:rect l="l" t="t" r="r" b="b"/>
              <a:pathLst>
                <a:path w="330200" h="74929">
                  <a:moveTo>
                    <a:pt x="0" y="74612"/>
                  </a:moveTo>
                  <a:lnTo>
                    <a:pt x="330200" y="74625"/>
                  </a:lnTo>
                </a:path>
                <a:path w="330200" h="74929">
                  <a:moveTo>
                    <a:pt x="165100" y="74612"/>
                  </a:moveTo>
                  <a:lnTo>
                    <a:pt x="1651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240134" y="5726633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269875" y="134937"/>
                  </a:moveTo>
                  <a:lnTo>
                    <a:pt x="263041" y="177758"/>
                  </a:lnTo>
                  <a:lnTo>
                    <a:pt x="243979" y="214821"/>
                  </a:lnTo>
                  <a:lnTo>
                    <a:pt x="214846" y="243967"/>
                  </a:lnTo>
                  <a:lnTo>
                    <a:pt x="177801" y="263038"/>
                  </a:lnTo>
                  <a:lnTo>
                    <a:pt x="135000" y="269875"/>
                  </a:lnTo>
                  <a:lnTo>
                    <a:pt x="92139" y="262648"/>
                  </a:lnTo>
                  <a:lnTo>
                    <a:pt x="55056" y="242649"/>
                  </a:lnTo>
                  <a:lnTo>
                    <a:pt x="25903" y="212393"/>
                  </a:lnTo>
                  <a:lnTo>
                    <a:pt x="6834" y="174401"/>
                  </a:lnTo>
                  <a:lnTo>
                    <a:pt x="0" y="131190"/>
                  </a:lnTo>
                  <a:lnTo>
                    <a:pt x="9904" y="81179"/>
                  </a:lnTo>
                  <a:lnTo>
                    <a:pt x="37036" y="40301"/>
                  </a:lnTo>
                  <a:lnTo>
                    <a:pt x="77527" y="12070"/>
                  </a:lnTo>
                  <a:lnTo>
                    <a:pt x="127508" y="0"/>
                  </a:lnTo>
                  <a:lnTo>
                    <a:pt x="131191" y="0"/>
                  </a:lnTo>
                  <a:lnTo>
                    <a:pt x="135000" y="0"/>
                  </a:lnTo>
                  <a:lnTo>
                    <a:pt x="177801" y="6837"/>
                  </a:lnTo>
                  <a:lnTo>
                    <a:pt x="214846" y="25910"/>
                  </a:lnTo>
                  <a:lnTo>
                    <a:pt x="243979" y="55058"/>
                  </a:lnTo>
                  <a:lnTo>
                    <a:pt x="263041" y="92121"/>
                  </a:lnTo>
                  <a:lnTo>
                    <a:pt x="269875" y="134937"/>
                  </a:lnTo>
                  <a:close/>
                </a:path>
                <a:path w="269875" h="269875">
                  <a:moveTo>
                    <a:pt x="127000" y="0"/>
                  </a:moveTo>
                  <a:lnTo>
                    <a:pt x="99218" y="39514"/>
                  </a:lnTo>
                  <a:lnTo>
                    <a:pt x="82550" y="82464"/>
                  </a:lnTo>
                  <a:lnTo>
                    <a:pt x="76993" y="127912"/>
                  </a:lnTo>
                  <a:lnTo>
                    <a:pt x="82550" y="174922"/>
                  </a:lnTo>
                  <a:lnTo>
                    <a:pt x="99218" y="222555"/>
                  </a:lnTo>
                  <a:lnTo>
                    <a:pt x="127000" y="269875"/>
                  </a:lnTo>
                </a:path>
                <a:path w="269875" h="269875">
                  <a:moveTo>
                    <a:pt x="139700" y="0"/>
                  </a:moveTo>
                  <a:lnTo>
                    <a:pt x="169492" y="39514"/>
                  </a:lnTo>
                  <a:lnTo>
                    <a:pt x="187367" y="82464"/>
                  </a:lnTo>
                  <a:lnTo>
                    <a:pt x="193325" y="127912"/>
                  </a:lnTo>
                  <a:lnTo>
                    <a:pt x="187367" y="174922"/>
                  </a:lnTo>
                  <a:lnTo>
                    <a:pt x="169492" y="222555"/>
                  </a:lnTo>
                  <a:lnTo>
                    <a:pt x="139700" y="269875"/>
                  </a:lnTo>
                </a:path>
                <a:path w="269875" h="269875">
                  <a:moveTo>
                    <a:pt x="14350" y="195262"/>
                  </a:moveTo>
                  <a:lnTo>
                    <a:pt x="255650" y="195275"/>
                  </a:lnTo>
                </a:path>
                <a:path w="269875" h="269875">
                  <a:moveTo>
                    <a:pt x="22225" y="60325"/>
                  </a:moveTo>
                  <a:lnTo>
                    <a:pt x="247650" y="60337"/>
                  </a:lnTo>
                </a:path>
                <a:path w="269875" h="269875">
                  <a:moveTo>
                    <a:pt x="0" y="134937"/>
                  </a:moveTo>
                  <a:lnTo>
                    <a:pt x="269875" y="13495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02752" y="2295182"/>
              <a:ext cx="878801" cy="8788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58656" y="2513202"/>
              <a:ext cx="399542" cy="39941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66098" y="2611627"/>
              <a:ext cx="184657" cy="2025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02752" y="4386109"/>
              <a:ext cx="878801" cy="87880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58656" y="4603495"/>
              <a:ext cx="399542" cy="39941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61654" y="4695570"/>
              <a:ext cx="193548" cy="21526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152650" y="2810535"/>
              <a:ext cx="447675" cy="465455"/>
            </a:xfrm>
            <a:custGeom>
              <a:avLst/>
              <a:gdLst/>
              <a:ahLst/>
              <a:cxnLst/>
              <a:rect l="l" t="t" r="r" b="b"/>
              <a:pathLst>
                <a:path w="447675" h="465454">
                  <a:moveTo>
                    <a:pt x="447675" y="0"/>
                  </a:moveTo>
                  <a:lnTo>
                    <a:pt x="0" y="0"/>
                  </a:lnTo>
                  <a:lnTo>
                    <a:pt x="0" y="465048"/>
                  </a:lnTo>
                  <a:lnTo>
                    <a:pt x="447675" y="465048"/>
                  </a:lnTo>
                  <a:lnTo>
                    <a:pt x="447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08499" y="2946920"/>
              <a:ext cx="236220" cy="278765"/>
            </a:xfrm>
            <a:custGeom>
              <a:avLst/>
              <a:gdLst/>
              <a:ahLst/>
              <a:cxnLst/>
              <a:rect l="l" t="t" r="r" b="b"/>
              <a:pathLst>
                <a:path w="236219" h="278764">
                  <a:moveTo>
                    <a:pt x="162246" y="0"/>
                  </a:moveTo>
                  <a:lnTo>
                    <a:pt x="73515" y="0"/>
                  </a:lnTo>
                  <a:lnTo>
                    <a:pt x="2533" y="66190"/>
                  </a:lnTo>
                  <a:lnTo>
                    <a:pt x="0" y="161299"/>
                  </a:lnTo>
                  <a:lnTo>
                    <a:pt x="3188" y="168937"/>
                  </a:lnTo>
                  <a:lnTo>
                    <a:pt x="65866" y="231329"/>
                  </a:lnTo>
                  <a:lnTo>
                    <a:pt x="73480" y="234460"/>
                  </a:lnTo>
                  <a:lnTo>
                    <a:pt x="119258" y="234460"/>
                  </a:lnTo>
                  <a:lnTo>
                    <a:pt x="119364" y="277926"/>
                  </a:lnTo>
                  <a:lnTo>
                    <a:pt x="120174" y="278739"/>
                  </a:lnTo>
                  <a:lnTo>
                    <a:pt x="121650" y="278739"/>
                  </a:lnTo>
                  <a:lnTo>
                    <a:pt x="122112" y="278548"/>
                  </a:lnTo>
                  <a:lnTo>
                    <a:pt x="227976" y="173475"/>
                  </a:lnTo>
                  <a:lnTo>
                    <a:pt x="55410" y="173475"/>
                  </a:lnTo>
                  <a:lnTo>
                    <a:pt x="54712" y="173210"/>
                  </a:lnTo>
                  <a:lnTo>
                    <a:pt x="54191" y="172714"/>
                  </a:lnTo>
                  <a:lnTo>
                    <a:pt x="53693" y="172200"/>
                  </a:lnTo>
                  <a:lnTo>
                    <a:pt x="53421" y="171504"/>
                  </a:lnTo>
                  <a:lnTo>
                    <a:pt x="53421" y="71995"/>
                  </a:lnTo>
                  <a:lnTo>
                    <a:pt x="53693" y="71299"/>
                  </a:lnTo>
                  <a:lnTo>
                    <a:pt x="54712" y="70296"/>
                  </a:lnTo>
                  <a:lnTo>
                    <a:pt x="55410" y="70025"/>
                  </a:lnTo>
                  <a:lnTo>
                    <a:pt x="234720" y="70025"/>
                  </a:lnTo>
                  <a:lnTo>
                    <a:pt x="233122" y="66190"/>
                  </a:lnTo>
                  <a:lnTo>
                    <a:pt x="169843" y="3138"/>
                  </a:lnTo>
                  <a:lnTo>
                    <a:pt x="162246" y="0"/>
                  </a:lnTo>
                  <a:close/>
                </a:path>
                <a:path w="236219" h="278764">
                  <a:moveTo>
                    <a:pt x="141945" y="91286"/>
                  </a:moveTo>
                  <a:lnTo>
                    <a:pt x="78169" y="91286"/>
                  </a:lnTo>
                  <a:lnTo>
                    <a:pt x="78086" y="109609"/>
                  </a:lnTo>
                  <a:lnTo>
                    <a:pt x="78015" y="110105"/>
                  </a:lnTo>
                  <a:lnTo>
                    <a:pt x="78367" y="110577"/>
                  </a:lnTo>
                  <a:lnTo>
                    <a:pt x="109169" y="110577"/>
                  </a:lnTo>
                  <a:lnTo>
                    <a:pt x="110365" y="111662"/>
                  </a:lnTo>
                  <a:lnTo>
                    <a:pt x="110436" y="128876"/>
                  </a:lnTo>
                  <a:lnTo>
                    <a:pt x="110507" y="130268"/>
                  </a:lnTo>
                  <a:lnTo>
                    <a:pt x="109430" y="131460"/>
                  </a:lnTo>
                  <a:lnTo>
                    <a:pt x="78615" y="131460"/>
                  </a:lnTo>
                  <a:lnTo>
                    <a:pt x="78169" y="131791"/>
                  </a:lnTo>
                  <a:lnTo>
                    <a:pt x="78149" y="172200"/>
                  </a:lnTo>
                  <a:lnTo>
                    <a:pt x="77008" y="173475"/>
                  </a:lnTo>
                  <a:lnTo>
                    <a:pt x="144273" y="173475"/>
                  </a:lnTo>
                  <a:lnTo>
                    <a:pt x="143575" y="173210"/>
                  </a:lnTo>
                  <a:lnTo>
                    <a:pt x="142988" y="172714"/>
                  </a:lnTo>
                  <a:lnTo>
                    <a:pt x="142476" y="172200"/>
                  </a:lnTo>
                  <a:lnTo>
                    <a:pt x="142169" y="171504"/>
                  </a:lnTo>
                  <a:lnTo>
                    <a:pt x="142253" y="91699"/>
                  </a:lnTo>
                  <a:lnTo>
                    <a:pt x="142068" y="91451"/>
                  </a:lnTo>
                  <a:lnTo>
                    <a:pt x="141945" y="91286"/>
                  </a:lnTo>
                  <a:close/>
                </a:path>
                <a:path w="236219" h="278764">
                  <a:moveTo>
                    <a:pt x="234720" y="70025"/>
                  </a:moveTo>
                  <a:lnTo>
                    <a:pt x="194051" y="70025"/>
                  </a:lnTo>
                  <a:lnTo>
                    <a:pt x="195183" y="71051"/>
                  </a:lnTo>
                  <a:lnTo>
                    <a:pt x="195278" y="88501"/>
                  </a:lnTo>
                  <a:lnTo>
                    <a:pt x="195361" y="89894"/>
                  </a:lnTo>
                  <a:lnTo>
                    <a:pt x="194116" y="91286"/>
                  </a:lnTo>
                  <a:lnTo>
                    <a:pt x="167087" y="91286"/>
                  </a:lnTo>
                  <a:lnTo>
                    <a:pt x="166871" y="91451"/>
                  </a:lnTo>
                  <a:lnTo>
                    <a:pt x="166803" y="171504"/>
                  </a:lnTo>
                  <a:lnTo>
                    <a:pt x="164697" y="173475"/>
                  </a:lnTo>
                  <a:lnTo>
                    <a:pt x="227976" y="173475"/>
                  </a:lnTo>
                  <a:lnTo>
                    <a:pt x="233123" y="168368"/>
                  </a:lnTo>
                  <a:lnTo>
                    <a:pt x="235668" y="162255"/>
                  </a:lnTo>
                  <a:lnTo>
                    <a:pt x="235668" y="72302"/>
                  </a:lnTo>
                  <a:lnTo>
                    <a:pt x="234833" y="70296"/>
                  </a:lnTo>
                  <a:lnTo>
                    <a:pt x="234720" y="70025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70488" y="2946908"/>
              <a:ext cx="91290" cy="23675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2354985" y="2960537"/>
            <a:ext cx="34798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b="1" spc="340" dirty="0">
                <a:solidFill>
                  <a:srgbClr val="00ADEE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00ADEE"/>
                </a:solidFill>
                <a:latin typeface="Arial"/>
                <a:cs typeface="Arial"/>
              </a:rPr>
              <a:t>pti </a:t>
            </a:r>
            <a:endParaRPr sz="115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828800" y="3464940"/>
            <a:ext cx="1096010" cy="1828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sz="600" b="1" spc="-25" dirty="0">
                <a:solidFill>
                  <a:srgbClr val="4B4B4B"/>
                </a:solidFill>
                <a:latin typeface="Arial"/>
                <a:cs typeface="Arial"/>
              </a:rPr>
              <a:t>FactoryTalk</a:t>
            </a:r>
            <a:r>
              <a:rPr sz="600" b="1" spc="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4B4B4B"/>
                </a:solidFill>
                <a:latin typeface="Arial"/>
                <a:cs typeface="Arial"/>
              </a:rPr>
              <a:t>Optix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" y="3949636"/>
            <a:ext cx="12191999" cy="20717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654" y="324434"/>
            <a:ext cx="61798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solidFill>
                  <a:srgbClr val="000000"/>
                </a:solidFill>
              </a:rPr>
              <a:t>Usted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50" dirty="0">
                <a:solidFill>
                  <a:srgbClr val="000000"/>
                </a:solidFill>
              </a:rPr>
              <a:t>tiene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los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60" dirty="0">
                <a:solidFill>
                  <a:srgbClr val="000000"/>
                </a:solidFill>
              </a:rPr>
              <a:t>datos:</a:t>
            </a:r>
            <a:r>
              <a:rPr sz="3000" spc="-220" dirty="0">
                <a:solidFill>
                  <a:srgbClr val="000000"/>
                </a:solidFill>
              </a:rPr>
              <a:t> ¿Y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120" dirty="0">
                <a:solidFill>
                  <a:srgbClr val="000000"/>
                </a:solidFill>
              </a:rPr>
              <a:t>ahora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qué?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60654" y="917524"/>
            <a:ext cx="10097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acceso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constituye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primer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paso.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Hacerlos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trabajen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usted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es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siguiente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paso.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36" y="1293825"/>
            <a:ext cx="12183110" cy="4735195"/>
            <a:chOff x="9236" y="1293825"/>
            <a:chExt cx="12183110" cy="47351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6" y="3956989"/>
              <a:ext cx="12182763" cy="20717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543" y="1293825"/>
              <a:ext cx="11907139" cy="43816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749" y="1513459"/>
              <a:ext cx="11428730" cy="3903345"/>
            </a:xfrm>
            <a:custGeom>
              <a:avLst/>
              <a:gdLst/>
              <a:ahLst/>
              <a:cxnLst/>
              <a:rect l="l" t="t" r="r" b="b"/>
              <a:pathLst>
                <a:path w="11428730" h="3903345">
                  <a:moveTo>
                    <a:pt x="11020056" y="0"/>
                  </a:moveTo>
                  <a:lnTo>
                    <a:pt x="0" y="0"/>
                  </a:lnTo>
                  <a:lnTo>
                    <a:pt x="0" y="3494913"/>
                  </a:lnTo>
                  <a:lnTo>
                    <a:pt x="408393" y="3903344"/>
                  </a:lnTo>
                  <a:lnTo>
                    <a:pt x="11428488" y="3903344"/>
                  </a:lnTo>
                  <a:lnTo>
                    <a:pt x="11428488" y="408431"/>
                  </a:lnTo>
                  <a:lnTo>
                    <a:pt x="11020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8560" y="3836923"/>
            <a:ext cx="22644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Conectividad</a:t>
            </a:r>
            <a:r>
              <a:rPr sz="1300" b="1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40" dirty="0">
                <a:solidFill>
                  <a:srgbClr val="4B4B4B"/>
                </a:solidFill>
                <a:latin typeface="Arial"/>
                <a:cs typeface="Arial"/>
              </a:rPr>
              <a:t>estándar</a:t>
            </a:r>
            <a:r>
              <a:rPr sz="1300" b="1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260" y="4015232"/>
            <a:ext cx="248729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ts val="1475"/>
              </a:lnSpc>
              <a:spcBef>
                <a:spcPts val="95"/>
              </a:spcBef>
            </a:pP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b="1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4B4B4B"/>
                </a:solidFill>
                <a:latin typeface="Arial"/>
                <a:cs typeface="Arial"/>
              </a:rPr>
              <a:t>IT/OT/ET</a:t>
            </a:r>
            <a:endParaRPr sz="1300">
              <a:latin typeface="Arial"/>
              <a:cs typeface="Arial"/>
            </a:endParaRPr>
          </a:p>
          <a:p>
            <a:pPr marL="68580" marR="62230" algn="ctr">
              <a:lnSpc>
                <a:spcPts val="1400"/>
              </a:lnSpc>
              <a:spcBef>
                <a:spcPts val="95"/>
              </a:spcBef>
            </a:pP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procedentes</a:t>
            </a:r>
            <a:r>
              <a:rPr sz="13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fuentes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datos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escala.</a:t>
            </a:r>
            <a:endParaRPr sz="1300">
              <a:latin typeface="Arial"/>
              <a:cs typeface="Arial"/>
            </a:endParaRPr>
          </a:p>
          <a:p>
            <a:pPr marL="12065" marR="5080" indent="-635" algn="ctr">
              <a:lnSpc>
                <a:spcPct val="89700"/>
              </a:lnSpc>
              <a:spcBef>
                <a:spcPts val="590"/>
              </a:spcBef>
            </a:pP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Mejore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productividad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organizacional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todos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datos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pertinentes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ya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presentes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un solo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lugar.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9717" y="2974975"/>
            <a:ext cx="120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latin typeface="Arial"/>
                <a:cs typeface="Arial"/>
              </a:rPr>
              <a:t>Disponibles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2753" y="3856735"/>
            <a:ext cx="24034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 contextualización</a:t>
            </a:r>
            <a:r>
              <a:rPr sz="1300" b="1" spc="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escalable</a:t>
            </a:r>
            <a:r>
              <a:rPr sz="1300" b="1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3317" y="4054855"/>
            <a:ext cx="252158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300" b="1" spc="-70" dirty="0">
                <a:solidFill>
                  <a:srgbClr val="4B4B4B"/>
                </a:solidFill>
                <a:latin typeface="Arial"/>
                <a:cs typeface="Arial"/>
              </a:rPr>
              <a:t>apoyada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 por</a:t>
            </a:r>
            <a:r>
              <a:rPr sz="1300" b="1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AI</a:t>
            </a:r>
            <a:r>
              <a:rPr sz="1300" b="1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3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las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fuentes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permite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los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interpreten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comprendan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según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contexto</a:t>
            </a:r>
            <a:r>
              <a:rPr sz="13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empresarial pertinente.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0609" y="2974975"/>
            <a:ext cx="1162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Arial"/>
                <a:cs typeface="Arial"/>
              </a:rPr>
              <a:t>Relevantes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3044" y="3856735"/>
            <a:ext cx="23120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 de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visualización</a:t>
            </a:r>
            <a:r>
              <a:rPr sz="1300" spc="-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3129" y="4054855"/>
            <a:ext cx="24911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real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4B4B4B"/>
                </a:solidFill>
                <a:latin typeface="Arial"/>
                <a:cs typeface="Arial"/>
              </a:rPr>
              <a:t>avanzada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desplegadas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a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escala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habilitan </a:t>
            </a:r>
            <a:r>
              <a:rPr sz="1300" b="1" spc="-85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óptima </a:t>
            </a:r>
            <a:r>
              <a:rPr sz="1300" b="1" spc="-40" dirty="0">
                <a:solidFill>
                  <a:srgbClr val="4B4B4B"/>
                </a:solidFill>
                <a:latin typeface="Arial"/>
                <a:cs typeface="Arial"/>
              </a:rPr>
              <a:t>toma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 decisiones</a:t>
            </a:r>
            <a:r>
              <a:rPr sz="1300" b="1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acciones</a:t>
            </a:r>
            <a:r>
              <a:rPr sz="1300" b="1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b="1" spc="-60" dirty="0">
                <a:solidFill>
                  <a:srgbClr val="4B4B4B"/>
                </a:solidFill>
                <a:latin typeface="Arial"/>
                <a:cs typeface="Arial"/>
              </a:rPr>
              <a:t> bucle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4B4B4B"/>
                </a:solidFill>
                <a:latin typeface="Arial"/>
                <a:cs typeface="Arial"/>
              </a:rPr>
              <a:t>cerrado autónomas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29038" y="2974975"/>
            <a:ext cx="887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Arial"/>
                <a:cs typeface="Arial"/>
              </a:rPr>
              <a:t>Valiosos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7785" y="2974975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Útiles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92722" y="3856735"/>
            <a:ext cx="23863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3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fuente</a:t>
            </a:r>
            <a:r>
              <a:rPr sz="13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única</a:t>
            </a:r>
            <a:r>
              <a:rPr sz="13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3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4B4B4B"/>
                </a:solidFill>
                <a:latin typeface="Arial"/>
                <a:cs typeface="Arial"/>
              </a:rPr>
              <a:t>búsqueda</a:t>
            </a:r>
            <a:r>
              <a:rPr sz="13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07963" y="4054855"/>
            <a:ext cx="235902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información</a:t>
            </a:r>
            <a:r>
              <a:rPr sz="13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3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rastreabilidad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total</a:t>
            </a:r>
            <a:r>
              <a:rPr sz="1300" spc="-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3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B4B4B"/>
                </a:solidFill>
                <a:latin typeface="Arial"/>
                <a:cs typeface="Arial"/>
              </a:rPr>
              <a:t>permite</a:t>
            </a:r>
            <a:r>
              <a:rPr sz="1300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4B4B4B"/>
                </a:solidFill>
                <a:latin typeface="Arial"/>
                <a:cs typeface="Arial"/>
              </a:rPr>
              <a:t>un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descubrimiento,</a:t>
            </a:r>
            <a:r>
              <a:rPr sz="1300" b="1" spc="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orquestación</a:t>
            </a:r>
            <a:r>
              <a:rPr sz="1300" b="1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desarrollo</a:t>
            </a:r>
            <a:r>
              <a:rPr sz="1300" b="1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5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b="1" spc="-70" dirty="0">
                <a:solidFill>
                  <a:srgbClr val="4B4B4B"/>
                </a:solidFill>
                <a:latin typeface="Arial"/>
                <a:cs typeface="Arial"/>
              </a:rPr>
              <a:t>soluciones</a:t>
            </a:r>
            <a:r>
              <a:rPr sz="1300" b="1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300" b="1" spc="-50" dirty="0">
                <a:solidFill>
                  <a:srgbClr val="4B4B4B"/>
                </a:solidFill>
                <a:latin typeface="Arial"/>
                <a:cs typeface="Arial"/>
              </a:rPr>
              <a:t>autoservicio</a:t>
            </a:r>
            <a:r>
              <a:rPr sz="1300" b="1" spc="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4B4B4B"/>
                </a:solidFill>
                <a:latin typeface="Arial"/>
                <a:cs typeface="Arial"/>
              </a:rPr>
              <a:t>inigualables</a:t>
            </a:r>
            <a:r>
              <a:rPr sz="1300" spc="-10" dirty="0">
                <a:solidFill>
                  <a:srgbClr val="4B4B4B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37488" y="1635251"/>
            <a:ext cx="9665970" cy="3341370"/>
            <a:chOff x="1237488" y="1635251"/>
            <a:chExt cx="9665970" cy="334137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2796" y="3597275"/>
              <a:ext cx="720090" cy="381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4636" y="3597275"/>
              <a:ext cx="720089" cy="381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6604" y="3597275"/>
              <a:ext cx="719963" cy="381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10953" y="3597275"/>
              <a:ext cx="719963" cy="381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98825" y="3868547"/>
              <a:ext cx="5584190" cy="1108075"/>
            </a:xfrm>
            <a:custGeom>
              <a:avLst/>
              <a:gdLst/>
              <a:ahLst/>
              <a:cxnLst/>
              <a:rect l="l" t="t" r="r" b="b"/>
              <a:pathLst>
                <a:path w="5584190" h="1108075">
                  <a:moveTo>
                    <a:pt x="5583682" y="0"/>
                  </a:moveTo>
                  <a:lnTo>
                    <a:pt x="5583682" y="1107947"/>
                  </a:lnTo>
                </a:path>
                <a:path w="5584190" h="1108075">
                  <a:moveTo>
                    <a:pt x="2791841" y="0"/>
                  </a:moveTo>
                  <a:lnTo>
                    <a:pt x="2791841" y="1107947"/>
                  </a:lnTo>
                </a:path>
                <a:path w="5584190" h="1108075">
                  <a:moveTo>
                    <a:pt x="0" y="0"/>
                  </a:moveTo>
                  <a:lnTo>
                    <a:pt x="0" y="110794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7488" y="1635251"/>
              <a:ext cx="1297177" cy="129565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4282" y="1852802"/>
              <a:ext cx="817118" cy="8169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9455" y="1635251"/>
              <a:ext cx="1297177" cy="129565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6123" y="1852802"/>
              <a:ext cx="817117" cy="81699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1423" y="1635251"/>
              <a:ext cx="1297177" cy="129565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77964" y="1852802"/>
              <a:ext cx="817244" cy="81699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05771" y="1635251"/>
              <a:ext cx="1297177" cy="129565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62311" y="1852802"/>
              <a:ext cx="817245" cy="8169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56074" y="2120086"/>
              <a:ext cx="205932" cy="15702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158540" y="2308224"/>
              <a:ext cx="114300" cy="78105"/>
            </a:xfrm>
            <a:custGeom>
              <a:avLst/>
              <a:gdLst/>
              <a:ahLst/>
              <a:cxnLst/>
              <a:rect l="l" t="t" r="r" b="b"/>
              <a:pathLst>
                <a:path w="114300" h="78105">
                  <a:moveTo>
                    <a:pt x="113728" y="65227"/>
                  </a:moveTo>
                  <a:lnTo>
                    <a:pt x="110134" y="61645"/>
                  </a:lnTo>
                  <a:lnTo>
                    <a:pt x="3581" y="61645"/>
                  </a:lnTo>
                  <a:lnTo>
                    <a:pt x="0" y="65227"/>
                  </a:lnTo>
                  <a:lnTo>
                    <a:pt x="0" y="73977"/>
                  </a:lnTo>
                  <a:lnTo>
                    <a:pt x="3581" y="77558"/>
                  </a:lnTo>
                  <a:lnTo>
                    <a:pt x="110134" y="77558"/>
                  </a:lnTo>
                  <a:lnTo>
                    <a:pt x="113728" y="73977"/>
                  </a:lnTo>
                  <a:lnTo>
                    <a:pt x="113728" y="69596"/>
                  </a:lnTo>
                  <a:lnTo>
                    <a:pt x="113728" y="65227"/>
                  </a:lnTo>
                  <a:close/>
                </a:path>
                <a:path w="114300" h="78105">
                  <a:moveTo>
                    <a:pt x="113728" y="34442"/>
                  </a:moveTo>
                  <a:lnTo>
                    <a:pt x="110134" y="30861"/>
                  </a:lnTo>
                  <a:lnTo>
                    <a:pt x="105752" y="30861"/>
                  </a:lnTo>
                  <a:lnTo>
                    <a:pt x="3581" y="30861"/>
                  </a:lnTo>
                  <a:lnTo>
                    <a:pt x="0" y="34442"/>
                  </a:lnTo>
                  <a:lnTo>
                    <a:pt x="0" y="43192"/>
                  </a:lnTo>
                  <a:lnTo>
                    <a:pt x="3581" y="46774"/>
                  </a:lnTo>
                  <a:lnTo>
                    <a:pt x="110134" y="46774"/>
                  </a:lnTo>
                  <a:lnTo>
                    <a:pt x="113728" y="43192"/>
                  </a:lnTo>
                  <a:lnTo>
                    <a:pt x="113728" y="34442"/>
                  </a:lnTo>
                  <a:close/>
                </a:path>
                <a:path w="114300" h="78105">
                  <a:moveTo>
                    <a:pt x="113728" y="3581"/>
                  </a:moveTo>
                  <a:lnTo>
                    <a:pt x="110134" y="0"/>
                  </a:lnTo>
                  <a:lnTo>
                    <a:pt x="105752" y="0"/>
                  </a:lnTo>
                  <a:lnTo>
                    <a:pt x="3581" y="0"/>
                  </a:lnTo>
                  <a:lnTo>
                    <a:pt x="0" y="3581"/>
                  </a:lnTo>
                  <a:lnTo>
                    <a:pt x="0" y="12331"/>
                  </a:lnTo>
                  <a:lnTo>
                    <a:pt x="3581" y="15900"/>
                  </a:lnTo>
                  <a:lnTo>
                    <a:pt x="110134" y="15900"/>
                  </a:lnTo>
                  <a:lnTo>
                    <a:pt x="113728" y="12331"/>
                  </a:lnTo>
                  <a:lnTo>
                    <a:pt x="113728" y="35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00163" y="2307976"/>
              <a:ext cx="77862" cy="7779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114791" y="2069335"/>
              <a:ext cx="287655" cy="386080"/>
            </a:xfrm>
            <a:custGeom>
              <a:avLst/>
              <a:gdLst/>
              <a:ahLst/>
              <a:cxnLst/>
              <a:rect l="l" t="t" r="r" b="b"/>
              <a:pathLst>
                <a:path w="287654" h="386080">
                  <a:moveTo>
                    <a:pt x="283555" y="0"/>
                  </a:moveTo>
                  <a:lnTo>
                    <a:pt x="0" y="0"/>
                  </a:lnTo>
                  <a:lnTo>
                    <a:pt x="0" y="376734"/>
                  </a:lnTo>
                  <a:lnTo>
                    <a:pt x="159" y="377132"/>
                  </a:lnTo>
                  <a:lnTo>
                    <a:pt x="239" y="382461"/>
                  </a:lnTo>
                  <a:lnTo>
                    <a:pt x="3825" y="386041"/>
                  </a:lnTo>
                  <a:lnTo>
                    <a:pt x="46941" y="386041"/>
                  </a:lnTo>
                  <a:lnTo>
                    <a:pt x="50527" y="382461"/>
                  </a:lnTo>
                  <a:lnTo>
                    <a:pt x="50527" y="373711"/>
                  </a:lnTo>
                  <a:lnTo>
                    <a:pt x="46940" y="370131"/>
                  </a:lnTo>
                  <a:lnTo>
                    <a:pt x="15859" y="370131"/>
                  </a:lnTo>
                  <a:lnTo>
                    <a:pt x="15859" y="15909"/>
                  </a:lnTo>
                  <a:lnTo>
                    <a:pt x="283555" y="15909"/>
                  </a:lnTo>
                  <a:lnTo>
                    <a:pt x="287142" y="12329"/>
                  </a:lnTo>
                  <a:lnTo>
                    <a:pt x="287142" y="3579"/>
                  </a:lnTo>
                  <a:lnTo>
                    <a:pt x="283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8909" y="2391818"/>
              <a:ext cx="234065" cy="6355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223595" y="2069337"/>
              <a:ext cx="3207385" cy="386715"/>
            </a:xfrm>
            <a:custGeom>
              <a:avLst/>
              <a:gdLst/>
              <a:ahLst/>
              <a:cxnLst/>
              <a:rect l="l" t="t" r="r" b="b"/>
              <a:pathLst>
                <a:path w="3207384" h="386714">
                  <a:moveTo>
                    <a:pt x="72567" y="260223"/>
                  </a:moveTo>
                  <a:lnTo>
                    <a:pt x="69189" y="256819"/>
                  </a:lnTo>
                  <a:lnTo>
                    <a:pt x="60807" y="256819"/>
                  </a:lnTo>
                  <a:lnTo>
                    <a:pt x="57416" y="260223"/>
                  </a:lnTo>
                  <a:lnTo>
                    <a:pt x="57035" y="354279"/>
                  </a:lnTo>
                  <a:lnTo>
                    <a:pt x="60426" y="357682"/>
                  </a:lnTo>
                  <a:lnTo>
                    <a:pt x="64617" y="357682"/>
                  </a:lnTo>
                  <a:lnTo>
                    <a:pt x="68808" y="357682"/>
                  </a:lnTo>
                  <a:lnTo>
                    <a:pt x="72199" y="354279"/>
                  </a:lnTo>
                  <a:lnTo>
                    <a:pt x="72567" y="260223"/>
                  </a:lnTo>
                  <a:close/>
                </a:path>
                <a:path w="3207384" h="386714">
                  <a:moveTo>
                    <a:pt x="243230" y="260223"/>
                  </a:moveTo>
                  <a:lnTo>
                    <a:pt x="239839" y="256819"/>
                  </a:lnTo>
                  <a:lnTo>
                    <a:pt x="231457" y="256819"/>
                  </a:lnTo>
                  <a:lnTo>
                    <a:pt x="228079" y="260223"/>
                  </a:lnTo>
                  <a:lnTo>
                    <a:pt x="228079" y="354279"/>
                  </a:lnTo>
                  <a:lnTo>
                    <a:pt x="231457" y="357682"/>
                  </a:lnTo>
                  <a:lnTo>
                    <a:pt x="235648" y="357682"/>
                  </a:lnTo>
                  <a:lnTo>
                    <a:pt x="239839" y="357682"/>
                  </a:lnTo>
                  <a:lnTo>
                    <a:pt x="243230" y="354279"/>
                  </a:lnTo>
                  <a:lnTo>
                    <a:pt x="243230" y="260223"/>
                  </a:lnTo>
                  <a:close/>
                </a:path>
                <a:path w="3207384" h="386714">
                  <a:moveTo>
                    <a:pt x="268617" y="374853"/>
                  </a:moveTo>
                  <a:lnTo>
                    <a:pt x="265214" y="371449"/>
                  </a:lnTo>
                  <a:lnTo>
                    <a:pt x="261035" y="371449"/>
                  </a:lnTo>
                  <a:lnTo>
                    <a:pt x="60706" y="371449"/>
                  </a:lnTo>
                  <a:lnTo>
                    <a:pt x="57556" y="370141"/>
                  </a:lnTo>
                  <a:lnTo>
                    <a:pt x="10744" y="323126"/>
                  </a:lnTo>
                  <a:lnTo>
                    <a:pt x="5943" y="323113"/>
                  </a:lnTo>
                  <a:lnTo>
                    <a:pt x="0" y="329082"/>
                  </a:lnTo>
                  <a:lnTo>
                    <a:pt x="0" y="333870"/>
                  </a:lnTo>
                  <a:lnTo>
                    <a:pt x="49733" y="383743"/>
                  </a:lnTo>
                  <a:lnTo>
                    <a:pt x="56718" y="386626"/>
                  </a:lnTo>
                  <a:lnTo>
                    <a:pt x="265214" y="386664"/>
                  </a:lnTo>
                  <a:lnTo>
                    <a:pt x="268617" y="383260"/>
                  </a:lnTo>
                  <a:lnTo>
                    <a:pt x="268617" y="374853"/>
                  </a:lnTo>
                  <a:close/>
                </a:path>
                <a:path w="3207384" h="386714">
                  <a:moveTo>
                    <a:pt x="527024" y="84086"/>
                  </a:moveTo>
                  <a:lnTo>
                    <a:pt x="246621" y="84086"/>
                  </a:lnTo>
                  <a:lnTo>
                    <a:pt x="243230" y="87490"/>
                  </a:lnTo>
                  <a:lnTo>
                    <a:pt x="243230" y="95897"/>
                  </a:lnTo>
                  <a:lnTo>
                    <a:pt x="246621" y="99301"/>
                  </a:lnTo>
                  <a:lnTo>
                    <a:pt x="511873" y="99301"/>
                  </a:lnTo>
                  <a:lnTo>
                    <a:pt x="511873" y="297586"/>
                  </a:lnTo>
                  <a:lnTo>
                    <a:pt x="375539" y="297586"/>
                  </a:lnTo>
                  <a:lnTo>
                    <a:pt x="375539" y="314477"/>
                  </a:lnTo>
                  <a:lnTo>
                    <a:pt x="375539" y="371449"/>
                  </a:lnTo>
                  <a:lnTo>
                    <a:pt x="344538" y="371449"/>
                  </a:lnTo>
                  <a:lnTo>
                    <a:pt x="344538" y="314477"/>
                  </a:lnTo>
                  <a:lnTo>
                    <a:pt x="375539" y="314477"/>
                  </a:lnTo>
                  <a:lnTo>
                    <a:pt x="375539" y="297586"/>
                  </a:lnTo>
                  <a:lnTo>
                    <a:pt x="301574" y="297586"/>
                  </a:lnTo>
                  <a:lnTo>
                    <a:pt x="301129" y="289991"/>
                  </a:lnTo>
                  <a:lnTo>
                    <a:pt x="493242" y="289991"/>
                  </a:lnTo>
                  <a:lnTo>
                    <a:pt x="496633" y="286575"/>
                  </a:lnTo>
                  <a:lnTo>
                    <a:pt x="496633" y="278180"/>
                  </a:lnTo>
                  <a:lnTo>
                    <a:pt x="493242" y="274777"/>
                  </a:lnTo>
                  <a:lnTo>
                    <a:pt x="300139" y="274777"/>
                  </a:lnTo>
                  <a:lnTo>
                    <a:pt x="298056" y="239636"/>
                  </a:lnTo>
                  <a:lnTo>
                    <a:pt x="253580" y="197497"/>
                  </a:lnTo>
                  <a:lnTo>
                    <a:pt x="204216" y="185623"/>
                  </a:lnTo>
                  <a:lnTo>
                    <a:pt x="151765" y="182283"/>
                  </a:lnTo>
                  <a:lnTo>
                    <a:pt x="99339" y="185623"/>
                  </a:lnTo>
                  <a:lnTo>
                    <a:pt x="53022" y="195922"/>
                  </a:lnTo>
                  <a:lnTo>
                    <a:pt x="19519" y="213537"/>
                  </a:lnTo>
                  <a:lnTo>
                    <a:pt x="5511" y="238721"/>
                  </a:lnTo>
                  <a:lnTo>
                    <a:pt x="1638" y="308787"/>
                  </a:lnTo>
                  <a:lnTo>
                    <a:pt x="4851" y="312381"/>
                  </a:lnTo>
                  <a:lnTo>
                    <a:pt x="13220" y="312851"/>
                  </a:lnTo>
                  <a:lnTo>
                    <a:pt x="16802" y="309626"/>
                  </a:lnTo>
                  <a:lnTo>
                    <a:pt x="20662" y="239636"/>
                  </a:lnTo>
                  <a:lnTo>
                    <a:pt x="31457" y="222935"/>
                  </a:lnTo>
                  <a:lnTo>
                    <a:pt x="59270" y="209575"/>
                  </a:lnTo>
                  <a:lnTo>
                    <a:pt x="100571" y="200710"/>
                  </a:lnTo>
                  <a:lnTo>
                    <a:pt x="151765" y="197497"/>
                  </a:lnTo>
                  <a:lnTo>
                    <a:pt x="203352" y="200710"/>
                  </a:lnTo>
                  <a:lnTo>
                    <a:pt x="203060" y="200710"/>
                  </a:lnTo>
                  <a:lnTo>
                    <a:pt x="244627" y="209575"/>
                  </a:lnTo>
                  <a:lnTo>
                    <a:pt x="244398" y="209575"/>
                  </a:lnTo>
                  <a:lnTo>
                    <a:pt x="272046" y="222783"/>
                  </a:lnTo>
                  <a:lnTo>
                    <a:pt x="282867" y="239407"/>
                  </a:lnTo>
                  <a:lnTo>
                    <a:pt x="290029" y="356755"/>
                  </a:lnTo>
                  <a:lnTo>
                    <a:pt x="290068" y="357517"/>
                  </a:lnTo>
                  <a:lnTo>
                    <a:pt x="293395" y="360654"/>
                  </a:lnTo>
                  <a:lnTo>
                    <a:pt x="297827" y="360654"/>
                  </a:lnTo>
                  <a:lnTo>
                    <a:pt x="302094" y="360362"/>
                  </a:lnTo>
                  <a:lnTo>
                    <a:pt x="305244" y="356755"/>
                  </a:lnTo>
                  <a:lnTo>
                    <a:pt x="302679" y="314477"/>
                  </a:lnTo>
                  <a:lnTo>
                    <a:pt x="302564" y="312572"/>
                  </a:lnTo>
                  <a:lnTo>
                    <a:pt x="329463" y="312585"/>
                  </a:lnTo>
                  <a:lnTo>
                    <a:pt x="329463" y="371221"/>
                  </a:lnTo>
                  <a:lnTo>
                    <a:pt x="288912" y="371221"/>
                  </a:lnTo>
                  <a:lnTo>
                    <a:pt x="285508" y="374624"/>
                  </a:lnTo>
                  <a:lnTo>
                    <a:pt x="285508" y="383032"/>
                  </a:lnTo>
                  <a:lnTo>
                    <a:pt x="288912" y="386435"/>
                  </a:lnTo>
                  <a:lnTo>
                    <a:pt x="435267" y="386435"/>
                  </a:lnTo>
                  <a:lnTo>
                    <a:pt x="438670" y="383032"/>
                  </a:lnTo>
                  <a:lnTo>
                    <a:pt x="438670" y="374624"/>
                  </a:lnTo>
                  <a:lnTo>
                    <a:pt x="435495" y="371449"/>
                  </a:lnTo>
                  <a:lnTo>
                    <a:pt x="435267" y="371221"/>
                  </a:lnTo>
                  <a:lnTo>
                    <a:pt x="390690" y="371221"/>
                  </a:lnTo>
                  <a:lnTo>
                    <a:pt x="390690" y="314477"/>
                  </a:lnTo>
                  <a:lnTo>
                    <a:pt x="390690" y="312851"/>
                  </a:lnTo>
                  <a:lnTo>
                    <a:pt x="527024" y="312851"/>
                  </a:lnTo>
                  <a:lnTo>
                    <a:pt x="527024" y="312585"/>
                  </a:lnTo>
                  <a:lnTo>
                    <a:pt x="527024" y="297586"/>
                  </a:lnTo>
                  <a:lnTo>
                    <a:pt x="527024" y="84086"/>
                  </a:lnTo>
                  <a:close/>
                </a:path>
                <a:path w="3207384" h="386714">
                  <a:moveTo>
                    <a:pt x="3206788" y="3581"/>
                  </a:moveTo>
                  <a:lnTo>
                    <a:pt x="3203194" y="0"/>
                  </a:lnTo>
                  <a:lnTo>
                    <a:pt x="3198812" y="0"/>
                  </a:lnTo>
                  <a:lnTo>
                    <a:pt x="3194431" y="0"/>
                  </a:lnTo>
                  <a:lnTo>
                    <a:pt x="3190849" y="3581"/>
                  </a:lnTo>
                  <a:lnTo>
                    <a:pt x="3190849" y="304431"/>
                  </a:lnTo>
                  <a:lnTo>
                    <a:pt x="3194431" y="308013"/>
                  </a:lnTo>
                  <a:lnTo>
                    <a:pt x="3203194" y="308013"/>
                  </a:lnTo>
                  <a:lnTo>
                    <a:pt x="3206788" y="304431"/>
                  </a:lnTo>
                  <a:lnTo>
                    <a:pt x="3206788" y="35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04311" y="2069062"/>
              <a:ext cx="145938" cy="16974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14340" y="2218924"/>
              <a:ext cx="176795" cy="7762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735975" y="2080272"/>
              <a:ext cx="335915" cy="365125"/>
            </a:xfrm>
            <a:custGeom>
              <a:avLst/>
              <a:gdLst/>
              <a:ahLst/>
              <a:cxnLst/>
              <a:rect l="l" t="t" r="r" b="b"/>
              <a:pathLst>
                <a:path w="335914" h="365125">
                  <a:moveTo>
                    <a:pt x="55168" y="322694"/>
                  </a:moveTo>
                  <a:lnTo>
                    <a:pt x="54444" y="320903"/>
                  </a:lnTo>
                  <a:lnTo>
                    <a:pt x="19088" y="284657"/>
                  </a:lnTo>
                  <a:lnTo>
                    <a:pt x="15570" y="281101"/>
                  </a:lnTo>
                  <a:lnTo>
                    <a:pt x="13614" y="276250"/>
                  </a:lnTo>
                  <a:lnTo>
                    <a:pt x="13627" y="149529"/>
                  </a:lnTo>
                  <a:lnTo>
                    <a:pt x="10579" y="146405"/>
                  </a:lnTo>
                  <a:lnTo>
                    <a:pt x="3060" y="146405"/>
                  </a:lnTo>
                  <a:lnTo>
                    <a:pt x="12" y="149529"/>
                  </a:lnTo>
                  <a:lnTo>
                    <a:pt x="0" y="279958"/>
                  </a:lnTo>
                  <a:lnTo>
                    <a:pt x="3403" y="288378"/>
                  </a:lnTo>
                  <a:lnTo>
                    <a:pt x="44792" y="330720"/>
                  </a:lnTo>
                  <a:lnTo>
                    <a:pt x="46507" y="331482"/>
                  </a:lnTo>
                  <a:lnTo>
                    <a:pt x="52070" y="331520"/>
                  </a:lnTo>
                  <a:lnTo>
                    <a:pt x="55130" y="328422"/>
                  </a:lnTo>
                  <a:lnTo>
                    <a:pt x="55168" y="322694"/>
                  </a:lnTo>
                  <a:close/>
                </a:path>
                <a:path w="335914" h="365125">
                  <a:moveTo>
                    <a:pt x="317969" y="191008"/>
                  </a:moveTo>
                  <a:lnTo>
                    <a:pt x="316458" y="186867"/>
                  </a:lnTo>
                  <a:lnTo>
                    <a:pt x="309613" y="183667"/>
                  </a:lnTo>
                  <a:lnTo>
                    <a:pt x="305574" y="185216"/>
                  </a:lnTo>
                  <a:lnTo>
                    <a:pt x="298716" y="198386"/>
                  </a:lnTo>
                  <a:lnTo>
                    <a:pt x="291172" y="207657"/>
                  </a:lnTo>
                  <a:lnTo>
                    <a:pt x="281660" y="215061"/>
                  </a:lnTo>
                  <a:lnTo>
                    <a:pt x="270421" y="219113"/>
                  </a:lnTo>
                  <a:lnTo>
                    <a:pt x="260794" y="218986"/>
                  </a:lnTo>
                  <a:lnTo>
                    <a:pt x="251104" y="215684"/>
                  </a:lnTo>
                  <a:lnTo>
                    <a:pt x="241414" y="209219"/>
                  </a:lnTo>
                  <a:lnTo>
                    <a:pt x="228879" y="197015"/>
                  </a:lnTo>
                  <a:lnTo>
                    <a:pt x="225399" y="194792"/>
                  </a:lnTo>
                  <a:lnTo>
                    <a:pt x="220814" y="195884"/>
                  </a:lnTo>
                  <a:lnTo>
                    <a:pt x="207137" y="216039"/>
                  </a:lnTo>
                  <a:lnTo>
                    <a:pt x="195503" y="227838"/>
                  </a:lnTo>
                  <a:lnTo>
                    <a:pt x="183794" y="234823"/>
                  </a:lnTo>
                  <a:lnTo>
                    <a:pt x="172072" y="236893"/>
                  </a:lnTo>
                  <a:lnTo>
                    <a:pt x="153555" y="230949"/>
                  </a:lnTo>
                  <a:lnTo>
                    <a:pt x="138645" y="218287"/>
                  </a:lnTo>
                  <a:lnTo>
                    <a:pt x="128663" y="205651"/>
                  </a:lnTo>
                  <a:lnTo>
                    <a:pt x="122885" y="196100"/>
                  </a:lnTo>
                  <a:lnTo>
                    <a:pt x="118364" y="194830"/>
                  </a:lnTo>
                  <a:lnTo>
                    <a:pt x="113157" y="198031"/>
                  </a:lnTo>
                  <a:lnTo>
                    <a:pt x="101917" y="209219"/>
                  </a:lnTo>
                  <a:lnTo>
                    <a:pt x="92240" y="215684"/>
                  </a:lnTo>
                  <a:lnTo>
                    <a:pt x="82562" y="218986"/>
                  </a:lnTo>
                  <a:lnTo>
                    <a:pt x="72898" y="219113"/>
                  </a:lnTo>
                  <a:lnTo>
                    <a:pt x="61671" y="215061"/>
                  </a:lnTo>
                  <a:lnTo>
                    <a:pt x="52171" y="207657"/>
                  </a:lnTo>
                  <a:lnTo>
                    <a:pt x="44665" y="198386"/>
                  </a:lnTo>
                  <a:lnTo>
                    <a:pt x="39382" y="188722"/>
                  </a:lnTo>
                  <a:lnTo>
                    <a:pt x="37172" y="185610"/>
                  </a:lnTo>
                  <a:lnTo>
                    <a:pt x="32918" y="184899"/>
                  </a:lnTo>
                  <a:lnTo>
                    <a:pt x="27609" y="188836"/>
                  </a:lnTo>
                  <a:lnTo>
                    <a:pt x="26581" y="191744"/>
                  </a:lnTo>
                  <a:lnTo>
                    <a:pt x="27254" y="194513"/>
                  </a:lnTo>
                  <a:lnTo>
                    <a:pt x="56032" y="227787"/>
                  </a:lnTo>
                  <a:lnTo>
                    <a:pt x="77317" y="233349"/>
                  </a:lnTo>
                  <a:lnTo>
                    <a:pt x="88353" y="231736"/>
                  </a:lnTo>
                  <a:lnTo>
                    <a:pt x="98755" y="227965"/>
                  </a:lnTo>
                  <a:lnTo>
                    <a:pt x="108229" y="222173"/>
                  </a:lnTo>
                  <a:lnTo>
                    <a:pt x="116484" y="214515"/>
                  </a:lnTo>
                  <a:lnTo>
                    <a:pt x="125018" y="225628"/>
                  </a:lnTo>
                  <a:lnTo>
                    <a:pt x="137401" y="237871"/>
                  </a:lnTo>
                  <a:lnTo>
                    <a:pt x="153187" y="247865"/>
                  </a:lnTo>
                  <a:lnTo>
                    <a:pt x="172681" y="252234"/>
                  </a:lnTo>
                  <a:lnTo>
                    <a:pt x="186969" y="249834"/>
                  </a:lnTo>
                  <a:lnTo>
                    <a:pt x="200825" y="242697"/>
                  </a:lnTo>
                  <a:lnTo>
                    <a:pt x="214223" y="230886"/>
                  </a:lnTo>
                  <a:lnTo>
                    <a:pt x="227177" y="214452"/>
                  </a:lnTo>
                  <a:lnTo>
                    <a:pt x="235458" y="222135"/>
                  </a:lnTo>
                  <a:lnTo>
                    <a:pt x="244970" y="227952"/>
                  </a:lnTo>
                  <a:lnTo>
                    <a:pt x="255409" y="231736"/>
                  </a:lnTo>
                  <a:lnTo>
                    <a:pt x="268478" y="233349"/>
                  </a:lnTo>
                  <a:lnTo>
                    <a:pt x="272465" y="232854"/>
                  </a:lnTo>
                  <a:lnTo>
                    <a:pt x="287350" y="227787"/>
                  </a:lnTo>
                  <a:lnTo>
                    <a:pt x="299758" y="218592"/>
                  </a:lnTo>
                  <a:lnTo>
                    <a:pt x="309499" y="206959"/>
                  </a:lnTo>
                  <a:lnTo>
                    <a:pt x="317969" y="191008"/>
                  </a:lnTo>
                  <a:close/>
                </a:path>
                <a:path w="335914" h="365125">
                  <a:moveTo>
                    <a:pt x="335889" y="90627"/>
                  </a:moveTo>
                  <a:lnTo>
                    <a:pt x="322922" y="55029"/>
                  </a:lnTo>
                  <a:lnTo>
                    <a:pt x="322262" y="54495"/>
                  </a:lnTo>
                  <a:lnTo>
                    <a:pt x="322262" y="90627"/>
                  </a:lnTo>
                  <a:lnTo>
                    <a:pt x="309981" y="120256"/>
                  </a:lnTo>
                  <a:lnTo>
                    <a:pt x="276707" y="144665"/>
                  </a:lnTo>
                  <a:lnTo>
                    <a:pt x="227749" y="161213"/>
                  </a:lnTo>
                  <a:lnTo>
                    <a:pt x="168452" y="167322"/>
                  </a:lnTo>
                  <a:lnTo>
                    <a:pt x="109258" y="161213"/>
                  </a:lnTo>
                  <a:lnTo>
                    <a:pt x="60286" y="144665"/>
                  </a:lnTo>
                  <a:lnTo>
                    <a:pt x="26962" y="120256"/>
                  </a:lnTo>
                  <a:lnTo>
                    <a:pt x="14655" y="90627"/>
                  </a:lnTo>
                  <a:lnTo>
                    <a:pt x="26962" y="60998"/>
                  </a:lnTo>
                  <a:lnTo>
                    <a:pt x="60286" y="36601"/>
                  </a:lnTo>
                  <a:lnTo>
                    <a:pt x="109258" y="20040"/>
                  </a:lnTo>
                  <a:lnTo>
                    <a:pt x="168452" y="13944"/>
                  </a:lnTo>
                  <a:lnTo>
                    <a:pt x="227660" y="20040"/>
                  </a:lnTo>
                  <a:lnTo>
                    <a:pt x="276631" y="36601"/>
                  </a:lnTo>
                  <a:lnTo>
                    <a:pt x="309956" y="60998"/>
                  </a:lnTo>
                  <a:lnTo>
                    <a:pt x="322262" y="90627"/>
                  </a:lnTo>
                  <a:lnTo>
                    <a:pt x="322262" y="54495"/>
                  </a:lnTo>
                  <a:lnTo>
                    <a:pt x="287375" y="26250"/>
                  </a:lnTo>
                  <a:lnTo>
                    <a:pt x="253352" y="13944"/>
                  </a:lnTo>
                  <a:lnTo>
                    <a:pt x="234213" y="7010"/>
                  </a:lnTo>
                  <a:lnTo>
                    <a:pt x="168452" y="0"/>
                  </a:lnTo>
                  <a:lnTo>
                    <a:pt x="102666" y="7010"/>
                  </a:lnTo>
                  <a:lnTo>
                    <a:pt x="49517" y="26250"/>
                  </a:lnTo>
                  <a:lnTo>
                    <a:pt x="13982" y="55029"/>
                  </a:lnTo>
                  <a:lnTo>
                    <a:pt x="1028" y="90627"/>
                  </a:lnTo>
                  <a:lnTo>
                    <a:pt x="13982" y="126263"/>
                  </a:lnTo>
                  <a:lnTo>
                    <a:pt x="49517" y="155028"/>
                  </a:lnTo>
                  <a:lnTo>
                    <a:pt x="102666" y="174256"/>
                  </a:lnTo>
                  <a:lnTo>
                    <a:pt x="168452" y="181267"/>
                  </a:lnTo>
                  <a:lnTo>
                    <a:pt x="218427" y="177292"/>
                  </a:lnTo>
                  <a:lnTo>
                    <a:pt x="257492" y="167322"/>
                  </a:lnTo>
                  <a:lnTo>
                    <a:pt x="262064" y="166154"/>
                  </a:lnTo>
                  <a:lnTo>
                    <a:pt x="297345" y="148971"/>
                  </a:lnTo>
                  <a:lnTo>
                    <a:pt x="322262" y="126885"/>
                  </a:lnTo>
                  <a:lnTo>
                    <a:pt x="322262" y="212356"/>
                  </a:lnTo>
                  <a:lnTo>
                    <a:pt x="309956" y="241985"/>
                  </a:lnTo>
                  <a:lnTo>
                    <a:pt x="276631" y="266382"/>
                  </a:lnTo>
                  <a:lnTo>
                    <a:pt x="227660" y="282943"/>
                  </a:lnTo>
                  <a:lnTo>
                    <a:pt x="168452" y="289039"/>
                  </a:lnTo>
                  <a:lnTo>
                    <a:pt x="164693" y="289039"/>
                  </a:lnTo>
                  <a:lnTo>
                    <a:pt x="161645" y="292163"/>
                  </a:lnTo>
                  <a:lnTo>
                    <a:pt x="161645" y="299872"/>
                  </a:lnTo>
                  <a:lnTo>
                    <a:pt x="164693" y="302983"/>
                  </a:lnTo>
                  <a:lnTo>
                    <a:pt x="168452" y="302983"/>
                  </a:lnTo>
                  <a:lnTo>
                    <a:pt x="218376" y="299046"/>
                  </a:lnTo>
                  <a:lnTo>
                    <a:pt x="262013" y="287959"/>
                  </a:lnTo>
                  <a:lnTo>
                    <a:pt x="297332" y="270840"/>
                  </a:lnTo>
                  <a:lnTo>
                    <a:pt x="322262" y="248818"/>
                  </a:lnTo>
                  <a:lnTo>
                    <a:pt x="322262" y="273989"/>
                  </a:lnTo>
                  <a:lnTo>
                    <a:pt x="309956" y="303618"/>
                  </a:lnTo>
                  <a:lnTo>
                    <a:pt x="276631" y="328015"/>
                  </a:lnTo>
                  <a:lnTo>
                    <a:pt x="227660" y="344576"/>
                  </a:lnTo>
                  <a:lnTo>
                    <a:pt x="168452" y="350672"/>
                  </a:lnTo>
                  <a:lnTo>
                    <a:pt x="145249" y="349910"/>
                  </a:lnTo>
                  <a:lnTo>
                    <a:pt x="123190" y="347230"/>
                  </a:lnTo>
                  <a:lnTo>
                    <a:pt x="122783" y="347230"/>
                  </a:lnTo>
                  <a:lnTo>
                    <a:pt x="99555" y="342290"/>
                  </a:lnTo>
                  <a:lnTo>
                    <a:pt x="77317" y="335483"/>
                  </a:lnTo>
                  <a:lnTo>
                    <a:pt x="73748" y="334276"/>
                  </a:lnTo>
                  <a:lnTo>
                    <a:pt x="69900" y="336257"/>
                  </a:lnTo>
                  <a:lnTo>
                    <a:pt x="67589" y="343420"/>
                  </a:lnTo>
                  <a:lnTo>
                    <a:pt x="69329" y="347230"/>
                  </a:lnTo>
                  <a:lnTo>
                    <a:pt x="72694" y="348589"/>
                  </a:lnTo>
                  <a:lnTo>
                    <a:pt x="96050" y="355765"/>
                  </a:lnTo>
                  <a:lnTo>
                    <a:pt x="119888" y="360857"/>
                  </a:lnTo>
                  <a:lnTo>
                    <a:pt x="144068" y="363804"/>
                  </a:lnTo>
                  <a:lnTo>
                    <a:pt x="168452" y="364617"/>
                  </a:lnTo>
                  <a:lnTo>
                    <a:pt x="234213" y="357606"/>
                  </a:lnTo>
                  <a:lnTo>
                    <a:pt x="253352" y="350672"/>
                  </a:lnTo>
                  <a:lnTo>
                    <a:pt x="287375" y="338366"/>
                  </a:lnTo>
                  <a:lnTo>
                    <a:pt x="322922" y="309587"/>
                  </a:lnTo>
                  <a:lnTo>
                    <a:pt x="335889" y="273989"/>
                  </a:lnTo>
                  <a:lnTo>
                    <a:pt x="335889" y="248818"/>
                  </a:lnTo>
                  <a:lnTo>
                    <a:pt x="335889" y="126885"/>
                  </a:lnTo>
                  <a:lnTo>
                    <a:pt x="335889" y="906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34661" y="2097404"/>
              <a:ext cx="327533" cy="327660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400050" y="5914199"/>
              <a:ext cx="11410950" cy="0"/>
            </a:xfrm>
            <a:custGeom>
              <a:avLst/>
              <a:gdLst/>
              <a:ahLst/>
              <a:cxnLst/>
              <a:rect l="l" t="t" r="r" b="b"/>
              <a:pathLst>
                <a:path w="11410950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ln w="12700">
              <a:solidFill>
                <a:srgbClr val="F5802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673" y="3941571"/>
              <a:ext cx="3552443" cy="15750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80972"/>
              <a:ext cx="11809349" cy="216700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0" dirty="0">
                <a:solidFill>
                  <a:srgbClr val="000000"/>
                </a:solidFill>
              </a:rPr>
              <a:t>Caso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195" dirty="0">
                <a:solidFill>
                  <a:srgbClr val="000000"/>
                </a:solidFill>
              </a:rPr>
              <a:t>uso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fundamental:</a:t>
            </a:r>
            <a:r>
              <a:rPr sz="3000" spc="-22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historial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nueva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generación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460654" y="917524"/>
            <a:ext cx="1078293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0"/>
              </a:lnSpc>
              <a:spcBef>
                <a:spcPts val="100"/>
              </a:spcBef>
            </a:pP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fáciles,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centralizados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contextualizados</a:t>
            </a:r>
            <a:r>
              <a:rPr sz="1800" spc="-1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través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varias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plantas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facilitan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análisis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causa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raíz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80"/>
              </a:lnSpc>
            </a:pP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por</a:t>
            </a:r>
            <a:r>
              <a:rPr sz="18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parte</a:t>
            </a:r>
            <a:r>
              <a:rPr sz="18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4B4B4B"/>
                </a:solidFill>
                <a:latin typeface="Arial"/>
                <a:cs typeface="Arial"/>
              </a:rPr>
              <a:t>SME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remotos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074" y="2535682"/>
            <a:ext cx="2232025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Capacidad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almacenar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analizar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temporales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eventos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provenientes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activo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producción</a:t>
            </a:r>
            <a:r>
              <a:rPr sz="14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procesos.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0402" y="2535682"/>
            <a:ext cx="2676525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Enriquezca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temporales con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contexto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procedente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empresariales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otros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fabricantes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facilitar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resolución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problemas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8684" y="1589582"/>
            <a:ext cx="1083310" cy="1083310"/>
            <a:chOff x="138684" y="1589582"/>
            <a:chExt cx="1083310" cy="10833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84" y="1589582"/>
              <a:ext cx="1082751" cy="10827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5559" y="1969642"/>
              <a:ext cx="322580" cy="280035"/>
            </a:xfrm>
            <a:custGeom>
              <a:avLst/>
              <a:gdLst/>
              <a:ahLst/>
              <a:cxnLst/>
              <a:rect l="l" t="t" r="r" b="b"/>
              <a:pathLst>
                <a:path w="322580" h="280035">
                  <a:moveTo>
                    <a:pt x="86017" y="252603"/>
                  </a:moveTo>
                  <a:lnTo>
                    <a:pt x="80454" y="236474"/>
                  </a:lnTo>
                  <a:lnTo>
                    <a:pt x="78181" y="233680"/>
                  </a:lnTo>
                  <a:lnTo>
                    <a:pt x="76047" y="231902"/>
                  </a:lnTo>
                  <a:lnTo>
                    <a:pt x="74980" y="230835"/>
                  </a:lnTo>
                  <a:lnTo>
                    <a:pt x="74980" y="249428"/>
                  </a:lnTo>
                  <a:lnTo>
                    <a:pt x="74980" y="255905"/>
                  </a:lnTo>
                  <a:lnTo>
                    <a:pt x="73914" y="259080"/>
                  </a:lnTo>
                  <a:lnTo>
                    <a:pt x="58966" y="268732"/>
                  </a:lnTo>
                  <a:lnTo>
                    <a:pt x="56108" y="268351"/>
                  </a:lnTo>
                  <a:lnTo>
                    <a:pt x="42938" y="252603"/>
                  </a:lnTo>
                  <a:lnTo>
                    <a:pt x="43243" y="249809"/>
                  </a:lnTo>
                  <a:lnTo>
                    <a:pt x="43294" y="249428"/>
                  </a:lnTo>
                  <a:lnTo>
                    <a:pt x="44361" y="246507"/>
                  </a:lnTo>
                  <a:lnTo>
                    <a:pt x="46139" y="243713"/>
                  </a:lnTo>
                  <a:lnTo>
                    <a:pt x="47929" y="240792"/>
                  </a:lnTo>
                  <a:lnTo>
                    <a:pt x="50419" y="239014"/>
                  </a:lnTo>
                  <a:lnTo>
                    <a:pt x="52908" y="237617"/>
                  </a:lnTo>
                  <a:lnTo>
                    <a:pt x="56108" y="236855"/>
                  </a:lnTo>
                  <a:lnTo>
                    <a:pt x="58966" y="236474"/>
                  </a:lnTo>
                  <a:lnTo>
                    <a:pt x="62522" y="236855"/>
                  </a:lnTo>
                  <a:lnTo>
                    <a:pt x="74980" y="249428"/>
                  </a:lnTo>
                  <a:lnTo>
                    <a:pt x="74980" y="230835"/>
                  </a:lnTo>
                  <a:lnTo>
                    <a:pt x="74269" y="230124"/>
                  </a:lnTo>
                  <a:lnTo>
                    <a:pt x="72136" y="228981"/>
                  </a:lnTo>
                  <a:lnTo>
                    <a:pt x="69646" y="227965"/>
                  </a:lnTo>
                  <a:lnTo>
                    <a:pt x="67144" y="226822"/>
                  </a:lnTo>
                  <a:lnTo>
                    <a:pt x="64655" y="226441"/>
                  </a:lnTo>
                  <a:lnTo>
                    <a:pt x="62166" y="225806"/>
                  </a:lnTo>
                  <a:lnTo>
                    <a:pt x="56464" y="225806"/>
                  </a:lnTo>
                  <a:lnTo>
                    <a:pt x="53619" y="226441"/>
                  </a:lnTo>
                  <a:lnTo>
                    <a:pt x="51485" y="226822"/>
                  </a:lnTo>
                  <a:lnTo>
                    <a:pt x="48641" y="227965"/>
                  </a:lnTo>
                  <a:lnTo>
                    <a:pt x="46494" y="228981"/>
                  </a:lnTo>
                  <a:lnTo>
                    <a:pt x="44005" y="230124"/>
                  </a:lnTo>
                  <a:lnTo>
                    <a:pt x="40449" y="233680"/>
                  </a:lnTo>
                  <a:lnTo>
                    <a:pt x="38315" y="235458"/>
                  </a:lnTo>
                  <a:lnTo>
                    <a:pt x="36893" y="237617"/>
                  </a:lnTo>
                  <a:lnTo>
                    <a:pt x="35814" y="239776"/>
                  </a:lnTo>
                  <a:lnTo>
                    <a:pt x="34747" y="242189"/>
                  </a:lnTo>
                  <a:lnTo>
                    <a:pt x="33324" y="244348"/>
                  </a:lnTo>
                  <a:lnTo>
                    <a:pt x="33058" y="246507"/>
                  </a:lnTo>
                  <a:lnTo>
                    <a:pt x="32258" y="252603"/>
                  </a:lnTo>
                  <a:lnTo>
                    <a:pt x="32613" y="255143"/>
                  </a:lnTo>
                  <a:lnTo>
                    <a:pt x="32969" y="258064"/>
                  </a:lnTo>
                  <a:lnTo>
                    <a:pt x="33324" y="260477"/>
                  </a:lnTo>
                  <a:lnTo>
                    <a:pt x="34747" y="263017"/>
                  </a:lnTo>
                  <a:lnTo>
                    <a:pt x="35814" y="265557"/>
                  </a:lnTo>
                  <a:lnTo>
                    <a:pt x="36893" y="267335"/>
                  </a:lnTo>
                  <a:lnTo>
                    <a:pt x="38315" y="269875"/>
                  </a:lnTo>
                  <a:lnTo>
                    <a:pt x="40449" y="271653"/>
                  </a:lnTo>
                  <a:lnTo>
                    <a:pt x="56464" y="279527"/>
                  </a:lnTo>
                  <a:lnTo>
                    <a:pt x="62166" y="279527"/>
                  </a:lnTo>
                  <a:lnTo>
                    <a:pt x="64655" y="279146"/>
                  </a:lnTo>
                  <a:lnTo>
                    <a:pt x="67144" y="278511"/>
                  </a:lnTo>
                  <a:lnTo>
                    <a:pt x="69646" y="277368"/>
                  </a:lnTo>
                  <a:lnTo>
                    <a:pt x="72136" y="276352"/>
                  </a:lnTo>
                  <a:lnTo>
                    <a:pt x="80403" y="268732"/>
                  </a:lnTo>
                  <a:lnTo>
                    <a:pt x="81394" y="267335"/>
                  </a:lnTo>
                  <a:lnTo>
                    <a:pt x="82816" y="265557"/>
                  </a:lnTo>
                  <a:lnTo>
                    <a:pt x="83883" y="263017"/>
                  </a:lnTo>
                  <a:lnTo>
                    <a:pt x="84594" y="260477"/>
                  </a:lnTo>
                  <a:lnTo>
                    <a:pt x="85305" y="258064"/>
                  </a:lnTo>
                  <a:lnTo>
                    <a:pt x="85559" y="255905"/>
                  </a:lnTo>
                  <a:lnTo>
                    <a:pt x="86017" y="252603"/>
                  </a:lnTo>
                  <a:close/>
                </a:path>
                <a:path w="322580" h="280035">
                  <a:moveTo>
                    <a:pt x="241858" y="249428"/>
                  </a:moveTo>
                  <a:lnTo>
                    <a:pt x="241566" y="247269"/>
                  </a:lnTo>
                  <a:lnTo>
                    <a:pt x="240499" y="244348"/>
                  </a:lnTo>
                  <a:lnTo>
                    <a:pt x="239788" y="242189"/>
                  </a:lnTo>
                  <a:lnTo>
                    <a:pt x="238721" y="239776"/>
                  </a:lnTo>
                  <a:lnTo>
                    <a:pt x="237299" y="237617"/>
                  </a:lnTo>
                  <a:lnTo>
                    <a:pt x="236347" y="236474"/>
                  </a:lnTo>
                  <a:lnTo>
                    <a:pt x="235508" y="235458"/>
                  </a:lnTo>
                  <a:lnTo>
                    <a:pt x="234086" y="233680"/>
                  </a:lnTo>
                  <a:lnTo>
                    <a:pt x="232308" y="231902"/>
                  </a:lnTo>
                  <a:lnTo>
                    <a:pt x="231241" y="231140"/>
                  </a:lnTo>
                  <a:lnTo>
                    <a:pt x="231241" y="252603"/>
                  </a:lnTo>
                  <a:lnTo>
                    <a:pt x="230962" y="255143"/>
                  </a:lnTo>
                  <a:lnTo>
                    <a:pt x="215226" y="268732"/>
                  </a:lnTo>
                  <a:lnTo>
                    <a:pt x="212013" y="268351"/>
                  </a:lnTo>
                  <a:lnTo>
                    <a:pt x="199199" y="252603"/>
                  </a:lnTo>
                  <a:lnTo>
                    <a:pt x="199504" y="249809"/>
                  </a:lnTo>
                  <a:lnTo>
                    <a:pt x="215226" y="236474"/>
                  </a:lnTo>
                  <a:lnTo>
                    <a:pt x="218071" y="236855"/>
                  </a:lnTo>
                  <a:lnTo>
                    <a:pt x="231241" y="252603"/>
                  </a:lnTo>
                  <a:lnTo>
                    <a:pt x="231241" y="231140"/>
                  </a:lnTo>
                  <a:lnTo>
                    <a:pt x="229819" y="230124"/>
                  </a:lnTo>
                  <a:lnTo>
                    <a:pt x="227685" y="228981"/>
                  </a:lnTo>
                  <a:lnTo>
                    <a:pt x="225183" y="227965"/>
                  </a:lnTo>
                  <a:lnTo>
                    <a:pt x="223050" y="226822"/>
                  </a:lnTo>
                  <a:lnTo>
                    <a:pt x="220560" y="226441"/>
                  </a:lnTo>
                  <a:lnTo>
                    <a:pt x="217716" y="225806"/>
                  </a:lnTo>
                  <a:lnTo>
                    <a:pt x="212369" y="225806"/>
                  </a:lnTo>
                  <a:lnTo>
                    <a:pt x="209880" y="226441"/>
                  </a:lnTo>
                  <a:lnTo>
                    <a:pt x="207035" y="226822"/>
                  </a:lnTo>
                  <a:lnTo>
                    <a:pt x="204901" y="227965"/>
                  </a:lnTo>
                  <a:lnTo>
                    <a:pt x="194576" y="235458"/>
                  </a:lnTo>
                  <a:lnTo>
                    <a:pt x="192786" y="237617"/>
                  </a:lnTo>
                  <a:lnTo>
                    <a:pt x="191363" y="239776"/>
                  </a:lnTo>
                  <a:lnTo>
                    <a:pt x="190296" y="242189"/>
                  </a:lnTo>
                  <a:lnTo>
                    <a:pt x="189585" y="244348"/>
                  </a:lnTo>
                  <a:lnTo>
                    <a:pt x="188874" y="247269"/>
                  </a:lnTo>
                  <a:lnTo>
                    <a:pt x="188264" y="249428"/>
                  </a:lnTo>
                  <a:lnTo>
                    <a:pt x="188163" y="255143"/>
                  </a:lnTo>
                  <a:lnTo>
                    <a:pt x="188874" y="258064"/>
                  </a:lnTo>
                  <a:lnTo>
                    <a:pt x="189585" y="260477"/>
                  </a:lnTo>
                  <a:lnTo>
                    <a:pt x="190296" y="263017"/>
                  </a:lnTo>
                  <a:lnTo>
                    <a:pt x="191363" y="265557"/>
                  </a:lnTo>
                  <a:lnTo>
                    <a:pt x="192786" y="267335"/>
                  </a:lnTo>
                  <a:lnTo>
                    <a:pt x="194576" y="269875"/>
                  </a:lnTo>
                  <a:lnTo>
                    <a:pt x="195999" y="271653"/>
                  </a:lnTo>
                  <a:lnTo>
                    <a:pt x="197777" y="273431"/>
                  </a:lnTo>
                  <a:lnTo>
                    <a:pt x="200266" y="274828"/>
                  </a:lnTo>
                  <a:lnTo>
                    <a:pt x="202399" y="276352"/>
                  </a:lnTo>
                  <a:lnTo>
                    <a:pt x="204901" y="277368"/>
                  </a:lnTo>
                  <a:lnTo>
                    <a:pt x="207035" y="278511"/>
                  </a:lnTo>
                  <a:lnTo>
                    <a:pt x="209880" y="279146"/>
                  </a:lnTo>
                  <a:lnTo>
                    <a:pt x="212369" y="279527"/>
                  </a:lnTo>
                  <a:lnTo>
                    <a:pt x="217716" y="279527"/>
                  </a:lnTo>
                  <a:lnTo>
                    <a:pt x="220560" y="279146"/>
                  </a:lnTo>
                  <a:lnTo>
                    <a:pt x="223050" y="278511"/>
                  </a:lnTo>
                  <a:lnTo>
                    <a:pt x="225183" y="277368"/>
                  </a:lnTo>
                  <a:lnTo>
                    <a:pt x="227685" y="276352"/>
                  </a:lnTo>
                  <a:lnTo>
                    <a:pt x="229819" y="274828"/>
                  </a:lnTo>
                  <a:lnTo>
                    <a:pt x="232308" y="273431"/>
                  </a:lnTo>
                  <a:lnTo>
                    <a:pt x="234086" y="271653"/>
                  </a:lnTo>
                  <a:lnTo>
                    <a:pt x="235508" y="269875"/>
                  </a:lnTo>
                  <a:lnTo>
                    <a:pt x="236308" y="268732"/>
                  </a:lnTo>
                  <a:lnTo>
                    <a:pt x="237299" y="267335"/>
                  </a:lnTo>
                  <a:lnTo>
                    <a:pt x="238721" y="265557"/>
                  </a:lnTo>
                  <a:lnTo>
                    <a:pt x="239788" y="263017"/>
                  </a:lnTo>
                  <a:lnTo>
                    <a:pt x="240499" y="260477"/>
                  </a:lnTo>
                  <a:lnTo>
                    <a:pt x="241566" y="258064"/>
                  </a:lnTo>
                  <a:lnTo>
                    <a:pt x="241820" y="255905"/>
                  </a:lnTo>
                  <a:lnTo>
                    <a:pt x="241858" y="249428"/>
                  </a:lnTo>
                  <a:close/>
                </a:path>
                <a:path w="322580" h="280035">
                  <a:moveTo>
                    <a:pt x="322567" y="4572"/>
                  </a:moveTo>
                  <a:lnTo>
                    <a:pt x="321843" y="2413"/>
                  </a:lnTo>
                  <a:lnTo>
                    <a:pt x="320776" y="1397"/>
                  </a:lnTo>
                  <a:lnTo>
                    <a:pt x="319341" y="381"/>
                  </a:lnTo>
                  <a:lnTo>
                    <a:pt x="318274" y="381"/>
                  </a:lnTo>
                  <a:lnTo>
                    <a:pt x="317195" y="0"/>
                  </a:lnTo>
                  <a:lnTo>
                    <a:pt x="296811" y="0"/>
                  </a:lnTo>
                  <a:lnTo>
                    <a:pt x="295021" y="381"/>
                  </a:lnTo>
                  <a:lnTo>
                    <a:pt x="293243" y="1397"/>
                  </a:lnTo>
                  <a:lnTo>
                    <a:pt x="292163" y="3175"/>
                  </a:lnTo>
                  <a:lnTo>
                    <a:pt x="291452" y="4953"/>
                  </a:lnTo>
                  <a:lnTo>
                    <a:pt x="264985" y="204343"/>
                  </a:lnTo>
                  <a:lnTo>
                    <a:pt x="4292" y="204343"/>
                  </a:lnTo>
                  <a:lnTo>
                    <a:pt x="2146" y="204978"/>
                  </a:lnTo>
                  <a:lnTo>
                    <a:pt x="0" y="208280"/>
                  </a:lnTo>
                  <a:lnTo>
                    <a:pt x="0" y="210693"/>
                  </a:lnTo>
                  <a:lnTo>
                    <a:pt x="355" y="211836"/>
                  </a:lnTo>
                  <a:lnTo>
                    <a:pt x="1079" y="212471"/>
                  </a:lnTo>
                  <a:lnTo>
                    <a:pt x="1435" y="213233"/>
                  </a:lnTo>
                  <a:lnTo>
                    <a:pt x="2146" y="213995"/>
                  </a:lnTo>
                  <a:lnTo>
                    <a:pt x="3581" y="214249"/>
                  </a:lnTo>
                  <a:lnTo>
                    <a:pt x="4292" y="215011"/>
                  </a:lnTo>
                  <a:lnTo>
                    <a:pt x="269989" y="215011"/>
                  </a:lnTo>
                  <a:lnTo>
                    <a:pt x="273570" y="213614"/>
                  </a:lnTo>
                  <a:lnTo>
                    <a:pt x="274650" y="212090"/>
                  </a:lnTo>
                  <a:lnTo>
                    <a:pt x="301828" y="10668"/>
                  </a:lnTo>
                  <a:lnTo>
                    <a:pt x="318274" y="10668"/>
                  </a:lnTo>
                  <a:lnTo>
                    <a:pt x="320065" y="10033"/>
                  </a:lnTo>
                  <a:lnTo>
                    <a:pt x="321843" y="8509"/>
                  </a:lnTo>
                  <a:lnTo>
                    <a:pt x="322567" y="6350"/>
                  </a:lnTo>
                  <a:lnTo>
                    <a:pt x="322567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717292" y="1589582"/>
            <a:ext cx="1083310" cy="1083310"/>
            <a:chOff x="2717292" y="1589582"/>
            <a:chExt cx="1083310" cy="108331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7292" y="1589582"/>
              <a:ext cx="1082751" cy="10827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30677" y="2157476"/>
              <a:ext cx="264795" cy="96520"/>
            </a:xfrm>
            <a:custGeom>
              <a:avLst/>
              <a:gdLst/>
              <a:ahLst/>
              <a:cxnLst/>
              <a:rect l="l" t="t" r="r" b="b"/>
              <a:pathLst>
                <a:path w="264795" h="96519">
                  <a:moveTo>
                    <a:pt x="54102" y="0"/>
                  </a:moveTo>
                  <a:lnTo>
                    <a:pt x="3810" y="0"/>
                  </a:lnTo>
                  <a:lnTo>
                    <a:pt x="2793" y="253"/>
                  </a:lnTo>
                  <a:lnTo>
                    <a:pt x="1905" y="888"/>
                  </a:lnTo>
                  <a:lnTo>
                    <a:pt x="1270" y="1904"/>
                  </a:lnTo>
                  <a:lnTo>
                    <a:pt x="635" y="2539"/>
                  </a:lnTo>
                  <a:lnTo>
                    <a:pt x="254" y="3175"/>
                  </a:lnTo>
                  <a:lnTo>
                    <a:pt x="0" y="4063"/>
                  </a:lnTo>
                  <a:lnTo>
                    <a:pt x="0" y="92328"/>
                  </a:lnTo>
                  <a:lnTo>
                    <a:pt x="254" y="93218"/>
                  </a:lnTo>
                  <a:lnTo>
                    <a:pt x="635" y="94234"/>
                  </a:lnTo>
                  <a:lnTo>
                    <a:pt x="1905" y="95503"/>
                  </a:lnTo>
                  <a:lnTo>
                    <a:pt x="2793" y="95758"/>
                  </a:lnTo>
                  <a:lnTo>
                    <a:pt x="3810" y="96138"/>
                  </a:lnTo>
                  <a:lnTo>
                    <a:pt x="54102" y="96138"/>
                  </a:lnTo>
                  <a:lnTo>
                    <a:pt x="55753" y="95503"/>
                  </a:lnTo>
                  <a:lnTo>
                    <a:pt x="56642" y="94869"/>
                  </a:lnTo>
                  <a:lnTo>
                    <a:pt x="57277" y="94234"/>
                  </a:lnTo>
                  <a:lnTo>
                    <a:pt x="57658" y="93218"/>
                  </a:lnTo>
                  <a:lnTo>
                    <a:pt x="57912" y="92328"/>
                  </a:lnTo>
                  <a:lnTo>
                    <a:pt x="58293" y="91312"/>
                  </a:lnTo>
                  <a:lnTo>
                    <a:pt x="58293" y="86487"/>
                  </a:lnTo>
                  <a:lnTo>
                    <a:pt x="9525" y="86487"/>
                  </a:lnTo>
                  <a:lnTo>
                    <a:pt x="9525" y="9525"/>
                  </a:lnTo>
                  <a:lnTo>
                    <a:pt x="58293" y="9525"/>
                  </a:lnTo>
                  <a:lnTo>
                    <a:pt x="58293" y="4825"/>
                  </a:lnTo>
                  <a:lnTo>
                    <a:pt x="57912" y="4063"/>
                  </a:lnTo>
                  <a:lnTo>
                    <a:pt x="57658" y="3175"/>
                  </a:lnTo>
                  <a:lnTo>
                    <a:pt x="57277" y="2539"/>
                  </a:lnTo>
                  <a:lnTo>
                    <a:pt x="56642" y="1904"/>
                  </a:lnTo>
                  <a:lnTo>
                    <a:pt x="55753" y="888"/>
                  </a:lnTo>
                  <a:lnTo>
                    <a:pt x="55118" y="253"/>
                  </a:lnTo>
                  <a:lnTo>
                    <a:pt x="54102" y="0"/>
                  </a:lnTo>
                  <a:close/>
                </a:path>
                <a:path w="264795" h="96519">
                  <a:moveTo>
                    <a:pt x="96393" y="9525"/>
                  </a:moveTo>
                  <a:lnTo>
                    <a:pt x="48387" y="9525"/>
                  </a:lnTo>
                  <a:lnTo>
                    <a:pt x="48387" y="86487"/>
                  </a:lnTo>
                  <a:lnTo>
                    <a:pt x="260476" y="86487"/>
                  </a:lnTo>
                  <a:lnTo>
                    <a:pt x="261365" y="86233"/>
                  </a:lnTo>
                  <a:lnTo>
                    <a:pt x="262382" y="85851"/>
                  </a:lnTo>
                  <a:lnTo>
                    <a:pt x="263651" y="84582"/>
                  </a:lnTo>
                  <a:lnTo>
                    <a:pt x="264033" y="83312"/>
                  </a:lnTo>
                  <a:lnTo>
                    <a:pt x="264287" y="82676"/>
                  </a:lnTo>
                  <a:lnTo>
                    <a:pt x="264287" y="79501"/>
                  </a:lnTo>
                  <a:lnTo>
                    <a:pt x="264033" y="76962"/>
                  </a:lnTo>
                  <a:lnTo>
                    <a:pt x="58293" y="76962"/>
                  </a:lnTo>
                  <a:lnTo>
                    <a:pt x="58293" y="19176"/>
                  </a:lnTo>
                  <a:lnTo>
                    <a:pt x="123528" y="19176"/>
                  </a:lnTo>
                  <a:lnTo>
                    <a:pt x="122047" y="18541"/>
                  </a:lnTo>
                  <a:lnTo>
                    <a:pt x="118237" y="16637"/>
                  </a:lnTo>
                  <a:lnTo>
                    <a:pt x="114300" y="14604"/>
                  </a:lnTo>
                  <a:lnTo>
                    <a:pt x="106045" y="11811"/>
                  </a:lnTo>
                  <a:lnTo>
                    <a:pt x="101473" y="10540"/>
                  </a:lnTo>
                  <a:lnTo>
                    <a:pt x="96393" y="9525"/>
                  </a:lnTo>
                  <a:close/>
                </a:path>
                <a:path w="264795" h="96519">
                  <a:moveTo>
                    <a:pt x="227880" y="47878"/>
                  </a:moveTo>
                  <a:lnTo>
                    <a:pt x="168783" y="47878"/>
                  </a:lnTo>
                  <a:lnTo>
                    <a:pt x="174878" y="48133"/>
                  </a:lnTo>
                  <a:lnTo>
                    <a:pt x="180975" y="48133"/>
                  </a:lnTo>
                  <a:lnTo>
                    <a:pt x="187071" y="48895"/>
                  </a:lnTo>
                  <a:lnTo>
                    <a:pt x="221361" y="55879"/>
                  </a:lnTo>
                  <a:lnTo>
                    <a:pt x="226187" y="57403"/>
                  </a:lnTo>
                  <a:lnTo>
                    <a:pt x="253746" y="76962"/>
                  </a:lnTo>
                  <a:lnTo>
                    <a:pt x="264033" y="76962"/>
                  </a:lnTo>
                  <a:lnTo>
                    <a:pt x="263398" y="75057"/>
                  </a:lnTo>
                  <a:lnTo>
                    <a:pt x="262382" y="72516"/>
                  </a:lnTo>
                  <a:lnTo>
                    <a:pt x="260731" y="70612"/>
                  </a:lnTo>
                  <a:lnTo>
                    <a:pt x="259461" y="67945"/>
                  </a:lnTo>
                  <a:lnTo>
                    <a:pt x="236474" y="51435"/>
                  </a:lnTo>
                  <a:lnTo>
                    <a:pt x="231267" y="49149"/>
                  </a:lnTo>
                  <a:lnTo>
                    <a:pt x="227880" y="47878"/>
                  </a:lnTo>
                  <a:close/>
                </a:path>
                <a:path w="264795" h="96519">
                  <a:moveTo>
                    <a:pt x="170434" y="38353"/>
                  </a:moveTo>
                  <a:lnTo>
                    <a:pt x="83566" y="38353"/>
                  </a:lnTo>
                  <a:lnTo>
                    <a:pt x="82677" y="38608"/>
                  </a:lnTo>
                  <a:lnTo>
                    <a:pt x="81025" y="39243"/>
                  </a:lnTo>
                  <a:lnTo>
                    <a:pt x="79375" y="40894"/>
                  </a:lnTo>
                  <a:lnTo>
                    <a:pt x="78740" y="42418"/>
                  </a:lnTo>
                  <a:lnTo>
                    <a:pt x="78740" y="44069"/>
                  </a:lnTo>
                  <a:lnTo>
                    <a:pt x="79375" y="46227"/>
                  </a:lnTo>
                  <a:lnTo>
                    <a:pt x="80010" y="46862"/>
                  </a:lnTo>
                  <a:lnTo>
                    <a:pt x="82677" y="47878"/>
                  </a:lnTo>
                  <a:lnTo>
                    <a:pt x="83566" y="48133"/>
                  </a:lnTo>
                  <a:lnTo>
                    <a:pt x="227880" y="47878"/>
                  </a:lnTo>
                  <a:lnTo>
                    <a:pt x="226187" y="47244"/>
                  </a:lnTo>
                  <a:lnTo>
                    <a:pt x="220725" y="45593"/>
                  </a:lnTo>
                  <a:lnTo>
                    <a:pt x="215011" y="43687"/>
                  </a:lnTo>
                  <a:lnTo>
                    <a:pt x="209169" y="42418"/>
                  </a:lnTo>
                  <a:lnTo>
                    <a:pt x="196342" y="40512"/>
                  </a:lnTo>
                  <a:lnTo>
                    <a:pt x="190246" y="39243"/>
                  </a:lnTo>
                  <a:lnTo>
                    <a:pt x="183896" y="38988"/>
                  </a:lnTo>
                  <a:lnTo>
                    <a:pt x="176784" y="38608"/>
                  </a:lnTo>
                  <a:lnTo>
                    <a:pt x="170434" y="38353"/>
                  </a:lnTo>
                  <a:close/>
                </a:path>
                <a:path w="264795" h="96519">
                  <a:moveTo>
                    <a:pt x="123528" y="19176"/>
                  </a:moveTo>
                  <a:lnTo>
                    <a:pt x="95504" y="19176"/>
                  </a:lnTo>
                  <a:lnTo>
                    <a:pt x="102235" y="20700"/>
                  </a:lnTo>
                  <a:lnTo>
                    <a:pt x="107950" y="22606"/>
                  </a:lnTo>
                  <a:lnTo>
                    <a:pt x="113411" y="24511"/>
                  </a:lnTo>
                  <a:lnTo>
                    <a:pt x="118491" y="27432"/>
                  </a:lnTo>
                  <a:lnTo>
                    <a:pt x="123062" y="29972"/>
                  </a:lnTo>
                  <a:lnTo>
                    <a:pt x="126873" y="32893"/>
                  </a:lnTo>
                  <a:lnTo>
                    <a:pt x="130428" y="35687"/>
                  </a:lnTo>
                  <a:lnTo>
                    <a:pt x="133223" y="38353"/>
                  </a:lnTo>
                  <a:lnTo>
                    <a:pt x="146685" y="38353"/>
                  </a:lnTo>
                  <a:lnTo>
                    <a:pt x="146050" y="37973"/>
                  </a:lnTo>
                  <a:lnTo>
                    <a:pt x="145414" y="37719"/>
                  </a:lnTo>
                  <a:lnTo>
                    <a:pt x="142239" y="34162"/>
                  </a:lnTo>
                  <a:lnTo>
                    <a:pt x="138430" y="30607"/>
                  </a:lnTo>
                  <a:lnTo>
                    <a:pt x="133858" y="26543"/>
                  </a:lnTo>
                  <a:lnTo>
                    <a:pt x="128397" y="22351"/>
                  </a:lnTo>
                  <a:lnTo>
                    <a:pt x="125602" y="20065"/>
                  </a:lnTo>
                  <a:lnTo>
                    <a:pt x="123528" y="19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901184" y="2211323"/>
            <a:ext cx="7291070" cy="4151629"/>
            <a:chOff x="4901184" y="2211323"/>
            <a:chExt cx="7291070" cy="4151629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1184" y="2211323"/>
              <a:ext cx="7290815" cy="4151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9384" y="2488641"/>
              <a:ext cx="5638673" cy="339382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21248" y="2706166"/>
              <a:ext cx="5279390" cy="2959735"/>
            </a:xfrm>
            <a:custGeom>
              <a:avLst/>
              <a:gdLst/>
              <a:ahLst/>
              <a:cxnLst/>
              <a:rect l="l" t="t" r="r" b="b"/>
              <a:pathLst>
                <a:path w="5279390" h="2959735">
                  <a:moveTo>
                    <a:pt x="5279263" y="0"/>
                  </a:moveTo>
                  <a:lnTo>
                    <a:pt x="0" y="0"/>
                  </a:lnTo>
                  <a:lnTo>
                    <a:pt x="0" y="2959735"/>
                  </a:lnTo>
                  <a:lnTo>
                    <a:pt x="5279263" y="2959735"/>
                  </a:lnTo>
                  <a:lnTo>
                    <a:pt x="5279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5984" y="5972555"/>
              <a:ext cx="6834885" cy="293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435461" y="5934608"/>
              <a:ext cx="285115" cy="45085"/>
            </a:xfrm>
            <a:custGeom>
              <a:avLst/>
              <a:gdLst/>
              <a:ahLst/>
              <a:cxnLst/>
              <a:rect l="l" t="t" r="r" b="b"/>
              <a:pathLst>
                <a:path w="285115" h="45085">
                  <a:moveTo>
                    <a:pt x="262763" y="0"/>
                  </a:moveTo>
                  <a:lnTo>
                    <a:pt x="22225" y="0"/>
                  </a:lnTo>
                  <a:lnTo>
                    <a:pt x="13555" y="1747"/>
                  </a:lnTo>
                  <a:lnTo>
                    <a:pt x="6492" y="6511"/>
                  </a:lnTo>
                  <a:lnTo>
                    <a:pt x="1740" y="13576"/>
                  </a:lnTo>
                  <a:lnTo>
                    <a:pt x="0" y="22224"/>
                  </a:lnTo>
                  <a:lnTo>
                    <a:pt x="1741" y="30880"/>
                  </a:lnTo>
                  <a:lnTo>
                    <a:pt x="6502" y="37949"/>
                  </a:lnTo>
                  <a:lnTo>
                    <a:pt x="13608" y="42715"/>
                  </a:lnTo>
                  <a:lnTo>
                    <a:pt x="22288" y="44462"/>
                  </a:lnTo>
                  <a:lnTo>
                    <a:pt x="262763" y="44462"/>
                  </a:lnTo>
                  <a:lnTo>
                    <a:pt x="271432" y="42715"/>
                  </a:lnTo>
                  <a:lnTo>
                    <a:pt x="278495" y="37949"/>
                  </a:lnTo>
                  <a:lnTo>
                    <a:pt x="283247" y="30880"/>
                  </a:lnTo>
                  <a:lnTo>
                    <a:pt x="284988" y="22224"/>
                  </a:lnTo>
                  <a:lnTo>
                    <a:pt x="283247" y="13576"/>
                  </a:lnTo>
                  <a:lnTo>
                    <a:pt x="278495" y="6511"/>
                  </a:lnTo>
                  <a:lnTo>
                    <a:pt x="271432" y="1747"/>
                  </a:lnTo>
                  <a:lnTo>
                    <a:pt x="26276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1859" y="5848603"/>
              <a:ext cx="6813677" cy="19931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7717" y="2512186"/>
              <a:ext cx="2723133" cy="3351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21248" y="2705988"/>
              <a:ext cx="5279263" cy="29671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997192" y="3613149"/>
              <a:ext cx="458470" cy="458470"/>
            </a:xfrm>
            <a:custGeom>
              <a:avLst/>
              <a:gdLst/>
              <a:ahLst/>
              <a:cxnLst/>
              <a:rect l="l" t="t" r="r" b="b"/>
              <a:pathLst>
                <a:path w="458470" h="458470">
                  <a:moveTo>
                    <a:pt x="229234" y="0"/>
                  </a:moveTo>
                  <a:lnTo>
                    <a:pt x="183031" y="4656"/>
                  </a:lnTo>
                  <a:lnTo>
                    <a:pt x="139999" y="18012"/>
                  </a:lnTo>
                  <a:lnTo>
                    <a:pt x="101060" y="39145"/>
                  </a:lnTo>
                  <a:lnTo>
                    <a:pt x="67135" y="67135"/>
                  </a:lnTo>
                  <a:lnTo>
                    <a:pt x="39145" y="101060"/>
                  </a:lnTo>
                  <a:lnTo>
                    <a:pt x="18012" y="139999"/>
                  </a:lnTo>
                  <a:lnTo>
                    <a:pt x="4656" y="183031"/>
                  </a:lnTo>
                  <a:lnTo>
                    <a:pt x="0" y="229235"/>
                  </a:lnTo>
                  <a:lnTo>
                    <a:pt x="4656" y="275438"/>
                  </a:lnTo>
                  <a:lnTo>
                    <a:pt x="18012" y="318470"/>
                  </a:lnTo>
                  <a:lnTo>
                    <a:pt x="39145" y="357409"/>
                  </a:lnTo>
                  <a:lnTo>
                    <a:pt x="67135" y="391334"/>
                  </a:lnTo>
                  <a:lnTo>
                    <a:pt x="101060" y="419324"/>
                  </a:lnTo>
                  <a:lnTo>
                    <a:pt x="139999" y="440457"/>
                  </a:lnTo>
                  <a:lnTo>
                    <a:pt x="183031" y="453813"/>
                  </a:lnTo>
                  <a:lnTo>
                    <a:pt x="229234" y="458469"/>
                  </a:lnTo>
                  <a:lnTo>
                    <a:pt x="275438" y="453813"/>
                  </a:lnTo>
                  <a:lnTo>
                    <a:pt x="318470" y="440457"/>
                  </a:lnTo>
                  <a:lnTo>
                    <a:pt x="357409" y="419324"/>
                  </a:lnTo>
                  <a:lnTo>
                    <a:pt x="391334" y="391334"/>
                  </a:lnTo>
                  <a:lnTo>
                    <a:pt x="419324" y="357409"/>
                  </a:lnTo>
                  <a:lnTo>
                    <a:pt x="440457" y="318470"/>
                  </a:lnTo>
                  <a:lnTo>
                    <a:pt x="453813" y="275438"/>
                  </a:lnTo>
                  <a:lnTo>
                    <a:pt x="458469" y="229235"/>
                  </a:lnTo>
                  <a:lnTo>
                    <a:pt x="453813" y="183031"/>
                  </a:lnTo>
                  <a:lnTo>
                    <a:pt x="440457" y="139999"/>
                  </a:lnTo>
                  <a:lnTo>
                    <a:pt x="419324" y="101060"/>
                  </a:lnTo>
                  <a:lnTo>
                    <a:pt x="391334" y="67135"/>
                  </a:lnTo>
                  <a:lnTo>
                    <a:pt x="357409" y="39145"/>
                  </a:lnTo>
                  <a:lnTo>
                    <a:pt x="318470" y="18012"/>
                  </a:lnTo>
                  <a:lnTo>
                    <a:pt x="275438" y="4656"/>
                  </a:lnTo>
                  <a:lnTo>
                    <a:pt x="229234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95109" y="1807717"/>
            <a:ext cx="11640820" cy="4240530"/>
            <a:chOff x="395109" y="1807717"/>
            <a:chExt cx="11640820" cy="4240530"/>
          </a:xfrm>
        </p:grpSpPr>
        <p:sp>
          <p:nvSpPr>
            <p:cNvPr id="27" name="object 27"/>
            <p:cNvSpPr/>
            <p:nvPr/>
          </p:nvSpPr>
          <p:spPr>
            <a:xfrm>
              <a:off x="1335658" y="4801488"/>
              <a:ext cx="458470" cy="458470"/>
            </a:xfrm>
            <a:custGeom>
              <a:avLst/>
              <a:gdLst/>
              <a:ahLst/>
              <a:cxnLst/>
              <a:rect l="l" t="t" r="r" b="b"/>
              <a:pathLst>
                <a:path w="458469" h="458470">
                  <a:moveTo>
                    <a:pt x="229234" y="0"/>
                  </a:moveTo>
                  <a:lnTo>
                    <a:pt x="183031" y="4656"/>
                  </a:lnTo>
                  <a:lnTo>
                    <a:pt x="139999" y="18012"/>
                  </a:lnTo>
                  <a:lnTo>
                    <a:pt x="101060" y="39145"/>
                  </a:lnTo>
                  <a:lnTo>
                    <a:pt x="67135" y="67135"/>
                  </a:lnTo>
                  <a:lnTo>
                    <a:pt x="39145" y="101060"/>
                  </a:lnTo>
                  <a:lnTo>
                    <a:pt x="18012" y="139999"/>
                  </a:lnTo>
                  <a:lnTo>
                    <a:pt x="4656" y="183031"/>
                  </a:lnTo>
                  <a:lnTo>
                    <a:pt x="0" y="229235"/>
                  </a:lnTo>
                  <a:lnTo>
                    <a:pt x="4656" y="275438"/>
                  </a:lnTo>
                  <a:lnTo>
                    <a:pt x="18012" y="318470"/>
                  </a:lnTo>
                  <a:lnTo>
                    <a:pt x="39145" y="357409"/>
                  </a:lnTo>
                  <a:lnTo>
                    <a:pt x="67135" y="391334"/>
                  </a:lnTo>
                  <a:lnTo>
                    <a:pt x="101060" y="419324"/>
                  </a:lnTo>
                  <a:lnTo>
                    <a:pt x="139999" y="440457"/>
                  </a:lnTo>
                  <a:lnTo>
                    <a:pt x="183031" y="453813"/>
                  </a:lnTo>
                  <a:lnTo>
                    <a:pt x="229234" y="458470"/>
                  </a:lnTo>
                  <a:lnTo>
                    <a:pt x="275438" y="453813"/>
                  </a:lnTo>
                  <a:lnTo>
                    <a:pt x="318470" y="440457"/>
                  </a:lnTo>
                  <a:lnTo>
                    <a:pt x="357409" y="419324"/>
                  </a:lnTo>
                  <a:lnTo>
                    <a:pt x="391334" y="391334"/>
                  </a:lnTo>
                  <a:lnTo>
                    <a:pt x="419324" y="357409"/>
                  </a:lnTo>
                  <a:lnTo>
                    <a:pt x="440457" y="318470"/>
                  </a:lnTo>
                  <a:lnTo>
                    <a:pt x="453813" y="275438"/>
                  </a:lnTo>
                  <a:lnTo>
                    <a:pt x="458470" y="229235"/>
                  </a:lnTo>
                  <a:lnTo>
                    <a:pt x="453813" y="183031"/>
                  </a:lnTo>
                  <a:lnTo>
                    <a:pt x="440457" y="139999"/>
                  </a:lnTo>
                  <a:lnTo>
                    <a:pt x="419324" y="101060"/>
                  </a:lnTo>
                  <a:lnTo>
                    <a:pt x="391334" y="67135"/>
                  </a:lnTo>
                  <a:lnTo>
                    <a:pt x="357409" y="39145"/>
                  </a:lnTo>
                  <a:lnTo>
                    <a:pt x="318470" y="18012"/>
                  </a:lnTo>
                  <a:lnTo>
                    <a:pt x="275438" y="4656"/>
                  </a:lnTo>
                  <a:lnTo>
                    <a:pt x="229234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3261" y="4911597"/>
              <a:ext cx="218186" cy="21818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0361" y="3922648"/>
              <a:ext cx="2523743" cy="19171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4634" y="3663569"/>
              <a:ext cx="720001" cy="635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5109" y="1807717"/>
              <a:ext cx="603465" cy="60337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7072" y="1969642"/>
              <a:ext cx="215004" cy="18275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73069" y="1807717"/>
              <a:ext cx="603504" cy="60337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4821" y="1965197"/>
              <a:ext cx="144144" cy="19227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53028" y="2218308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5">
                  <a:moveTo>
                    <a:pt x="6603" y="0"/>
                  </a:moveTo>
                  <a:lnTo>
                    <a:pt x="5206" y="380"/>
                  </a:lnTo>
                  <a:lnTo>
                    <a:pt x="4190" y="635"/>
                  </a:lnTo>
                  <a:lnTo>
                    <a:pt x="2793" y="1396"/>
                  </a:lnTo>
                  <a:lnTo>
                    <a:pt x="1777" y="2031"/>
                  </a:lnTo>
                  <a:lnTo>
                    <a:pt x="1143" y="2920"/>
                  </a:lnTo>
                  <a:lnTo>
                    <a:pt x="381" y="4317"/>
                  </a:lnTo>
                  <a:lnTo>
                    <a:pt x="0" y="5333"/>
                  </a:lnTo>
                  <a:lnTo>
                    <a:pt x="0" y="7619"/>
                  </a:lnTo>
                  <a:lnTo>
                    <a:pt x="381" y="9270"/>
                  </a:lnTo>
                  <a:lnTo>
                    <a:pt x="1777" y="10921"/>
                  </a:lnTo>
                  <a:lnTo>
                    <a:pt x="2793" y="11811"/>
                  </a:lnTo>
                  <a:lnTo>
                    <a:pt x="4190" y="12191"/>
                  </a:lnTo>
                  <a:lnTo>
                    <a:pt x="5206" y="12826"/>
                  </a:lnTo>
                  <a:lnTo>
                    <a:pt x="6603" y="12826"/>
                  </a:lnTo>
                  <a:lnTo>
                    <a:pt x="7619" y="12445"/>
                  </a:lnTo>
                  <a:lnTo>
                    <a:pt x="9397" y="12191"/>
                  </a:lnTo>
                  <a:lnTo>
                    <a:pt x="10413" y="11811"/>
                  </a:lnTo>
                  <a:lnTo>
                    <a:pt x="12572" y="9270"/>
                  </a:lnTo>
                  <a:lnTo>
                    <a:pt x="12826" y="7619"/>
                  </a:lnTo>
                  <a:lnTo>
                    <a:pt x="12826" y="5333"/>
                  </a:lnTo>
                  <a:lnTo>
                    <a:pt x="7619" y="380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82594" y="3663569"/>
              <a:ext cx="720090" cy="63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28589" y="5848616"/>
              <a:ext cx="6806946" cy="19931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75675" y="5862833"/>
              <a:ext cx="1111630" cy="837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14794" y="3723258"/>
              <a:ext cx="218312" cy="218313"/>
            </a:xfrm>
            <a:prstGeom prst="rect">
              <a:avLst/>
            </a:prstGeom>
          </p:spPr>
        </p:pic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0" y="3537711"/>
              <a:ext cx="12192000" cy="1736089"/>
            </a:xfrm>
            <a:custGeom>
              <a:avLst/>
              <a:gdLst/>
              <a:ahLst/>
              <a:cxnLst/>
              <a:rect l="l" t="t" r="r" b="b"/>
              <a:pathLst>
                <a:path w="12192000" h="1736089">
                  <a:moveTo>
                    <a:pt x="12192000" y="0"/>
                  </a:moveTo>
                  <a:lnTo>
                    <a:pt x="0" y="0"/>
                  </a:lnTo>
                  <a:lnTo>
                    <a:pt x="0" y="1735836"/>
                  </a:lnTo>
                  <a:lnTo>
                    <a:pt x="12192000" y="173583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1513332"/>
              <a:ext cx="11432921" cy="27872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504" y="2970326"/>
              <a:ext cx="8892794" cy="355422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972" y="3189985"/>
              <a:ext cx="8415020" cy="3075940"/>
            </a:xfrm>
            <a:custGeom>
              <a:avLst/>
              <a:gdLst/>
              <a:ahLst/>
              <a:cxnLst/>
              <a:rect l="l" t="t" r="r" b="b"/>
              <a:pathLst>
                <a:path w="8415020" h="3075940">
                  <a:moveTo>
                    <a:pt x="8414753" y="0"/>
                  </a:moveTo>
                  <a:lnTo>
                    <a:pt x="0" y="0"/>
                  </a:lnTo>
                  <a:lnTo>
                    <a:pt x="0" y="2562898"/>
                  </a:lnTo>
                  <a:lnTo>
                    <a:pt x="512559" y="3075495"/>
                  </a:lnTo>
                  <a:lnTo>
                    <a:pt x="8414753" y="3075495"/>
                  </a:lnTo>
                  <a:lnTo>
                    <a:pt x="8414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0654" y="50038"/>
            <a:ext cx="10995025" cy="139573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190"/>
              </a:lnSpc>
              <a:spcBef>
                <a:spcPts val="545"/>
              </a:spcBef>
            </a:pPr>
            <a:r>
              <a:rPr sz="3000" spc="-210" dirty="0">
                <a:solidFill>
                  <a:srgbClr val="000000"/>
                </a:solidFill>
              </a:rPr>
              <a:t>Caso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185" dirty="0">
                <a:solidFill>
                  <a:srgbClr val="000000"/>
                </a:solidFill>
              </a:rPr>
              <a:t>uso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80" dirty="0">
                <a:solidFill>
                  <a:srgbClr val="000000"/>
                </a:solidFill>
              </a:rPr>
              <a:t>fundamental: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120" dirty="0">
                <a:solidFill>
                  <a:srgbClr val="000000"/>
                </a:solidFill>
              </a:rPr>
              <a:t>generación</a:t>
            </a:r>
            <a:r>
              <a:rPr sz="3000" spc="-21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85" dirty="0">
                <a:solidFill>
                  <a:srgbClr val="000000"/>
                </a:solidFill>
              </a:rPr>
              <a:t>informes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75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producción </a:t>
            </a:r>
            <a:r>
              <a:rPr sz="3000" spc="-10" dirty="0">
                <a:solidFill>
                  <a:srgbClr val="000000"/>
                </a:solidFill>
              </a:rPr>
              <a:t>empresariales</a:t>
            </a:r>
            <a:endParaRPr sz="3000"/>
          </a:p>
          <a:p>
            <a:pPr marL="12700" marR="212090">
              <a:lnSpc>
                <a:spcPts val="1989"/>
              </a:lnSpc>
              <a:spcBef>
                <a:spcPts val="15"/>
              </a:spcBef>
            </a:pPr>
            <a:r>
              <a:rPr sz="1800" b="0" spc="-10" dirty="0">
                <a:solidFill>
                  <a:srgbClr val="4B4B4B"/>
                </a:solidFill>
                <a:latin typeface="Arial"/>
                <a:cs typeface="Arial"/>
              </a:rPr>
              <a:t>Visibilidad</a:t>
            </a:r>
            <a:r>
              <a:rPr sz="1800" b="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20" dirty="0">
                <a:solidFill>
                  <a:srgbClr val="4B4B4B"/>
                </a:solidFill>
                <a:latin typeface="Arial"/>
                <a:cs typeface="Arial"/>
              </a:rPr>
              <a:t>empresarial</a:t>
            </a:r>
            <a:r>
              <a:rPr sz="1800" b="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4B4B4B"/>
                </a:solidFill>
                <a:latin typeface="Arial"/>
                <a:cs typeface="Arial"/>
              </a:rPr>
              <a:t>confiable</a:t>
            </a:r>
            <a:r>
              <a:rPr sz="1800" b="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800" b="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r>
              <a:rPr sz="1800" b="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25" dirty="0">
                <a:solidFill>
                  <a:srgbClr val="4B4B4B"/>
                </a:solidFill>
                <a:latin typeface="Arial"/>
                <a:cs typeface="Arial"/>
              </a:rPr>
              <a:t>real</a:t>
            </a:r>
            <a:r>
              <a:rPr sz="1800" b="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25" dirty="0">
                <a:solidFill>
                  <a:srgbClr val="4B4B4B"/>
                </a:solidFill>
                <a:latin typeface="Arial"/>
                <a:cs typeface="Arial"/>
              </a:rPr>
              <a:t>del</a:t>
            </a:r>
            <a:r>
              <a:rPr sz="1800" b="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4B4B4B"/>
                </a:solidFill>
                <a:latin typeface="Arial"/>
                <a:cs typeface="Arial"/>
              </a:rPr>
              <a:t>rendimiento</a:t>
            </a:r>
            <a:r>
              <a:rPr sz="1800" b="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b="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45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800" b="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1800" b="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b="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4B4B4B"/>
                </a:solidFill>
                <a:latin typeface="Arial"/>
                <a:cs typeface="Arial"/>
              </a:rPr>
              <a:t>optimizar</a:t>
            </a:r>
            <a:r>
              <a:rPr sz="1800" b="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45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800" b="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dirty="0">
                <a:solidFill>
                  <a:srgbClr val="4B4B4B"/>
                </a:solidFill>
                <a:latin typeface="Arial"/>
                <a:cs typeface="Arial"/>
              </a:rPr>
              <a:t>planificación</a:t>
            </a:r>
            <a:r>
              <a:rPr sz="1800" b="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b="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800" b="0" spc="-10" dirty="0">
                <a:solidFill>
                  <a:srgbClr val="4B4B4B"/>
                </a:solidFill>
                <a:latin typeface="Arial"/>
                <a:cs typeface="Arial"/>
              </a:rPr>
              <a:t>producción.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1188" y="1379727"/>
            <a:ext cx="11722735" cy="4969510"/>
            <a:chOff x="361188" y="1379727"/>
            <a:chExt cx="11722735" cy="4969510"/>
          </a:xfrm>
        </p:grpSpPr>
        <p:sp>
          <p:nvSpPr>
            <p:cNvPr id="9" name="object 9"/>
            <p:cNvSpPr/>
            <p:nvPr/>
          </p:nvSpPr>
          <p:spPr>
            <a:xfrm>
              <a:off x="937158" y="1572386"/>
              <a:ext cx="8456295" cy="0"/>
            </a:xfrm>
            <a:custGeom>
              <a:avLst/>
              <a:gdLst/>
              <a:ahLst/>
              <a:cxnLst/>
              <a:rect l="l" t="t" r="r" b="b"/>
              <a:pathLst>
                <a:path w="8456295">
                  <a:moveTo>
                    <a:pt x="0" y="0"/>
                  </a:moveTo>
                  <a:lnTo>
                    <a:pt x="8456269" y="0"/>
                  </a:lnTo>
                </a:path>
              </a:pathLst>
            </a:custGeom>
            <a:ln w="9525">
              <a:solidFill>
                <a:srgbClr val="F581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861" y="2966847"/>
              <a:ext cx="467995" cy="381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3714" y="2966847"/>
              <a:ext cx="467995" cy="381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0452" y="2966847"/>
              <a:ext cx="467995" cy="381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7317" y="2966847"/>
              <a:ext cx="467994" cy="381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336" y="1379727"/>
              <a:ext cx="385470" cy="38544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44189" y="1379727"/>
              <a:ext cx="385445" cy="3854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927" y="1379727"/>
              <a:ext cx="385445" cy="3854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7792" y="1379727"/>
              <a:ext cx="385444" cy="3854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2985" y="1515363"/>
              <a:ext cx="114172" cy="11417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9824" y="1515363"/>
              <a:ext cx="114173" cy="11417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36563" y="1515363"/>
              <a:ext cx="114172" cy="11417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93428" y="1515363"/>
              <a:ext cx="114173" cy="114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02739" y="4182998"/>
              <a:ext cx="1246505" cy="762635"/>
            </a:xfrm>
            <a:custGeom>
              <a:avLst/>
              <a:gdLst/>
              <a:ahLst/>
              <a:cxnLst/>
              <a:rect l="l" t="t" r="r" b="b"/>
              <a:pathLst>
                <a:path w="1246504" h="762635">
                  <a:moveTo>
                    <a:pt x="1246377" y="0"/>
                  </a:moveTo>
                  <a:lnTo>
                    <a:pt x="1196231" y="333"/>
                  </a:lnTo>
                  <a:lnTo>
                    <a:pt x="1146403" y="2364"/>
                  </a:lnTo>
                  <a:lnTo>
                    <a:pt x="1096933" y="6069"/>
                  </a:lnTo>
                  <a:lnTo>
                    <a:pt x="1047861" y="11425"/>
                  </a:lnTo>
                  <a:lnTo>
                    <a:pt x="999230" y="18407"/>
                  </a:lnTo>
                  <a:lnTo>
                    <a:pt x="951077" y="26992"/>
                  </a:lnTo>
                  <a:lnTo>
                    <a:pt x="903446" y="37156"/>
                  </a:lnTo>
                  <a:lnTo>
                    <a:pt x="856374" y="48875"/>
                  </a:lnTo>
                  <a:lnTo>
                    <a:pt x="809904" y="62124"/>
                  </a:lnTo>
                  <a:lnTo>
                    <a:pt x="764076" y="76881"/>
                  </a:lnTo>
                  <a:lnTo>
                    <a:pt x="718929" y="93122"/>
                  </a:lnTo>
                  <a:lnTo>
                    <a:pt x="674505" y="110821"/>
                  </a:lnTo>
                  <a:lnTo>
                    <a:pt x="630843" y="129957"/>
                  </a:lnTo>
                  <a:lnTo>
                    <a:pt x="587985" y="150504"/>
                  </a:lnTo>
                  <a:lnTo>
                    <a:pt x="545971" y="172439"/>
                  </a:lnTo>
                  <a:lnTo>
                    <a:pt x="504840" y="195738"/>
                  </a:lnTo>
                  <a:lnTo>
                    <a:pt x="464635" y="220378"/>
                  </a:lnTo>
                  <a:lnTo>
                    <a:pt x="425394" y="246333"/>
                  </a:lnTo>
                  <a:lnTo>
                    <a:pt x="387159" y="273581"/>
                  </a:lnTo>
                  <a:lnTo>
                    <a:pt x="349970" y="302098"/>
                  </a:lnTo>
                  <a:lnTo>
                    <a:pt x="313867" y="331860"/>
                  </a:lnTo>
                  <a:lnTo>
                    <a:pt x="278891" y="362842"/>
                  </a:lnTo>
                  <a:lnTo>
                    <a:pt x="245082" y="395022"/>
                  </a:lnTo>
                  <a:lnTo>
                    <a:pt x="212480" y="428374"/>
                  </a:lnTo>
                  <a:lnTo>
                    <a:pt x="181127" y="462876"/>
                  </a:lnTo>
                  <a:lnTo>
                    <a:pt x="151063" y="498504"/>
                  </a:lnTo>
                  <a:lnTo>
                    <a:pt x="122327" y="535233"/>
                  </a:lnTo>
                  <a:lnTo>
                    <a:pt x="94961" y="573040"/>
                  </a:lnTo>
                  <a:lnTo>
                    <a:pt x="69005" y="611901"/>
                  </a:lnTo>
                  <a:lnTo>
                    <a:pt x="44499" y="651791"/>
                  </a:lnTo>
                  <a:lnTo>
                    <a:pt x="21484" y="692688"/>
                  </a:lnTo>
                  <a:lnTo>
                    <a:pt x="0" y="734568"/>
                  </a:lnTo>
                  <a:lnTo>
                    <a:pt x="67056" y="762634"/>
                  </a:lnTo>
                  <a:lnTo>
                    <a:pt x="88833" y="720684"/>
                  </a:lnTo>
                  <a:lnTo>
                    <a:pt x="112250" y="679787"/>
                  </a:lnTo>
                  <a:lnTo>
                    <a:pt x="137260" y="639972"/>
                  </a:lnTo>
                  <a:lnTo>
                    <a:pt x="163816" y="601264"/>
                  </a:lnTo>
                  <a:lnTo>
                    <a:pt x="191874" y="563693"/>
                  </a:lnTo>
                  <a:lnTo>
                    <a:pt x="221385" y="527283"/>
                  </a:lnTo>
                  <a:lnTo>
                    <a:pt x="252304" y="492063"/>
                  </a:lnTo>
                  <a:lnTo>
                    <a:pt x="284585" y="458060"/>
                  </a:lnTo>
                  <a:lnTo>
                    <a:pt x="318181" y="425301"/>
                  </a:lnTo>
                  <a:lnTo>
                    <a:pt x="353045" y="393812"/>
                  </a:lnTo>
                  <a:lnTo>
                    <a:pt x="389133" y="363622"/>
                  </a:lnTo>
                  <a:lnTo>
                    <a:pt x="426396" y="334756"/>
                  </a:lnTo>
                  <a:lnTo>
                    <a:pt x="464790" y="307243"/>
                  </a:lnTo>
                  <a:lnTo>
                    <a:pt x="504267" y="281109"/>
                  </a:lnTo>
                  <a:lnTo>
                    <a:pt x="544782" y="256381"/>
                  </a:lnTo>
                  <a:lnTo>
                    <a:pt x="586287" y="233086"/>
                  </a:lnTo>
                  <a:lnTo>
                    <a:pt x="628738" y="211252"/>
                  </a:lnTo>
                  <a:lnTo>
                    <a:pt x="672087" y="190906"/>
                  </a:lnTo>
                  <a:lnTo>
                    <a:pt x="716287" y="172074"/>
                  </a:lnTo>
                  <a:lnTo>
                    <a:pt x="761294" y="154784"/>
                  </a:lnTo>
                  <a:lnTo>
                    <a:pt x="807060" y="139063"/>
                  </a:lnTo>
                  <a:lnTo>
                    <a:pt x="853539" y="124938"/>
                  </a:lnTo>
                  <a:lnTo>
                    <a:pt x="900685" y="112436"/>
                  </a:lnTo>
                  <a:lnTo>
                    <a:pt x="948452" y="101584"/>
                  </a:lnTo>
                  <a:lnTo>
                    <a:pt x="996793" y="92410"/>
                  </a:lnTo>
                  <a:lnTo>
                    <a:pt x="1045661" y="84939"/>
                  </a:lnTo>
                  <a:lnTo>
                    <a:pt x="1095011" y="79201"/>
                  </a:lnTo>
                  <a:lnTo>
                    <a:pt x="1144797" y="75220"/>
                  </a:lnTo>
                  <a:lnTo>
                    <a:pt x="1194971" y="73025"/>
                  </a:lnTo>
                  <a:lnTo>
                    <a:pt x="1245489" y="72643"/>
                  </a:lnTo>
                  <a:lnTo>
                    <a:pt x="1246377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2779" y="3614038"/>
              <a:ext cx="4309491" cy="252539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19551" y="4219829"/>
              <a:ext cx="353060" cy="336550"/>
            </a:xfrm>
            <a:custGeom>
              <a:avLst/>
              <a:gdLst/>
              <a:ahLst/>
              <a:cxnLst/>
              <a:rect l="l" t="t" r="r" b="b"/>
              <a:pathLst>
                <a:path w="353060" h="336550">
                  <a:moveTo>
                    <a:pt x="0" y="336042"/>
                  </a:moveTo>
                  <a:lnTo>
                    <a:pt x="3641" y="286394"/>
                  </a:lnTo>
                  <a:lnTo>
                    <a:pt x="14220" y="239004"/>
                  </a:lnTo>
                  <a:lnTo>
                    <a:pt x="31219" y="194394"/>
                  </a:lnTo>
                  <a:lnTo>
                    <a:pt x="54117" y="153082"/>
                  </a:lnTo>
                  <a:lnTo>
                    <a:pt x="82397" y="115591"/>
                  </a:lnTo>
                  <a:lnTo>
                    <a:pt x="115540" y="82440"/>
                  </a:lnTo>
                  <a:lnTo>
                    <a:pt x="153026" y="54149"/>
                  </a:lnTo>
                  <a:lnTo>
                    <a:pt x="194339" y="31239"/>
                  </a:lnTo>
                  <a:lnTo>
                    <a:pt x="238958" y="14231"/>
                  </a:lnTo>
                  <a:lnTo>
                    <a:pt x="286365" y="3644"/>
                  </a:lnTo>
                  <a:lnTo>
                    <a:pt x="336041" y="0"/>
                  </a:lnTo>
                  <a:lnTo>
                    <a:pt x="341629" y="0"/>
                  </a:lnTo>
                  <a:lnTo>
                    <a:pt x="347218" y="127"/>
                  </a:lnTo>
                  <a:lnTo>
                    <a:pt x="352806" y="381"/>
                  </a:lnTo>
                </a:path>
              </a:pathLst>
            </a:custGeom>
            <a:ln w="88900">
              <a:solidFill>
                <a:srgbClr val="00AD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27399" y="3990467"/>
              <a:ext cx="336550" cy="238760"/>
            </a:xfrm>
            <a:custGeom>
              <a:avLst/>
              <a:gdLst/>
              <a:ahLst/>
              <a:cxnLst/>
              <a:rect l="l" t="t" r="r" b="b"/>
              <a:pathLst>
                <a:path w="336550" h="238760">
                  <a:moveTo>
                    <a:pt x="0" y="0"/>
                  </a:moveTo>
                  <a:lnTo>
                    <a:pt x="54497" y="3118"/>
                  </a:lnTo>
                  <a:lnTo>
                    <a:pt x="106198" y="12147"/>
                  </a:lnTo>
                  <a:lnTo>
                    <a:pt x="154411" y="26595"/>
                  </a:lnTo>
                  <a:lnTo>
                    <a:pt x="198443" y="45971"/>
                  </a:lnTo>
                  <a:lnTo>
                    <a:pt x="237601" y="69786"/>
                  </a:lnTo>
                  <a:lnTo>
                    <a:pt x="271192" y="97548"/>
                  </a:lnTo>
                  <a:lnTo>
                    <a:pt x="298525" y="128766"/>
                  </a:lnTo>
                  <a:lnTo>
                    <a:pt x="318906" y="162950"/>
                  </a:lnTo>
                  <a:lnTo>
                    <a:pt x="331642" y="199608"/>
                  </a:lnTo>
                  <a:lnTo>
                    <a:pt x="336041" y="238251"/>
                  </a:lnTo>
                </a:path>
              </a:pathLst>
            </a:custGeom>
            <a:ln w="92075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41623" y="4025900"/>
              <a:ext cx="2578735" cy="387985"/>
            </a:xfrm>
            <a:custGeom>
              <a:avLst/>
              <a:gdLst/>
              <a:ahLst/>
              <a:cxnLst/>
              <a:rect l="l" t="t" r="r" b="b"/>
              <a:pathLst>
                <a:path w="2578735" h="387985">
                  <a:moveTo>
                    <a:pt x="2384679" y="0"/>
                  </a:moveTo>
                  <a:lnTo>
                    <a:pt x="2384679" y="157352"/>
                  </a:lnTo>
                  <a:lnTo>
                    <a:pt x="0" y="157352"/>
                  </a:lnTo>
                  <a:lnTo>
                    <a:pt x="0" y="230505"/>
                  </a:lnTo>
                  <a:lnTo>
                    <a:pt x="2384679" y="230505"/>
                  </a:lnTo>
                  <a:lnTo>
                    <a:pt x="2384679" y="387857"/>
                  </a:lnTo>
                  <a:lnTo>
                    <a:pt x="2578735" y="193929"/>
                  </a:lnTo>
                  <a:lnTo>
                    <a:pt x="2384679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9465" y="4890338"/>
              <a:ext cx="772121" cy="54881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559940" y="4880813"/>
              <a:ext cx="791210" cy="568325"/>
            </a:xfrm>
            <a:custGeom>
              <a:avLst/>
              <a:gdLst/>
              <a:ahLst/>
              <a:cxnLst/>
              <a:rect l="l" t="t" r="r" b="b"/>
              <a:pathLst>
                <a:path w="791210" h="568325">
                  <a:moveTo>
                    <a:pt x="0" y="567867"/>
                  </a:moveTo>
                  <a:lnTo>
                    <a:pt x="791171" y="567867"/>
                  </a:lnTo>
                  <a:lnTo>
                    <a:pt x="791171" y="0"/>
                  </a:lnTo>
                  <a:lnTo>
                    <a:pt x="0" y="0"/>
                  </a:lnTo>
                  <a:lnTo>
                    <a:pt x="0" y="567867"/>
                  </a:lnTo>
                  <a:close/>
                </a:path>
              </a:pathLst>
            </a:custGeom>
            <a:ln w="19050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83232" y="4877816"/>
              <a:ext cx="348615" cy="245110"/>
            </a:xfrm>
            <a:custGeom>
              <a:avLst/>
              <a:gdLst/>
              <a:ahLst/>
              <a:cxnLst/>
              <a:rect l="l" t="t" r="r" b="b"/>
              <a:pathLst>
                <a:path w="348614" h="245110">
                  <a:moveTo>
                    <a:pt x="348615" y="219710"/>
                  </a:moveTo>
                  <a:lnTo>
                    <a:pt x="339217" y="215011"/>
                  </a:lnTo>
                  <a:lnTo>
                    <a:pt x="297815" y="194310"/>
                  </a:lnTo>
                  <a:lnTo>
                    <a:pt x="297815" y="215011"/>
                  </a:lnTo>
                  <a:lnTo>
                    <a:pt x="30226" y="215011"/>
                  </a:lnTo>
                  <a:lnTo>
                    <a:pt x="30226" y="50800"/>
                  </a:lnTo>
                  <a:lnTo>
                    <a:pt x="50800" y="50800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800"/>
                  </a:lnTo>
                  <a:lnTo>
                    <a:pt x="20701" y="50800"/>
                  </a:lnTo>
                  <a:lnTo>
                    <a:pt x="20701" y="219710"/>
                  </a:lnTo>
                  <a:lnTo>
                    <a:pt x="25400" y="219710"/>
                  </a:lnTo>
                  <a:lnTo>
                    <a:pt x="25400" y="224536"/>
                  </a:lnTo>
                  <a:lnTo>
                    <a:pt x="297815" y="224536"/>
                  </a:lnTo>
                  <a:lnTo>
                    <a:pt x="297815" y="245110"/>
                  </a:lnTo>
                  <a:lnTo>
                    <a:pt x="338963" y="224536"/>
                  </a:lnTo>
                  <a:lnTo>
                    <a:pt x="348615" y="21971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42414" y="4905882"/>
              <a:ext cx="266065" cy="158750"/>
            </a:xfrm>
            <a:custGeom>
              <a:avLst/>
              <a:gdLst/>
              <a:ahLst/>
              <a:cxnLst/>
              <a:rect l="l" t="t" r="r" b="b"/>
              <a:pathLst>
                <a:path w="266064" h="158750">
                  <a:moveTo>
                    <a:pt x="0" y="0"/>
                  </a:moveTo>
                  <a:lnTo>
                    <a:pt x="26507" y="50631"/>
                  </a:lnTo>
                  <a:lnTo>
                    <a:pt x="53848" y="96440"/>
                  </a:lnTo>
                  <a:lnTo>
                    <a:pt x="82903" y="132605"/>
                  </a:lnTo>
                  <a:lnTo>
                    <a:pt x="114554" y="154305"/>
                  </a:lnTo>
                  <a:lnTo>
                    <a:pt x="149389" y="158323"/>
                  </a:lnTo>
                  <a:lnTo>
                    <a:pt x="186832" y="147875"/>
                  </a:lnTo>
                  <a:lnTo>
                    <a:pt x="226014" y="127783"/>
                  </a:lnTo>
                  <a:lnTo>
                    <a:pt x="266065" y="102870"/>
                  </a:lnTo>
                </a:path>
              </a:pathLst>
            </a:custGeom>
            <a:ln w="12700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93898" y="3800348"/>
              <a:ext cx="847725" cy="380365"/>
            </a:xfrm>
            <a:custGeom>
              <a:avLst/>
              <a:gdLst/>
              <a:ahLst/>
              <a:cxnLst/>
              <a:rect l="l" t="t" r="r" b="b"/>
              <a:pathLst>
                <a:path w="847725" h="380364">
                  <a:moveTo>
                    <a:pt x="190119" y="0"/>
                  </a:moveTo>
                  <a:lnTo>
                    <a:pt x="0" y="190119"/>
                  </a:lnTo>
                  <a:lnTo>
                    <a:pt x="190119" y="380238"/>
                  </a:lnTo>
                  <a:lnTo>
                    <a:pt x="190119" y="227456"/>
                  </a:lnTo>
                  <a:lnTo>
                    <a:pt x="847725" y="227456"/>
                  </a:lnTo>
                  <a:lnTo>
                    <a:pt x="847725" y="152653"/>
                  </a:lnTo>
                  <a:lnTo>
                    <a:pt x="190119" y="152653"/>
                  </a:lnTo>
                  <a:lnTo>
                    <a:pt x="190119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13202" y="4571568"/>
              <a:ext cx="789813" cy="56139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03677" y="4562043"/>
              <a:ext cx="808990" cy="581025"/>
            </a:xfrm>
            <a:custGeom>
              <a:avLst/>
              <a:gdLst/>
              <a:ahLst/>
              <a:cxnLst/>
              <a:rect l="l" t="t" r="r" b="b"/>
              <a:pathLst>
                <a:path w="808989" h="581025">
                  <a:moveTo>
                    <a:pt x="0" y="580440"/>
                  </a:moveTo>
                  <a:lnTo>
                    <a:pt x="808863" y="580440"/>
                  </a:lnTo>
                  <a:lnTo>
                    <a:pt x="808863" y="0"/>
                  </a:lnTo>
                  <a:lnTo>
                    <a:pt x="0" y="0"/>
                  </a:lnTo>
                  <a:lnTo>
                    <a:pt x="0" y="580440"/>
                  </a:lnTo>
                  <a:close/>
                </a:path>
              </a:pathLst>
            </a:custGeom>
            <a:ln w="19050">
              <a:solidFill>
                <a:srgbClr val="00AD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95218" y="4566665"/>
              <a:ext cx="408305" cy="257175"/>
            </a:xfrm>
            <a:custGeom>
              <a:avLst/>
              <a:gdLst/>
              <a:ahLst/>
              <a:cxnLst/>
              <a:rect l="l" t="t" r="r" b="b"/>
              <a:pathLst>
                <a:path w="408304" h="257175">
                  <a:moveTo>
                    <a:pt x="407797" y="231521"/>
                  </a:moveTo>
                  <a:lnTo>
                    <a:pt x="398399" y="226822"/>
                  </a:lnTo>
                  <a:lnTo>
                    <a:pt x="356997" y="206121"/>
                  </a:lnTo>
                  <a:lnTo>
                    <a:pt x="356997" y="226822"/>
                  </a:lnTo>
                  <a:lnTo>
                    <a:pt x="30099" y="226822"/>
                  </a:lnTo>
                  <a:lnTo>
                    <a:pt x="30099" y="50927"/>
                  </a:lnTo>
                  <a:lnTo>
                    <a:pt x="50850" y="50927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927"/>
                  </a:lnTo>
                  <a:lnTo>
                    <a:pt x="20574" y="50927"/>
                  </a:lnTo>
                  <a:lnTo>
                    <a:pt x="20574" y="231521"/>
                  </a:lnTo>
                  <a:lnTo>
                    <a:pt x="25400" y="231521"/>
                  </a:lnTo>
                  <a:lnTo>
                    <a:pt x="25400" y="236347"/>
                  </a:lnTo>
                  <a:lnTo>
                    <a:pt x="356997" y="236347"/>
                  </a:lnTo>
                  <a:lnTo>
                    <a:pt x="356997" y="256921"/>
                  </a:lnTo>
                  <a:lnTo>
                    <a:pt x="398145" y="236347"/>
                  </a:lnTo>
                  <a:lnTo>
                    <a:pt x="407797" y="23152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48811" y="4585716"/>
              <a:ext cx="341630" cy="139065"/>
            </a:xfrm>
            <a:custGeom>
              <a:avLst/>
              <a:gdLst/>
              <a:ahLst/>
              <a:cxnLst/>
              <a:rect l="l" t="t" r="r" b="b"/>
              <a:pathLst>
                <a:path w="341629" h="139064">
                  <a:moveTo>
                    <a:pt x="0" y="117601"/>
                  </a:moveTo>
                  <a:lnTo>
                    <a:pt x="36066" y="123823"/>
                  </a:lnTo>
                  <a:lnTo>
                    <a:pt x="70215" y="127365"/>
                  </a:lnTo>
                  <a:lnTo>
                    <a:pt x="100530" y="125549"/>
                  </a:lnTo>
                  <a:lnTo>
                    <a:pt x="125095" y="115696"/>
                  </a:lnTo>
                  <a:lnTo>
                    <a:pt x="141178" y="89136"/>
                  </a:lnTo>
                  <a:lnTo>
                    <a:pt x="150606" y="49895"/>
                  </a:lnTo>
                  <a:lnTo>
                    <a:pt x="158009" y="14630"/>
                  </a:lnTo>
                  <a:lnTo>
                    <a:pt x="168021" y="0"/>
                  </a:lnTo>
                  <a:lnTo>
                    <a:pt x="180455" y="17047"/>
                  </a:lnTo>
                  <a:lnTo>
                    <a:pt x="193389" y="54752"/>
                  </a:lnTo>
                  <a:lnTo>
                    <a:pt x="208561" y="96387"/>
                  </a:lnTo>
                  <a:lnTo>
                    <a:pt x="227711" y="125221"/>
                  </a:lnTo>
                  <a:lnTo>
                    <a:pt x="254867" y="136318"/>
                  </a:lnTo>
                  <a:lnTo>
                    <a:pt x="287893" y="138747"/>
                  </a:lnTo>
                  <a:lnTo>
                    <a:pt x="319276" y="136794"/>
                  </a:lnTo>
                  <a:lnTo>
                    <a:pt x="341502" y="134746"/>
                  </a:lnTo>
                </a:path>
              </a:pathLst>
            </a:custGeom>
            <a:ln w="12700">
              <a:solidFill>
                <a:srgbClr val="00AC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72792" y="3812451"/>
              <a:ext cx="765594" cy="51570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263267" y="3802926"/>
              <a:ext cx="784860" cy="535305"/>
            </a:xfrm>
            <a:custGeom>
              <a:avLst/>
              <a:gdLst/>
              <a:ahLst/>
              <a:cxnLst/>
              <a:rect l="l" t="t" r="r" b="b"/>
              <a:pathLst>
                <a:path w="784860" h="535304">
                  <a:moveTo>
                    <a:pt x="0" y="534758"/>
                  </a:moveTo>
                  <a:lnTo>
                    <a:pt x="784644" y="534758"/>
                  </a:lnTo>
                  <a:lnTo>
                    <a:pt x="784644" y="0"/>
                  </a:lnTo>
                  <a:lnTo>
                    <a:pt x="0" y="0"/>
                  </a:lnTo>
                  <a:lnTo>
                    <a:pt x="0" y="534758"/>
                  </a:lnTo>
                  <a:close/>
                </a:path>
              </a:pathLst>
            </a:custGeom>
            <a:ln w="19050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20772" y="3841622"/>
              <a:ext cx="389255" cy="194945"/>
            </a:xfrm>
            <a:custGeom>
              <a:avLst/>
              <a:gdLst/>
              <a:ahLst/>
              <a:cxnLst/>
              <a:rect l="l" t="t" r="r" b="b"/>
              <a:pathLst>
                <a:path w="389255" h="194945">
                  <a:moveTo>
                    <a:pt x="389128" y="169037"/>
                  </a:moveTo>
                  <a:lnTo>
                    <a:pt x="379730" y="164338"/>
                  </a:lnTo>
                  <a:lnTo>
                    <a:pt x="338328" y="143637"/>
                  </a:lnTo>
                  <a:lnTo>
                    <a:pt x="338328" y="164338"/>
                  </a:lnTo>
                  <a:lnTo>
                    <a:pt x="30226" y="164338"/>
                  </a:lnTo>
                  <a:lnTo>
                    <a:pt x="30226" y="50800"/>
                  </a:lnTo>
                  <a:lnTo>
                    <a:pt x="50800" y="50800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800"/>
                  </a:lnTo>
                  <a:lnTo>
                    <a:pt x="20701" y="50800"/>
                  </a:lnTo>
                  <a:lnTo>
                    <a:pt x="20701" y="169037"/>
                  </a:lnTo>
                  <a:lnTo>
                    <a:pt x="25400" y="169037"/>
                  </a:lnTo>
                  <a:lnTo>
                    <a:pt x="25400" y="173863"/>
                  </a:lnTo>
                  <a:lnTo>
                    <a:pt x="338328" y="173863"/>
                  </a:lnTo>
                  <a:lnTo>
                    <a:pt x="338328" y="194437"/>
                  </a:lnTo>
                  <a:lnTo>
                    <a:pt x="379476" y="173863"/>
                  </a:lnTo>
                  <a:lnTo>
                    <a:pt x="389128" y="16903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77160" y="3868038"/>
              <a:ext cx="314325" cy="116839"/>
            </a:xfrm>
            <a:custGeom>
              <a:avLst/>
              <a:gdLst/>
              <a:ahLst/>
              <a:cxnLst/>
              <a:rect l="l" t="t" r="r" b="b"/>
              <a:pathLst>
                <a:path w="314325" h="116839">
                  <a:moveTo>
                    <a:pt x="0" y="116331"/>
                  </a:moveTo>
                  <a:lnTo>
                    <a:pt x="42552" y="74491"/>
                  </a:lnTo>
                  <a:lnTo>
                    <a:pt x="83343" y="37734"/>
                  </a:lnTo>
                  <a:lnTo>
                    <a:pt x="120657" y="11193"/>
                  </a:lnTo>
                  <a:lnTo>
                    <a:pt x="152781" y="0"/>
                  </a:lnTo>
                  <a:lnTo>
                    <a:pt x="178528" y="14493"/>
                  </a:lnTo>
                  <a:lnTo>
                    <a:pt x="199120" y="48990"/>
                  </a:lnTo>
                  <a:lnTo>
                    <a:pt x="216163" y="84296"/>
                  </a:lnTo>
                  <a:lnTo>
                    <a:pt x="231266" y="101218"/>
                  </a:lnTo>
                  <a:lnTo>
                    <a:pt x="243776" y="87560"/>
                  </a:lnTo>
                  <a:lnTo>
                    <a:pt x="253142" y="55959"/>
                  </a:lnTo>
                  <a:lnTo>
                    <a:pt x="261413" y="24191"/>
                  </a:lnTo>
                  <a:lnTo>
                    <a:pt x="270637" y="10033"/>
                  </a:lnTo>
                  <a:lnTo>
                    <a:pt x="275461" y="19268"/>
                  </a:lnTo>
                  <a:lnTo>
                    <a:pt x="276844" y="42005"/>
                  </a:lnTo>
                  <a:lnTo>
                    <a:pt x="286013" y="72790"/>
                  </a:lnTo>
                  <a:lnTo>
                    <a:pt x="314197" y="106172"/>
                  </a:lnTo>
                </a:path>
              </a:pathLst>
            </a:custGeom>
            <a:ln w="12700">
              <a:solidFill>
                <a:srgbClr val="CD11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1188" y="5079479"/>
              <a:ext cx="1224216" cy="122570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6712" y="5297805"/>
              <a:ext cx="745744" cy="74564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79919" y="5513324"/>
              <a:ext cx="219710" cy="314960"/>
            </a:xfrm>
            <a:custGeom>
              <a:avLst/>
              <a:gdLst/>
              <a:ahLst/>
              <a:cxnLst/>
              <a:rect l="l" t="t" r="r" b="b"/>
              <a:pathLst>
                <a:path w="219709" h="314960">
                  <a:moveTo>
                    <a:pt x="164528" y="40385"/>
                  </a:moveTo>
                  <a:lnTo>
                    <a:pt x="219367" y="40385"/>
                  </a:lnTo>
                  <a:lnTo>
                    <a:pt x="219367" y="314604"/>
                  </a:lnTo>
                  <a:lnTo>
                    <a:pt x="0" y="314604"/>
                  </a:lnTo>
                  <a:lnTo>
                    <a:pt x="0" y="40385"/>
                  </a:lnTo>
                  <a:lnTo>
                    <a:pt x="54851" y="40385"/>
                  </a:lnTo>
                </a:path>
                <a:path w="219709" h="314960">
                  <a:moveTo>
                    <a:pt x="137109" y="27431"/>
                  </a:moveTo>
                  <a:lnTo>
                    <a:pt x="134751" y="17359"/>
                  </a:lnTo>
                  <a:lnTo>
                    <a:pt x="128538" y="8572"/>
                  </a:lnTo>
                  <a:lnTo>
                    <a:pt x="119755" y="2357"/>
                  </a:lnTo>
                  <a:lnTo>
                    <a:pt x="109689" y="0"/>
                  </a:lnTo>
                  <a:lnTo>
                    <a:pt x="99619" y="2357"/>
                  </a:lnTo>
                  <a:lnTo>
                    <a:pt x="90836" y="8572"/>
                  </a:lnTo>
                  <a:lnTo>
                    <a:pt x="84626" y="17359"/>
                  </a:lnTo>
                  <a:lnTo>
                    <a:pt x="82270" y="27431"/>
                  </a:lnTo>
                  <a:lnTo>
                    <a:pt x="66418" y="27431"/>
                  </a:lnTo>
                  <a:lnTo>
                    <a:pt x="58278" y="27431"/>
                  </a:lnTo>
                  <a:lnTo>
                    <a:pt x="55279" y="27431"/>
                  </a:lnTo>
                  <a:lnTo>
                    <a:pt x="54851" y="27431"/>
                  </a:lnTo>
                  <a:lnTo>
                    <a:pt x="54851" y="59128"/>
                  </a:lnTo>
                  <a:lnTo>
                    <a:pt x="54851" y="75404"/>
                  </a:lnTo>
                  <a:lnTo>
                    <a:pt x="54851" y="81401"/>
                  </a:lnTo>
                  <a:lnTo>
                    <a:pt x="54851" y="82257"/>
                  </a:lnTo>
                  <a:lnTo>
                    <a:pt x="118258" y="82257"/>
                  </a:lnTo>
                  <a:lnTo>
                    <a:pt x="150818" y="82257"/>
                  </a:lnTo>
                  <a:lnTo>
                    <a:pt x="162814" y="82257"/>
                  </a:lnTo>
                  <a:lnTo>
                    <a:pt x="164528" y="82257"/>
                  </a:lnTo>
                  <a:lnTo>
                    <a:pt x="164528" y="50561"/>
                  </a:lnTo>
                  <a:lnTo>
                    <a:pt x="164528" y="34285"/>
                  </a:lnTo>
                  <a:lnTo>
                    <a:pt x="164528" y="28288"/>
                  </a:lnTo>
                  <a:lnTo>
                    <a:pt x="164528" y="27431"/>
                  </a:lnTo>
                  <a:lnTo>
                    <a:pt x="137109" y="27431"/>
                  </a:lnTo>
                  <a:close/>
                </a:path>
                <a:path w="219709" h="314960">
                  <a:moveTo>
                    <a:pt x="54851" y="67817"/>
                  </a:moveTo>
                  <a:lnTo>
                    <a:pt x="27419" y="67817"/>
                  </a:lnTo>
                  <a:lnTo>
                    <a:pt x="27419" y="274205"/>
                  </a:lnTo>
                  <a:lnTo>
                    <a:pt x="191947" y="274205"/>
                  </a:lnTo>
                  <a:lnTo>
                    <a:pt x="191947" y="67817"/>
                  </a:lnTo>
                  <a:lnTo>
                    <a:pt x="164528" y="67817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63055" y="3054083"/>
              <a:ext cx="5920867" cy="329514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18959" y="3332937"/>
              <a:ext cx="4382897" cy="264248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64629" y="3506558"/>
              <a:ext cx="4096385" cy="2296795"/>
            </a:xfrm>
            <a:custGeom>
              <a:avLst/>
              <a:gdLst/>
              <a:ahLst/>
              <a:cxnLst/>
              <a:rect l="l" t="t" r="r" b="b"/>
              <a:pathLst>
                <a:path w="4096384" h="2296795">
                  <a:moveTo>
                    <a:pt x="4096004" y="0"/>
                  </a:moveTo>
                  <a:lnTo>
                    <a:pt x="0" y="0"/>
                  </a:lnTo>
                  <a:lnTo>
                    <a:pt x="0" y="2296414"/>
                  </a:lnTo>
                  <a:lnTo>
                    <a:pt x="4096004" y="2296414"/>
                  </a:lnTo>
                  <a:lnTo>
                    <a:pt x="4096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27291" y="5944725"/>
              <a:ext cx="5281422" cy="15465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07479" y="6036563"/>
              <a:ext cx="5307964" cy="3067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1343005" y="6011456"/>
              <a:ext cx="221615" cy="34925"/>
            </a:xfrm>
            <a:custGeom>
              <a:avLst/>
              <a:gdLst/>
              <a:ahLst/>
              <a:cxnLst/>
              <a:rect l="l" t="t" r="r" b="b"/>
              <a:pathLst>
                <a:path w="221615" h="34925">
                  <a:moveTo>
                    <a:pt x="213360" y="0"/>
                  </a:moveTo>
                  <a:lnTo>
                    <a:pt x="7747" y="0"/>
                  </a:lnTo>
                  <a:lnTo>
                    <a:pt x="0" y="7721"/>
                  </a:lnTo>
                  <a:lnTo>
                    <a:pt x="0" y="17246"/>
                  </a:lnTo>
                  <a:lnTo>
                    <a:pt x="0" y="26771"/>
                  </a:lnTo>
                  <a:lnTo>
                    <a:pt x="7747" y="34493"/>
                  </a:lnTo>
                  <a:lnTo>
                    <a:pt x="213360" y="34493"/>
                  </a:lnTo>
                  <a:lnTo>
                    <a:pt x="221106" y="26771"/>
                  </a:lnTo>
                  <a:lnTo>
                    <a:pt x="221106" y="7721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575542" y="5944730"/>
              <a:ext cx="233044" cy="15463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21958" y="5944730"/>
              <a:ext cx="5281422" cy="15463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735568" y="5955793"/>
              <a:ext cx="863218" cy="6495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87815" y="3356101"/>
              <a:ext cx="2112899" cy="260060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031608" y="3511715"/>
              <a:ext cx="4117339" cy="228206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506841" y="4726228"/>
              <a:ext cx="1262380" cy="927100"/>
            </a:xfrm>
            <a:custGeom>
              <a:avLst/>
              <a:gdLst/>
              <a:ahLst/>
              <a:cxnLst/>
              <a:rect l="l" t="t" r="r" b="b"/>
              <a:pathLst>
                <a:path w="1262379" h="927100">
                  <a:moveTo>
                    <a:pt x="1262024" y="0"/>
                  </a:moveTo>
                  <a:lnTo>
                    <a:pt x="0" y="0"/>
                  </a:lnTo>
                  <a:lnTo>
                    <a:pt x="0" y="926985"/>
                  </a:lnTo>
                  <a:lnTo>
                    <a:pt x="1262024" y="926985"/>
                  </a:lnTo>
                  <a:lnTo>
                    <a:pt x="126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513318" y="4745354"/>
              <a:ext cx="1256030" cy="902335"/>
            </a:xfrm>
            <a:custGeom>
              <a:avLst/>
              <a:gdLst/>
              <a:ahLst/>
              <a:cxnLst/>
              <a:rect l="l" t="t" r="r" b="b"/>
              <a:pathLst>
                <a:path w="1256029" h="902335">
                  <a:moveTo>
                    <a:pt x="1255522" y="876604"/>
                  </a:moveTo>
                  <a:lnTo>
                    <a:pt x="1245997" y="871842"/>
                  </a:lnTo>
                  <a:lnTo>
                    <a:pt x="1204722" y="851204"/>
                  </a:lnTo>
                  <a:lnTo>
                    <a:pt x="1204722" y="871842"/>
                  </a:lnTo>
                  <a:lnTo>
                    <a:pt x="30099" y="871842"/>
                  </a:lnTo>
                  <a:lnTo>
                    <a:pt x="30099" y="50800"/>
                  </a:lnTo>
                  <a:lnTo>
                    <a:pt x="50800" y="50800"/>
                  </a:lnTo>
                  <a:lnTo>
                    <a:pt x="44450" y="38100"/>
                  </a:lnTo>
                  <a:lnTo>
                    <a:pt x="25400" y="0"/>
                  </a:lnTo>
                  <a:lnTo>
                    <a:pt x="0" y="50800"/>
                  </a:lnTo>
                  <a:lnTo>
                    <a:pt x="20574" y="50800"/>
                  </a:lnTo>
                  <a:lnTo>
                    <a:pt x="20574" y="876604"/>
                  </a:lnTo>
                  <a:lnTo>
                    <a:pt x="25400" y="876604"/>
                  </a:lnTo>
                  <a:lnTo>
                    <a:pt x="25400" y="881367"/>
                  </a:lnTo>
                  <a:lnTo>
                    <a:pt x="1204722" y="881367"/>
                  </a:lnTo>
                  <a:lnTo>
                    <a:pt x="1204722" y="902004"/>
                  </a:lnTo>
                  <a:lnTo>
                    <a:pt x="1245997" y="881367"/>
                  </a:lnTo>
                  <a:lnTo>
                    <a:pt x="1255522" y="87660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629395" y="4882006"/>
              <a:ext cx="919480" cy="603885"/>
            </a:xfrm>
            <a:custGeom>
              <a:avLst/>
              <a:gdLst/>
              <a:ahLst/>
              <a:cxnLst/>
              <a:rect l="l" t="t" r="r" b="b"/>
              <a:pathLst>
                <a:path w="919479" h="603885">
                  <a:moveTo>
                    <a:pt x="0" y="603504"/>
                  </a:moveTo>
                  <a:lnTo>
                    <a:pt x="31300" y="548232"/>
                  </a:lnTo>
                  <a:lnTo>
                    <a:pt x="62520" y="493374"/>
                  </a:lnTo>
                  <a:lnTo>
                    <a:pt x="93582" y="439341"/>
                  </a:lnTo>
                  <a:lnTo>
                    <a:pt x="124406" y="386548"/>
                  </a:lnTo>
                  <a:lnTo>
                    <a:pt x="154912" y="335406"/>
                  </a:lnTo>
                  <a:lnTo>
                    <a:pt x="185020" y="286330"/>
                  </a:lnTo>
                  <a:lnTo>
                    <a:pt x="214652" y="239731"/>
                  </a:lnTo>
                  <a:lnTo>
                    <a:pt x="243728" y="196024"/>
                  </a:lnTo>
                  <a:lnTo>
                    <a:pt x="272169" y="155621"/>
                  </a:lnTo>
                  <a:lnTo>
                    <a:pt x="299894" y="118934"/>
                  </a:lnTo>
                  <a:lnTo>
                    <a:pt x="326826" y="86377"/>
                  </a:lnTo>
                  <a:lnTo>
                    <a:pt x="352883" y="58364"/>
                  </a:lnTo>
                  <a:lnTo>
                    <a:pt x="402058" y="17618"/>
                  </a:lnTo>
                  <a:lnTo>
                    <a:pt x="446785" y="0"/>
                  </a:lnTo>
                  <a:lnTo>
                    <a:pt x="470156" y="5108"/>
                  </a:lnTo>
                  <a:lnTo>
                    <a:pt x="512456" y="55822"/>
                  </a:lnTo>
                  <a:lnTo>
                    <a:pt x="531610" y="96781"/>
                  </a:lnTo>
                  <a:lnTo>
                    <a:pt x="549581" y="145044"/>
                  </a:lnTo>
                  <a:lnTo>
                    <a:pt x="566481" y="198288"/>
                  </a:lnTo>
                  <a:lnTo>
                    <a:pt x="582422" y="254190"/>
                  </a:lnTo>
                  <a:lnTo>
                    <a:pt x="597515" y="310426"/>
                  </a:lnTo>
                  <a:lnTo>
                    <a:pt x="611872" y="364673"/>
                  </a:lnTo>
                  <a:lnTo>
                    <a:pt x="625606" y="414608"/>
                  </a:lnTo>
                  <a:lnTo>
                    <a:pt x="638826" y="457908"/>
                  </a:lnTo>
                  <a:lnTo>
                    <a:pt x="651646" y="492249"/>
                  </a:lnTo>
                  <a:lnTo>
                    <a:pt x="664176" y="515309"/>
                  </a:lnTo>
                  <a:lnTo>
                    <a:pt x="676528" y="524764"/>
                  </a:lnTo>
                  <a:lnTo>
                    <a:pt x="690104" y="517229"/>
                  </a:lnTo>
                  <a:lnTo>
                    <a:pt x="713079" y="454056"/>
                  </a:lnTo>
                  <a:lnTo>
                    <a:pt x="722921" y="405252"/>
                  </a:lnTo>
                  <a:lnTo>
                    <a:pt x="731963" y="349524"/>
                  </a:lnTo>
                  <a:lnTo>
                    <a:pt x="740425" y="290290"/>
                  </a:lnTo>
                  <a:lnTo>
                    <a:pt x="748531" y="230965"/>
                  </a:lnTo>
                  <a:lnTo>
                    <a:pt x="756501" y="174968"/>
                  </a:lnTo>
                  <a:lnTo>
                    <a:pt x="764557" y="125714"/>
                  </a:lnTo>
                  <a:lnTo>
                    <a:pt x="772922" y="86619"/>
                  </a:lnTo>
                  <a:lnTo>
                    <a:pt x="781817" y="61102"/>
                  </a:lnTo>
                  <a:lnTo>
                    <a:pt x="791463" y="52578"/>
                  </a:lnTo>
                  <a:lnTo>
                    <a:pt x="799371" y="58949"/>
                  </a:lnTo>
                  <a:lnTo>
                    <a:pt x="803714" y="75205"/>
                  </a:lnTo>
                  <a:lnTo>
                    <a:pt x="805709" y="100300"/>
                  </a:lnTo>
                  <a:lnTo>
                    <a:pt x="806576" y="133185"/>
                  </a:lnTo>
                  <a:lnTo>
                    <a:pt x="807534" y="172813"/>
                  </a:lnTo>
                  <a:lnTo>
                    <a:pt x="809799" y="218138"/>
                  </a:lnTo>
                  <a:lnTo>
                    <a:pt x="814591" y="268111"/>
                  </a:lnTo>
                  <a:lnTo>
                    <a:pt x="823129" y="321686"/>
                  </a:lnTo>
                  <a:lnTo>
                    <a:pt x="836630" y="377815"/>
                  </a:lnTo>
                  <a:lnTo>
                    <a:pt x="856313" y="435450"/>
                  </a:lnTo>
                  <a:lnTo>
                    <a:pt x="883396" y="493545"/>
                  </a:lnTo>
                  <a:lnTo>
                    <a:pt x="919099" y="551053"/>
                  </a:lnTo>
                </a:path>
              </a:pathLst>
            </a:custGeom>
            <a:ln w="19049">
              <a:solidFill>
                <a:srgbClr val="CD11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667242" y="4857242"/>
              <a:ext cx="1012825" cy="633730"/>
            </a:xfrm>
            <a:custGeom>
              <a:avLst/>
              <a:gdLst/>
              <a:ahLst/>
              <a:cxnLst/>
              <a:rect l="l" t="t" r="r" b="b"/>
              <a:pathLst>
                <a:path w="1012825" h="633729">
                  <a:moveTo>
                    <a:pt x="0" y="0"/>
                  </a:moveTo>
                  <a:lnTo>
                    <a:pt x="25081" y="51242"/>
                  </a:lnTo>
                  <a:lnTo>
                    <a:pt x="50212" y="102183"/>
                  </a:lnTo>
                  <a:lnTo>
                    <a:pt x="75443" y="152524"/>
                  </a:lnTo>
                  <a:lnTo>
                    <a:pt x="100826" y="201963"/>
                  </a:lnTo>
                  <a:lnTo>
                    <a:pt x="126413" y="250201"/>
                  </a:lnTo>
                  <a:lnTo>
                    <a:pt x="152255" y="296936"/>
                  </a:lnTo>
                  <a:lnTo>
                    <a:pt x="178405" y="341869"/>
                  </a:lnTo>
                  <a:lnTo>
                    <a:pt x="204914" y="384698"/>
                  </a:lnTo>
                  <a:lnTo>
                    <a:pt x="231834" y="425124"/>
                  </a:lnTo>
                  <a:lnTo>
                    <a:pt x="259216" y="462846"/>
                  </a:lnTo>
                  <a:lnTo>
                    <a:pt x="287112" y="497564"/>
                  </a:lnTo>
                  <a:lnTo>
                    <a:pt x="315575" y="528976"/>
                  </a:lnTo>
                  <a:lnTo>
                    <a:pt x="344655" y="556784"/>
                  </a:lnTo>
                  <a:lnTo>
                    <a:pt x="374404" y="580685"/>
                  </a:lnTo>
                  <a:lnTo>
                    <a:pt x="436117" y="615568"/>
                  </a:lnTo>
                  <a:lnTo>
                    <a:pt x="475674" y="627788"/>
                  </a:lnTo>
                  <a:lnTo>
                    <a:pt x="516379" y="633287"/>
                  </a:lnTo>
                  <a:lnTo>
                    <a:pt x="558137" y="632623"/>
                  </a:lnTo>
                  <a:lnTo>
                    <a:pt x="600852" y="626359"/>
                  </a:lnTo>
                  <a:lnTo>
                    <a:pt x="644428" y="615053"/>
                  </a:lnTo>
                  <a:lnTo>
                    <a:pt x="688771" y="599266"/>
                  </a:lnTo>
                  <a:lnTo>
                    <a:pt x="733784" y="579558"/>
                  </a:lnTo>
                  <a:lnTo>
                    <a:pt x="779371" y="556489"/>
                  </a:lnTo>
                  <a:lnTo>
                    <a:pt x="825436" y="530619"/>
                  </a:lnTo>
                  <a:lnTo>
                    <a:pt x="871885" y="502509"/>
                  </a:lnTo>
                  <a:lnTo>
                    <a:pt x="918620" y="472718"/>
                  </a:lnTo>
                  <a:lnTo>
                    <a:pt x="965548" y="441808"/>
                  </a:lnTo>
                  <a:lnTo>
                    <a:pt x="1012571" y="410336"/>
                  </a:lnTo>
                </a:path>
              </a:pathLst>
            </a:custGeom>
            <a:ln w="19049">
              <a:solidFill>
                <a:srgbClr val="F58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29395" y="4817110"/>
              <a:ext cx="1099185" cy="525780"/>
            </a:xfrm>
            <a:custGeom>
              <a:avLst/>
              <a:gdLst/>
              <a:ahLst/>
              <a:cxnLst/>
              <a:rect l="l" t="t" r="r" b="b"/>
              <a:pathLst>
                <a:path w="1099184" h="525779">
                  <a:moveTo>
                    <a:pt x="0" y="445642"/>
                  </a:moveTo>
                  <a:lnTo>
                    <a:pt x="51937" y="456671"/>
                  </a:lnTo>
                  <a:lnTo>
                    <a:pt x="103332" y="466811"/>
                  </a:lnTo>
                  <a:lnTo>
                    <a:pt x="153641" y="475177"/>
                  </a:lnTo>
                  <a:lnTo>
                    <a:pt x="202324" y="480881"/>
                  </a:lnTo>
                  <a:lnTo>
                    <a:pt x="248836" y="483034"/>
                  </a:lnTo>
                  <a:lnTo>
                    <a:pt x="292636" y="480751"/>
                  </a:lnTo>
                  <a:lnTo>
                    <a:pt x="333181" y="473143"/>
                  </a:lnTo>
                  <a:lnTo>
                    <a:pt x="369928" y="459323"/>
                  </a:lnTo>
                  <a:lnTo>
                    <a:pt x="402335" y="438403"/>
                  </a:lnTo>
                  <a:lnTo>
                    <a:pt x="442783" y="372583"/>
                  </a:lnTo>
                  <a:lnTo>
                    <a:pt x="457582" y="325244"/>
                  </a:lnTo>
                  <a:lnTo>
                    <a:pt x="469719" y="272323"/>
                  </a:lnTo>
                  <a:lnTo>
                    <a:pt x="479913" y="216850"/>
                  </a:lnTo>
                  <a:lnTo>
                    <a:pt x="488879" y="161852"/>
                  </a:lnTo>
                  <a:lnTo>
                    <a:pt x="497334" y="110359"/>
                  </a:lnTo>
                  <a:lnTo>
                    <a:pt x="505996" y="65399"/>
                  </a:lnTo>
                  <a:lnTo>
                    <a:pt x="515580" y="30000"/>
                  </a:lnTo>
                  <a:lnTo>
                    <a:pt x="526804" y="7190"/>
                  </a:lnTo>
                  <a:lnTo>
                    <a:pt x="540384" y="0"/>
                  </a:lnTo>
                  <a:lnTo>
                    <a:pt x="555156" y="10478"/>
                  </a:lnTo>
                  <a:lnTo>
                    <a:pt x="584156" y="75395"/>
                  </a:lnTo>
                  <a:lnTo>
                    <a:pt x="598924" y="123741"/>
                  </a:lnTo>
                  <a:lnTo>
                    <a:pt x="614232" y="178616"/>
                  </a:lnTo>
                  <a:lnTo>
                    <a:pt x="630349" y="236972"/>
                  </a:lnTo>
                  <a:lnTo>
                    <a:pt x="647546" y="295764"/>
                  </a:lnTo>
                  <a:lnTo>
                    <a:pt x="666093" y="351944"/>
                  </a:lnTo>
                  <a:lnTo>
                    <a:pt x="686260" y="402465"/>
                  </a:lnTo>
                  <a:lnTo>
                    <a:pt x="708317" y="444281"/>
                  </a:lnTo>
                  <a:lnTo>
                    <a:pt x="732535" y="474344"/>
                  </a:lnTo>
                  <a:lnTo>
                    <a:pt x="772292" y="500470"/>
                  </a:lnTo>
                  <a:lnTo>
                    <a:pt x="819820" y="516376"/>
                  </a:lnTo>
                  <a:lnTo>
                    <a:pt x="872093" y="524081"/>
                  </a:lnTo>
                  <a:lnTo>
                    <a:pt x="926083" y="525605"/>
                  </a:lnTo>
                  <a:lnTo>
                    <a:pt x="978764" y="522968"/>
                  </a:lnTo>
                  <a:lnTo>
                    <a:pt x="1027108" y="518189"/>
                  </a:lnTo>
                  <a:lnTo>
                    <a:pt x="1068088" y="513289"/>
                  </a:lnTo>
                  <a:lnTo>
                    <a:pt x="1098677" y="510285"/>
                  </a:lnTo>
                </a:path>
              </a:pathLst>
            </a:custGeom>
            <a:ln w="19049">
              <a:solidFill>
                <a:srgbClr val="00AC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16396" y="5026164"/>
              <a:ext cx="1297177" cy="129717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72935" y="5244718"/>
              <a:ext cx="817244" cy="81701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66476" y="5639720"/>
              <a:ext cx="195262" cy="1936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708521" y="5526277"/>
              <a:ext cx="142875" cy="269875"/>
            </a:xfrm>
            <a:custGeom>
              <a:avLst/>
              <a:gdLst/>
              <a:ahLst/>
              <a:cxnLst/>
              <a:rect l="l" t="t" r="r" b="b"/>
              <a:pathLst>
                <a:path w="142875" h="269875">
                  <a:moveTo>
                    <a:pt x="142875" y="269811"/>
                  </a:moveTo>
                  <a:lnTo>
                    <a:pt x="77676" y="269811"/>
                  </a:lnTo>
                  <a:lnTo>
                    <a:pt x="44196" y="269811"/>
                  </a:lnTo>
                  <a:lnTo>
                    <a:pt x="31861" y="269811"/>
                  </a:lnTo>
                  <a:lnTo>
                    <a:pt x="30099" y="269811"/>
                  </a:lnTo>
                  <a:lnTo>
                    <a:pt x="19073" y="267235"/>
                  </a:lnTo>
                  <a:lnTo>
                    <a:pt x="9429" y="260443"/>
                  </a:lnTo>
                  <a:lnTo>
                    <a:pt x="2595" y="250839"/>
                  </a:lnTo>
                  <a:lnTo>
                    <a:pt x="0" y="239826"/>
                  </a:lnTo>
                  <a:lnTo>
                    <a:pt x="0" y="101176"/>
                  </a:lnTo>
                  <a:lnTo>
                    <a:pt x="0" y="29978"/>
                  </a:lnTo>
                  <a:lnTo>
                    <a:pt x="0" y="3747"/>
                  </a:lnTo>
                  <a:lnTo>
                    <a:pt x="0" y="0"/>
                  </a:lnTo>
                  <a:lnTo>
                    <a:pt x="34801" y="0"/>
                  </a:lnTo>
                  <a:lnTo>
                    <a:pt x="52673" y="0"/>
                  </a:lnTo>
                  <a:lnTo>
                    <a:pt x="59257" y="0"/>
                  </a:lnTo>
                  <a:lnTo>
                    <a:pt x="60198" y="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31603" y="5473033"/>
              <a:ext cx="223837" cy="300037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84377" y="1816988"/>
            <a:ext cx="21164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Compare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Arial"/>
                <a:cs typeface="Arial"/>
              </a:rPr>
              <a:t>OEE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planta,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línea,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equipo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turno,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realice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encuestas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hoc para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comprender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rendimiento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planta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541521" y="1816988"/>
            <a:ext cx="185483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Cálculos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OEE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preconfigurados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requieren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amplio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proyecto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98767" y="1816988"/>
            <a:ext cx="220281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Aproveche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inversión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existente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herramientas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generación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informes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Arial"/>
                <a:cs typeface="Arial"/>
              </a:rPr>
              <a:t>OEE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internas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reutilizando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contexto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existente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255632" y="1816988"/>
            <a:ext cx="225552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Tome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decisiones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informadas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respecto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planificación</a:t>
            </a:r>
            <a:r>
              <a:rPr sz="1400" spc="5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producción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31291" y="1161262"/>
            <a:ext cx="863117" cy="863117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288791" y="1161262"/>
            <a:ext cx="861644" cy="86311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144767" y="1161262"/>
            <a:ext cx="863117" cy="86311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002268" y="1161262"/>
            <a:ext cx="863117" cy="863117"/>
          </a:xfrm>
          <a:prstGeom prst="rect">
            <a:avLst/>
          </a:prstGeom>
        </p:spPr>
      </p:pic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09700"/>
              <a:ext cx="12033758" cy="22713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28139"/>
              <a:ext cx="11811000" cy="17913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0654" y="324434"/>
            <a:ext cx="80791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0" dirty="0">
                <a:solidFill>
                  <a:srgbClr val="000000"/>
                </a:solidFill>
              </a:rPr>
              <a:t>Caso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5" dirty="0">
                <a:solidFill>
                  <a:srgbClr val="000000"/>
                </a:solidFill>
              </a:rPr>
              <a:t> uso </a:t>
            </a:r>
            <a:r>
              <a:rPr sz="3000" spc="-75" dirty="0">
                <a:solidFill>
                  <a:srgbClr val="000000"/>
                </a:solidFill>
              </a:rPr>
              <a:t>fundamental:</a:t>
            </a:r>
            <a:r>
              <a:rPr sz="3000" spc="-220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monitoreo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35" dirty="0">
                <a:solidFill>
                  <a:srgbClr val="000000"/>
                </a:solidFill>
              </a:rPr>
              <a:t>activos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460654" y="917524"/>
            <a:ext cx="1092517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0"/>
              </a:lnSpc>
              <a:spcBef>
                <a:spcPts val="100"/>
              </a:spcBef>
            </a:pP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Análisis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activos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real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detectar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problemas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determinar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qué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acciones</a:t>
            </a:r>
            <a:r>
              <a:rPr sz="18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correctivas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son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80"/>
              </a:lnSpc>
            </a:pP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necesarias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913" y="2546984"/>
            <a:ext cx="30054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Compare</a:t>
            </a:r>
            <a:r>
              <a:rPr sz="15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5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confiabilidad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equipos similares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diversas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plantas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1505" y="2534792"/>
            <a:ext cx="3277235" cy="6858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just">
              <a:lnSpc>
                <a:spcPct val="94300"/>
              </a:lnSpc>
              <a:spcBef>
                <a:spcPts val="200"/>
              </a:spcBef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Localice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rápidamente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Arial"/>
                <a:cs typeface="Arial"/>
              </a:rPr>
              <a:t>causas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raíz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eventos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tiempo</a:t>
            </a:r>
            <a:r>
              <a:rPr sz="15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improductivo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5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el análisis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hoc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6095" y="2521077"/>
            <a:ext cx="3321685" cy="8636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sz="1500" spc="-45" dirty="0">
                <a:solidFill>
                  <a:srgbClr val="FFFFFF"/>
                </a:solidFill>
                <a:latin typeface="Arial"/>
                <a:cs typeface="Arial"/>
              </a:rPr>
              <a:t>Mejore</a:t>
            </a:r>
            <a:r>
              <a:rPr sz="15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5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significado</a:t>
            </a:r>
            <a:r>
              <a:rPr sz="15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tendencias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sensores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contexto</a:t>
            </a:r>
            <a:r>
              <a:rPr sz="15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IT/OT/ET</a:t>
            </a:r>
            <a:r>
              <a:rPr sz="15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relacionado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Arial"/>
                <a:cs typeface="Arial"/>
              </a:rPr>
              <a:t>(p.</a:t>
            </a: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ej.,</a:t>
            </a:r>
            <a:r>
              <a:rPr sz="15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órdenes</a:t>
            </a:r>
            <a:r>
              <a:rPr sz="15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trabajo</a:t>
            </a:r>
            <a:r>
              <a:rPr sz="15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mantenimiento)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663" y="3544265"/>
            <a:ext cx="3026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4B4B4B"/>
                </a:solidFill>
                <a:latin typeface="Arial"/>
                <a:cs typeface="Arial"/>
              </a:rPr>
              <a:t>Tablero</a:t>
            </a:r>
            <a:r>
              <a:rPr sz="1600" b="1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600" b="1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B4B4B"/>
                </a:solidFill>
                <a:latin typeface="Arial"/>
                <a:cs typeface="Arial"/>
              </a:rPr>
              <a:t>activos</a:t>
            </a:r>
            <a:r>
              <a:rPr sz="1600" b="1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4B4B4B"/>
                </a:solidFill>
                <a:latin typeface="Arial"/>
                <a:cs typeface="Arial"/>
              </a:rPr>
              <a:t>empresariales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83399" y="3681285"/>
            <a:ext cx="10956925" cy="2322195"/>
            <a:chOff x="883399" y="3681285"/>
            <a:chExt cx="10956925" cy="2322195"/>
          </a:xfrm>
        </p:grpSpPr>
        <p:sp>
          <p:nvSpPr>
            <p:cNvPr id="12" name="object 12"/>
            <p:cNvSpPr/>
            <p:nvPr/>
          </p:nvSpPr>
          <p:spPr>
            <a:xfrm>
              <a:off x="3095624" y="3686047"/>
              <a:ext cx="8704580" cy="0"/>
            </a:xfrm>
            <a:custGeom>
              <a:avLst/>
              <a:gdLst/>
              <a:ahLst/>
              <a:cxnLst/>
              <a:rect l="l" t="t" r="r" b="b"/>
              <a:pathLst>
                <a:path w="8704580">
                  <a:moveTo>
                    <a:pt x="0" y="0"/>
                  </a:moveTo>
                  <a:lnTo>
                    <a:pt x="8704453" y="0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92310" y="4108564"/>
              <a:ext cx="2247519" cy="18944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83399" y="4176775"/>
              <a:ext cx="2526665" cy="1146175"/>
            </a:xfrm>
            <a:custGeom>
              <a:avLst/>
              <a:gdLst/>
              <a:ahLst/>
              <a:cxnLst/>
              <a:rect l="l" t="t" r="r" b="b"/>
              <a:pathLst>
                <a:path w="2526665" h="1146175">
                  <a:moveTo>
                    <a:pt x="2526550" y="1107821"/>
                  </a:moveTo>
                  <a:lnTo>
                    <a:pt x="2516898" y="1102995"/>
                  </a:lnTo>
                  <a:lnTo>
                    <a:pt x="2450350" y="1069721"/>
                  </a:lnTo>
                  <a:lnTo>
                    <a:pt x="2450350" y="1102995"/>
                  </a:lnTo>
                  <a:lnTo>
                    <a:pt x="42862" y="1102995"/>
                  </a:lnTo>
                  <a:lnTo>
                    <a:pt x="42862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3337" y="76200"/>
                  </a:lnTo>
                  <a:lnTo>
                    <a:pt x="33337" y="1104773"/>
                  </a:lnTo>
                  <a:lnTo>
                    <a:pt x="38100" y="1104773"/>
                  </a:lnTo>
                  <a:lnTo>
                    <a:pt x="38100" y="1112520"/>
                  </a:lnTo>
                  <a:lnTo>
                    <a:pt x="2450350" y="1112520"/>
                  </a:lnTo>
                  <a:lnTo>
                    <a:pt x="2450350" y="1145921"/>
                  </a:lnTo>
                  <a:lnTo>
                    <a:pt x="2517152" y="1112520"/>
                  </a:lnTo>
                  <a:lnTo>
                    <a:pt x="2526550" y="11078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0990" y="4537075"/>
            <a:ext cx="59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B4B4B"/>
                </a:solidFill>
                <a:latin typeface="Arial"/>
                <a:cs typeface="Arial"/>
              </a:rPr>
              <a:t>Disponi- </a:t>
            </a:r>
            <a:r>
              <a:rPr sz="1200" b="1" spc="-10" dirty="0">
                <a:solidFill>
                  <a:srgbClr val="4B4B4B"/>
                </a:solidFill>
                <a:latin typeface="Arial"/>
                <a:cs typeface="Arial"/>
              </a:rPr>
              <a:t>bilidad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1097" y="5342382"/>
            <a:ext cx="2388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B4B4B"/>
                </a:solidFill>
                <a:latin typeface="Arial"/>
                <a:cs typeface="Arial"/>
              </a:rPr>
              <a:t>Ene</a:t>
            </a:r>
            <a:r>
              <a:rPr sz="1200" b="1" spc="20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B4B4B"/>
                </a:solidFill>
                <a:latin typeface="Arial"/>
                <a:cs typeface="Arial"/>
              </a:rPr>
              <a:t>Feb</a:t>
            </a:r>
            <a:r>
              <a:rPr sz="1200" b="1" spc="2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B4B4B"/>
                </a:solidFill>
                <a:latin typeface="Arial"/>
                <a:cs typeface="Arial"/>
              </a:rPr>
              <a:t>Mar</a:t>
            </a:r>
            <a:r>
              <a:rPr sz="1200" b="1" spc="2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B4B4B"/>
                </a:solidFill>
                <a:latin typeface="Arial"/>
                <a:cs typeface="Arial"/>
              </a:rPr>
              <a:t>Abr</a:t>
            </a:r>
            <a:r>
              <a:rPr sz="1200" b="1" spc="20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4B4B4B"/>
                </a:solidFill>
                <a:latin typeface="Arial"/>
                <a:cs typeface="Arial"/>
              </a:rPr>
              <a:t>Mayo</a:t>
            </a:r>
            <a:r>
              <a:rPr sz="1200" b="1" spc="2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B4B4B"/>
                </a:solidFill>
                <a:latin typeface="Arial"/>
                <a:cs typeface="Arial"/>
              </a:rPr>
              <a:t>Jun</a:t>
            </a:r>
            <a:r>
              <a:rPr sz="1200" b="1" spc="2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4B4B4B"/>
                </a:solidFill>
                <a:latin typeface="Arial"/>
                <a:cs typeface="Arial"/>
              </a:rPr>
              <a:t>Jul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77404" y="4547679"/>
            <a:ext cx="8166734" cy="1480185"/>
            <a:chOff x="977404" y="4547679"/>
            <a:chExt cx="8166734" cy="1480185"/>
          </a:xfrm>
        </p:grpSpPr>
        <p:sp>
          <p:nvSpPr>
            <p:cNvPr id="18" name="object 18"/>
            <p:cNvSpPr/>
            <p:nvPr/>
          </p:nvSpPr>
          <p:spPr>
            <a:xfrm>
              <a:off x="1067523" y="4552441"/>
              <a:ext cx="2156460" cy="356870"/>
            </a:xfrm>
            <a:custGeom>
              <a:avLst/>
              <a:gdLst/>
              <a:ahLst/>
              <a:cxnLst/>
              <a:rect l="l" t="t" r="r" b="b"/>
              <a:pathLst>
                <a:path w="2156460" h="356870">
                  <a:moveTo>
                    <a:pt x="0" y="356869"/>
                  </a:moveTo>
                  <a:lnTo>
                    <a:pt x="55430" y="348274"/>
                  </a:lnTo>
                  <a:lnTo>
                    <a:pt x="110680" y="339622"/>
                  </a:lnTo>
                  <a:lnTo>
                    <a:pt x="165567" y="330851"/>
                  </a:lnTo>
                  <a:lnTo>
                    <a:pt x="219908" y="321898"/>
                  </a:lnTo>
                  <a:lnTo>
                    <a:pt x="273521" y="312704"/>
                  </a:lnTo>
                  <a:lnTo>
                    <a:pt x="326221" y="303205"/>
                  </a:lnTo>
                  <a:lnTo>
                    <a:pt x="377826" y="293341"/>
                  </a:lnTo>
                  <a:lnTo>
                    <a:pt x="428154" y="283048"/>
                  </a:lnTo>
                  <a:lnTo>
                    <a:pt x="477020" y="272267"/>
                  </a:lnTo>
                  <a:lnTo>
                    <a:pt x="524242" y="260934"/>
                  </a:lnTo>
                  <a:lnTo>
                    <a:pt x="569638" y="248988"/>
                  </a:lnTo>
                  <a:lnTo>
                    <a:pt x="613023" y="236368"/>
                  </a:lnTo>
                  <a:lnTo>
                    <a:pt x="654215" y="223011"/>
                  </a:lnTo>
                  <a:lnTo>
                    <a:pt x="703382" y="202592"/>
                  </a:lnTo>
                  <a:lnTo>
                    <a:pt x="747479" y="177946"/>
                  </a:lnTo>
                  <a:lnTo>
                    <a:pt x="787532" y="150502"/>
                  </a:lnTo>
                  <a:lnTo>
                    <a:pt x="824565" y="121688"/>
                  </a:lnTo>
                  <a:lnTo>
                    <a:pt x="859605" y="92932"/>
                  </a:lnTo>
                  <a:lnTo>
                    <a:pt x="893678" y="65662"/>
                  </a:lnTo>
                  <a:lnTo>
                    <a:pt x="927808" y="41305"/>
                  </a:lnTo>
                  <a:lnTo>
                    <a:pt x="963022" y="21291"/>
                  </a:lnTo>
                  <a:lnTo>
                    <a:pt x="1000345" y="7046"/>
                  </a:lnTo>
                  <a:lnTo>
                    <a:pt x="1040803" y="0"/>
                  </a:lnTo>
                  <a:lnTo>
                    <a:pt x="1079180" y="1465"/>
                  </a:lnTo>
                  <a:lnTo>
                    <a:pt x="1117460" y="10237"/>
                  </a:lnTo>
                  <a:lnTo>
                    <a:pt x="1155909" y="24773"/>
                  </a:lnTo>
                  <a:lnTo>
                    <a:pt x="1194795" y="43532"/>
                  </a:lnTo>
                  <a:lnTo>
                    <a:pt x="1234385" y="64972"/>
                  </a:lnTo>
                  <a:lnTo>
                    <a:pt x="1274947" y="87551"/>
                  </a:lnTo>
                  <a:lnTo>
                    <a:pt x="1316747" y="109728"/>
                  </a:lnTo>
                  <a:lnTo>
                    <a:pt x="1360054" y="129960"/>
                  </a:lnTo>
                  <a:lnTo>
                    <a:pt x="1405134" y="146707"/>
                  </a:lnTo>
                  <a:lnTo>
                    <a:pt x="1452256" y="158426"/>
                  </a:lnTo>
                  <a:lnTo>
                    <a:pt x="1501686" y="163575"/>
                  </a:lnTo>
                  <a:lnTo>
                    <a:pt x="1545974" y="162986"/>
                  </a:lnTo>
                  <a:lnTo>
                    <a:pt x="1592756" y="159216"/>
                  </a:lnTo>
                  <a:lnTo>
                    <a:pt x="1641627" y="152691"/>
                  </a:lnTo>
                  <a:lnTo>
                    <a:pt x="1692180" y="143837"/>
                  </a:lnTo>
                  <a:lnTo>
                    <a:pt x="1744011" y="133082"/>
                  </a:lnTo>
                  <a:lnTo>
                    <a:pt x="1796714" y="120851"/>
                  </a:lnTo>
                  <a:lnTo>
                    <a:pt x="1849883" y="107571"/>
                  </a:lnTo>
                  <a:lnTo>
                    <a:pt x="1903113" y="93667"/>
                  </a:lnTo>
                  <a:lnTo>
                    <a:pt x="1955999" y="79566"/>
                  </a:lnTo>
                  <a:lnTo>
                    <a:pt x="2008135" y="65694"/>
                  </a:lnTo>
                  <a:lnTo>
                    <a:pt x="2059116" y="52478"/>
                  </a:lnTo>
                  <a:lnTo>
                    <a:pt x="2108536" y="40344"/>
                  </a:lnTo>
                  <a:lnTo>
                    <a:pt x="2155990" y="29717"/>
                  </a:lnTo>
                </a:path>
              </a:pathLst>
            </a:custGeom>
            <a:ln w="9525">
              <a:solidFill>
                <a:srgbClr val="003B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26997" y="4566159"/>
              <a:ext cx="2096770" cy="273685"/>
            </a:xfrm>
            <a:custGeom>
              <a:avLst/>
              <a:gdLst/>
              <a:ahLst/>
              <a:cxnLst/>
              <a:rect l="l" t="t" r="r" b="b"/>
              <a:pathLst>
                <a:path w="2096770" h="273685">
                  <a:moveTo>
                    <a:pt x="0" y="149858"/>
                  </a:moveTo>
                  <a:lnTo>
                    <a:pt x="56982" y="161822"/>
                  </a:lnTo>
                  <a:lnTo>
                    <a:pt x="113856" y="173686"/>
                  </a:lnTo>
                  <a:lnTo>
                    <a:pt x="170514" y="185352"/>
                  </a:lnTo>
                  <a:lnTo>
                    <a:pt x="226849" y="196719"/>
                  </a:lnTo>
                  <a:lnTo>
                    <a:pt x="282755" y="207688"/>
                  </a:lnTo>
                  <a:lnTo>
                    <a:pt x="338125" y="218161"/>
                  </a:lnTo>
                  <a:lnTo>
                    <a:pt x="392852" y="228036"/>
                  </a:lnTo>
                  <a:lnTo>
                    <a:pt x="446830" y="237216"/>
                  </a:lnTo>
                  <a:lnTo>
                    <a:pt x="499951" y="245600"/>
                  </a:lnTo>
                  <a:lnTo>
                    <a:pt x="552109" y="253090"/>
                  </a:lnTo>
                  <a:lnTo>
                    <a:pt x="603197" y="259585"/>
                  </a:lnTo>
                  <a:lnTo>
                    <a:pt x="653109" y="264986"/>
                  </a:lnTo>
                  <a:lnTo>
                    <a:pt x="701737" y="269194"/>
                  </a:lnTo>
                  <a:lnTo>
                    <a:pt x="748975" y="272110"/>
                  </a:lnTo>
                  <a:lnTo>
                    <a:pt x="794717" y="273633"/>
                  </a:lnTo>
                  <a:lnTo>
                    <a:pt x="838855" y="273665"/>
                  </a:lnTo>
                  <a:lnTo>
                    <a:pt x="881282" y="272106"/>
                  </a:lnTo>
                  <a:lnTo>
                    <a:pt x="921893" y="268857"/>
                  </a:lnTo>
                  <a:lnTo>
                    <a:pt x="973971" y="259739"/>
                  </a:lnTo>
                  <a:lnTo>
                    <a:pt x="1020948" y="244617"/>
                  </a:lnTo>
                  <a:lnTo>
                    <a:pt x="1063615" y="224607"/>
                  </a:lnTo>
                  <a:lnTo>
                    <a:pt x="1102763" y="200825"/>
                  </a:lnTo>
                  <a:lnTo>
                    <a:pt x="1139184" y="174387"/>
                  </a:lnTo>
                  <a:lnTo>
                    <a:pt x="1173670" y="146408"/>
                  </a:lnTo>
                  <a:lnTo>
                    <a:pt x="1207011" y="118004"/>
                  </a:lnTo>
                  <a:lnTo>
                    <a:pt x="1239999" y="90291"/>
                  </a:lnTo>
                  <a:lnTo>
                    <a:pt x="1273427" y="64384"/>
                  </a:lnTo>
                  <a:lnTo>
                    <a:pt x="1308084" y="41401"/>
                  </a:lnTo>
                  <a:lnTo>
                    <a:pt x="1344763" y="22455"/>
                  </a:lnTo>
                  <a:lnTo>
                    <a:pt x="1384256" y="8663"/>
                  </a:lnTo>
                  <a:lnTo>
                    <a:pt x="1427353" y="1141"/>
                  </a:lnTo>
                  <a:lnTo>
                    <a:pt x="1465278" y="0"/>
                  </a:lnTo>
                  <a:lnTo>
                    <a:pt x="1501178" y="3096"/>
                  </a:lnTo>
                  <a:lnTo>
                    <a:pt x="1569654" y="19681"/>
                  </a:lnTo>
                  <a:lnTo>
                    <a:pt x="1638282" y="46247"/>
                  </a:lnTo>
                  <a:lnTo>
                    <a:pt x="1674373" y="61822"/>
                  </a:lnTo>
                  <a:lnTo>
                    <a:pt x="1712565" y="78149"/>
                  </a:lnTo>
                  <a:lnTo>
                    <a:pt x="1753546" y="94648"/>
                  </a:lnTo>
                  <a:lnTo>
                    <a:pt x="1798004" y="110737"/>
                  </a:lnTo>
                  <a:lnTo>
                    <a:pt x="1846627" y="125837"/>
                  </a:lnTo>
                  <a:lnTo>
                    <a:pt x="1900101" y="139366"/>
                  </a:lnTo>
                  <a:lnTo>
                    <a:pt x="1959116" y="150743"/>
                  </a:lnTo>
                  <a:lnTo>
                    <a:pt x="2024358" y="159387"/>
                  </a:lnTo>
                  <a:lnTo>
                    <a:pt x="2096515" y="164717"/>
                  </a:lnTo>
                </a:path>
              </a:pathLst>
            </a:custGeom>
            <a:ln w="9525">
              <a:solidFill>
                <a:srgbClr val="73BE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7404" y="5747778"/>
              <a:ext cx="1118260" cy="27956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7580" y="5748438"/>
              <a:ext cx="1126058" cy="2746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5085" y="5374741"/>
              <a:ext cx="5288534" cy="21262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781805" y="5142991"/>
            <a:ext cx="971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Extrusora</a:t>
            </a:r>
            <a:r>
              <a:rPr sz="8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6632" y="4539234"/>
            <a:ext cx="8064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Horno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66565" y="3940809"/>
            <a:ext cx="212471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solidFill>
                  <a:srgbClr val="4B4B4B"/>
                </a:solidFill>
                <a:latin typeface="Arial"/>
                <a:cs typeface="Arial"/>
              </a:rPr>
              <a:t>Alarmas</a:t>
            </a:r>
            <a:r>
              <a:rPr sz="1200" b="1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4B4B4B"/>
                </a:solidFill>
                <a:latin typeface="Arial"/>
                <a:cs typeface="Arial"/>
              </a:rPr>
              <a:t>principales</a:t>
            </a:r>
            <a:r>
              <a:rPr sz="1200" b="1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4B4B4B"/>
                </a:solidFill>
                <a:latin typeface="Arial"/>
                <a:cs typeface="Arial"/>
              </a:rPr>
              <a:t>por</a:t>
            </a:r>
            <a:r>
              <a:rPr sz="1200" b="1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4B4B4B"/>
                </a:solidFill>
                <a:latin typeface="Arial"/>
                <a:cs typeface="Arial"/>
              </a:rPr>
              <a:t>equipo</a:t>
            </a:r>
            <a:endParaRPr sz="12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1105"/>
              </a:spcBef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Horno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6632" y="5411851"/>
            <a:ext cx="8064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Horno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86632" y="5676696"/>
            <a:ext cx="10375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Mezcladora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86632" y="4846701"/>
            <a:ext cx="103949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Mezcladora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Planta</a:t>
            </a: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4B4B4B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81425" y="5609755"/>
            <a:ext cx="5362575" cy="279400"/>
            <a:chOff x="3781425" y="5609755"/>
            <a:chExt cx="5362575" cy="27940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5085" y="5648896"/>
              <a:ext cx="5288534" cy="21417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781425" y="5611342"/>
              <a:ext cx="5295900" cy="276225"/>
            </a:xfrm>
            <a:custGeom>
              <a:avLst/>
              <a:gdLst/>
              <a:ahLst/>
              <a:cxnLst/>
              <a:rect l="l" t="t" r="r" b="b"/>
              <a:pathLst>
                <a:path w="5295900" h="276225">
                  <a:moveTo>
                    <a:pt x="0" y="276212"/>
                  </a:moveTo>
                  <a:lnTo>
                    <a:pt x="5295900" y="276212"/>
                  </a:lnTo>
                </a:path>
                <a:path w="5295900" h="2762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ln w="3175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781425" y="4819700"/>
            <a:ext cx="5362575" cy="536575"/>
            <a:chOff x="3781425" y="4819700"/>
            <a:chExt cx="5362575" cy="53657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5085" y="5112969"/>
              <a:ext cx="5288534" cy="2141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5085" y="4819700"/>
              <a:ext cx="5288534" cy="21737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781425" y="5082666"/>
              <a:ext cx="5295900" cy="271780"/>
            </a:xfrm>
            <a:custGeom>
              <a:avLst/>
              <a:gdLst/>
              <a:ahLst/>
              <a:cxnLst/>
              <a:rect l="l" t="t" r="r" b="b"/>
              <a:pathLst>
                <a:path w="5295900" h="271779">
                  <a:moveTo>
                    <a:pt x="0" y="271525"/>
                  </a:moveTo>
                  <a:lnTo>
                    <a:pt x="5295900" y="271525"/>
                  </a:lnTo>
                </a:path>
                <a:path w="5295900" h="271779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ln w="3175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781425" y="4540084"/>
            <a:ext cx="5362575" cy="234950"/>
            <a:chOff x="3781425" y="4540084"/>
            <a:chExt cx="5362575" cy="23495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55085" y="4540084"/>
              <a:ext cx="5288534" cy="19091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781425" y="4773168"/>
              <a:ext cx="5295900" cy="0"/>
            </a:xfrm>
            <a:custGeom>
              <a:avLst/>
              <a:gdLst/>
              <a:ahLst/>
              <a:cxnLst/>
              <a:rect l="l" t="t" r="r" b="b"/>
              <a:pathLst>
                <a:path w="5295900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ln w="3175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781425" y="4221797"/>
            <a:ext cx="5362575" cy="253365"/>
            <a:chOff x="3781425" y="4221797"/>
            <a:chExt cx="5362575" cy="253365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55085" y="4221797"/>
              <a:ext cx="5288534" cy="21342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781425" y="4473066"/>
              <a:ext cx="5295900" cy="0"/>
            </a:xfrm>
            <a:custGeom>
              <a:avLst/>
              <a:gdLst/>
              <a:ahLst/>
              <a:cxnLst/>
              <a:rect l="l" t="t" r="r" b="b"/>
              <a:pathLst>
                <a:path w="5295900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ln w="3175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549452" y="1952879"/>
            <a:ext cx="348615" cy="348615"/>
          </a:xfrm>
          <a:custGeom>
            <a:avLst/>
            <a:gdLst/>
            <a:ahLst/>
            <a:cxnLst/>
            <a:rect l="l" t="t" r="r" b="b"/>
            <a:pathLst>
              <a:path w="348615" h="348614">
                <a:moveTo>
                  <a:pt x="220119" y="211962"/>
                </a:moveTo>
                <a:lnTo>
                  <a:pt x="203796" y="211962"/>
                </a:lnTo>
                <a:lnTo>
                  <a:pt x="338759" y="346456"/>
                </a:lnTo>
                <a:lnTo>
                  <a:pt x="339534" y="347345"/>
                </a:lnTo>
                <a:lnTo>
                  <a:pt x="340702" y="348107"/>
                </a:lnTo>
                <a:lnTo>
                  <a:pt x="341477" y="348488"/>
                </a:lnTo>
                <a:lnTo>
                  <a:pt x="344208" y="348488"/>
                </a:lnTo>
                <a:lnTo>
                  <a:pt x="344982" y="348107"/>
                </a:lnTo>
                <a:lnTo>
                  <a:pt x="346151" y="347725"/>
                </a:lnTo>
                <a:lnTo>
                  <a:pt x="346925" y="346456"/>
                </a:lnTo>
                <a:lnTo>
                  <a:pt x="347700" y="345694"/>
                </a:lnTo>
                <a:lnTo>
                  <a:pt x="348094" y="344550"/>
                </a:lnTo>
                <a:lnTo>
                  <a:pt x="348475" y="343788"/>
                </a:lnTo>
                <a:lnTo>
                  <a:pt x="348475" y="341503"/>
                </a:lnTo>
                <a:lnTo>
                  <a:pt x="348094" y="340233"/>
                </a:lnTo>
                <a:lnTo>
                  <a:pt x="347700" y="339090"/>
                </a:lnTo>
                <a:lnTo>
                  <a:pt x="220119" y="211962"/>
                </a:lnTo>
                <a:close/>
              </a:path>
              <a:path w="348615" h="348614">
                <a:moveTo>
                  <a:pt x="127952" y="0"/>
                </a:moveTo>
                <a:lnTo>
                  <a:pt x="115506" y="0"/>
                </a:lnTo>
                <a:lnTo>
                  <a:pt x="109283" y="381"/>
                </a:lnTo>
                <a:lnTo>
                  <a:pt x="97231" y="1905"/>
                </a:lnTo>
                <a:lnTo>
                  <a:pt x="91401" y="3429"/>
                </a:lnTo>
                <a:lnTo>
                  <a:pt x="85559" y="5461"/>
                </a:lnTo>
                <a:lnTo>
                  <a:pt x="79730" y="6985"/>
                </a:lnTo>
                <a:lnTo>
                  <a:pt x="74282" y="9271"/>
                </a:lnTo>
                <a:lnTo>
                  <a:pt x="69227" y="11684"/>
                </a:lnTo>
                <a:lnTo>
                  <a:pt x="63779" y="14350"/>
                </a:lnTo>
                <a:lnTo>
                  <a:pt x="58724" y="17525"/>
                </a:lnTo>
                <a:lnTo>
                  <a:pt x="53670" y="20574"/>
                </a:lnTo>
                <a:lnTo>
                  <a:pt x="49009" y="24130"/>
                </a:lnTo>
                <a:lnTo>
                  <a:pt x="44335" y="27559"/>
                </a:lnTo>
                <a:lnTo>
                  <a:pt x="40055" y="31496"/>
                </a:lnTo>
                <a:lnTo>
                  <a:pt x="35788" y="35813"/>
                </a:lnTo>
                <a:lnTo>
                  <a:pt x="31508" y="39624"/>
                </a:lnTo>
                <a:lnTo>
                  <a:pt x="28003" y="43942"/>
                </a:lnTo>
                <a:lnTo>
                  <a:pt x="9728" y="74295"/>
                </a:lnTo>
                <a:lnTo>
                  <a:pt x="6997" y="79756"/>
                </a:lnTo>
                <a:lnTo>
                  <a:pt x="3886" y="91440"/>
                </a:lnTo>
                <a:lnTo>
                  <a:pt x="2336" y="97155"/>
                </a:lnTo>
                <a:lnTo>
                  <a:pt x="1168" y="102997"/>
                </a:lnTo>
                <a:lnTo>
                  <a:pt x="393" y="109220"/>
                </a:lnTo>
                <a:lnTo>
                  <a:pt x="0" y="115443"/>
                </a:lnTo>
                <a:lnTo>
                  <a:pt x="0" y="127888"/>
                </a:lnTo>
                <a:lnTo>
                  <a:pt x="321" y="132969"/>
                </a:lnTo>
                <a:lnTo>
                  <a:pt x="393" y="134112"/>
                </a:lnTo>
                <a:lnTo>
                  <a:pt x="1168" y="140335"/>
                </a:lnTo>
                <a:lnTo>
                  <a:pt x="2336" y="146176"/>
                </a:lnTo>
                <a:lnTo>
                  <a:pt x="6997" y="163703"/>
                </a:lnTo>
                <a:lnTo>
                  <a:pt x="9728" y="169163"/>
                </a:lnTo>
                <a:lnTo>
                  <a:pt x="14389" y="180086"/>
                </a:lnTo>
                <a:lnTo>
                  <a:pt x="17500" y="184658"/>
                </a:lnTo>
                <a:lnTo>
                  <a:pt x="20612" y="189737"/>
                </a:lnTo>
                <a:lnTo>
                  <a:pt x="24117" y="194437"/>
                </a:lnTo>
                <a:lnTo>
                  <a:pt x="28003" y="199136"/>
                </a:lnTo>
                <a:lnTo>
                  <a:pt x="31508" y="203835"/>
                </a:lnTo>
                <a:lnTo>
                  <a:pt x="35788" y="207645"/>
                </a:lnTo>
                <a:lnTo>
                  <a:pt x="40055" y="211962"/>
                </a:lnTo>
                <a:lnTo>
                  <a:pt x="44335" y="215773"/>
                </a:lnTo>
                <a:lnTo>
                  <a:pt x="53670" y="222885"/>
                </a:lnTo>
                <a:lnTo>
                  <a:pt x="58724" y="225933"/>
                </a:lnTo>
                <a:lnTo>
                  <a:pt x="63779" y="229108"/>
                </a:lnTo>
                <a:lnTo>
                  <a:pt x="69227" y="231394"/>
                </a:lnTo>
                <a:lnTo>
                  <a:pt x="74282" y="234061"/>
                </a:lnTo>
                <a:lnTo>
                  <a:pt x="79730" y="236474"/>
                </a:lnTo>
                <a:lnTo>
                  <a:pt x="85559" y="237998"/>
                </a:lnTo>
                <a:lnTo>
                  <a:pt x="91401" y="239903"/>
                </a:lnTo>
                <a:lnTo>
                  <a:pt x="97231" y="241173"/>
                </a:lnTo>
                <a:lnTo>
                  <a:pt x="103073" y="242316"/>
                </a:lnTo>
                <a:lnTo>
                  <a:pt x="109283" y="243078"/>
                </a:lnTo>
                <a:lnTo>
                  <a:pt x="115506" y="243459"/>
                </a:lnTo>
                <a:lnTo>
                  <a:pt x="127571" y="243459"/>
                </a:lnTo>
                <a:lnTo>
                  <a:pt x="161404" y="236855"/>
                </a:lnTo>
                <a:lnTo>
                  <a:pt x="166458" y="235331"/>
                </a:lnTo>
                <a:lnTo>
                  <a:pt x="171907" y="233299"/>
                </a:lnTo>
                <a:lnTo>
                  <a:pt x="174795" y="231775"/>
                </a:lnTo>
                <a:lnTo>
                  <a:pt x="115900" y="231775"/>
                </a:lnTo>
                <a:lnTo>
                  <a:pt x="110451" y="231394"/>
                </a:lnTo>
                <a:lnTo>
                  <a:pt x="105397" y="230632"/>
                </a:lnTo>
                <a:lnTo>
                  <a:pt x="99961" y="229870"/>
                </a:lnTo>
                <a:lnTo>
                  <a:pt x="94513" y="228726"/>
                </a:lnTo>
                <a:lnTo>
                  <a:pt x="89065" y="226695"/>
                </a:lnTo>
                <a:lnTo>
                  <a:pt x="78955" y="223647"/>
                </a:lnTo>
                <a:lnTo>
                  <a:pt x="73901" y="221234"/>
                </a:lnTo>
                <a:lnTo>
                  <a:pt x="69621" y="218567"/>
                </a:lnTo>
                <a:lnTo>
                  <a:pt x="64566" y="216281"/>
                </a:lnTo>
                <a:lnTo>
                  <a:pt x="60286" y="213106"/>
                </a:lnTo>
                <a:lnTo>
                  <a:pt x="55613" y="210438"/>
                </a:lnTo>
                <a:lnTo>
                  <a:pt x="47840" y="203326"/>
                </a:lnTo>
                <a:lnTo>
                  <a:pt x="43561" y="199898"/>
                </a:lnTo>
                <a:lnTo>
                  <a:pt x="40449" y="195580"/>
                </a:lnTo>
                <a:lnTo>
                  <a:pt x="36563" y="192150"/>
                </a:lnTo>
                <a:lnTo>
                  <a:pt x="33451" y="187833"/>
                </a:lnTo>
                <a:lnTo>
                  <a:pt x="30340" y="183134"/>
                </a:lnTo>
                <a:lnTo>
                  <a:pt x="27609" y="178435"/>
                </a:lnTo>
                <a:lnTo>
                  <a:pt x="24891" y="174244"/>
                </a:lnTo>
                <a:lnTo>
                  <a:pt x="22555" y="169545"/>
                </a:lnTo>
                <a:lnTo>
                  <a:pt x="19837" y="164465"/>
                </a:lnTo>
                <a:lnTo>
                  <a:pt x="18275" y="159385"/>
                </a:lnTo>
                <a:lnTo>
                  <a:pt x="16725" y="154432"/>
                </a:lnTo>
                <a:lnTo>
                  <a:pt x="14782" y="149351"/>
                </a:lnTo>
                <a:lnTo>
                  <a:pt x="13614" y="143891"/>
                </a:lnTo>
                <a:lnTo>
                  <a:pt x="12215" y="134112"/>
                </a:lnTo>
                <a:lnTo>
                  <a:pt x="12106" y="133350"/>
                </a:lnTo>
                <a:lnTo>
                  <a:pt x="12052" y="132969"/>
                </a:lnTo>
                <a:lnTo>
                  <a:pt x="11697" y="127888"/>
                </a:lnTo>
                <a:lnTo>
                  <a:pt x="11698" y="115443"/>
                </a:lnTo>
                <a:lnTo>
                  <a:pt x="12052" y="110490"/>
                </a:lnTo>
                <a:lnTo>
                  <a:pt x="13614" y="99568"/>
                </a:lnTo>
                <a:lnTo>
                  <a:pt x="14782" y="94107"/>
                </a:lnTo>
                <a:lnTo>
                  <a:pt x="16725" y="88646"/>
                </a:lnTo>
                <a:lnTo>
                  <a:pt x="18275" y="83947"/>
                </a:lnTo>
                <a:lnTo>
                  <a:pt x="19837" y="78994"/>
                </a:lnTo>
                <a:lnTo>
                  <a:pt x="22555" y="73913"/>
                </a:lnTo>
                <a:lnTo>
                  <a:pt x="24891" y="69215"/>
                </a:lnTo>
                <a:lnTo>
                  <a:pt x="27609" y="64135"/>
                </a:lnTo>
                <a:lnTo>
                  <a:pt x="30340" y="60325"/>
                </a:lnTo>
                <a:lnTo>
                  <a:pt x="33451" y="55625"/>
                </a:lnTo>
                <a:lnTo>
                  <a:pt x="36563" y="51308"/>
                </a:lnTo>
                <a:lnTo>
                  <a:pt x="40449" y="47879"/>
                </a:lnTo>
                <a:lnTo>
                  <a:pt x="43561" y="43561"/>
                </a:lnTo>
                <a:lnTo>
                  <a:pt x="47840" y="40005"/>
                </a:lnTo>
                <a:lnTo>
                  <a:pt x="51727" y="36575"/>
                </a:lnTo>
                <a:lnTo>
                  <a:pt x="55613" y="33020"/>
                </a:lnTo>
                <a:lnTo>
                  <a:pt x="60286" y="30353"/>
                </a:lnTo>
                <a:lnTo>
                  <a:pt x="64566" y="27178"/>
                </a:lnTo>
                <a:lnTo>
                  <a:pt x="69621" y="24892"/>
                </a:lnTo>
                <a:lnTo>
                  <a:pt x="73901" y="22098"/>
                </a:lnTo>
                <a:lnTo>
                  <a:pt x="78955" y="19812"/>
                </a:lnTo>
                <a:lnTo>
                  <a:pt x="84010" y="18287"/>
                </a:lnTo>
                <a:lnTo>
                  <a:pt x="89065" y="15875"/>
                </a:lnTo>
                <a:lnTo>
                  <a:pt x="99961" y="13588"/>
                </a:lnTo>
                <a:lnTo>
                  <a:pt x="105397" y="12826"/>
                </a:lnTo>
                <a:lnTo>
                  <a:pt x="110451" y="12065"/>
                </a:lnTo>
                <a:lnTo>
                  <a:pt x="121729" y="11303"/>
                </a:lnTo>
                <a:lnTo>
                  <a:pt x="173142" y="11303"/>
                </a:lnTo>
                <a:lnTo>
                  <a:pt x="169189" y="9271"/>
                </a:lnTo>
                <a:lnTo>
                  <a:pt x="163741" y="6985"/>
                </a:lnTo>
                <a:lnTo>
                  <a:pt x="157911" y="5461"/>
                </a:lnTo>
                <a:lnTo>
                  <a:pt x="152069" y="3429"/>
                </a:lnTo>
                <a:lnTo>
                  <a:pt x="140398" y="1143"/>
                </a:lnTo>
                <a:lnTo>
                  <a:pt x="134175" y="381"/>
                </a:lnTo>
                <a:lnTo>
                  <a:pt x="127952" y="0"/>
                </a:lnTo>
                <a:close/>
              </a:path>
              <a:path w="348615" h="348614">
                <a:moveTo>
                  <a:pt x="173142" y="11303"/>
                </a:moveTo>
                <a:lnTo>
                  <a:pt x="121729" y="11303"/>
                </a:lnTo>
                <a:lnTo>
                  <a:pt x="133019" y="12065"/>
                </a:lnTo>
                <a:lnTo>
                  <a:pt x="143903" y="13588"/>
                </a:lnTo>
                <a:lnTo>
                  <a:pt x="154800" y="15875"/>
                </a:lnTo>
                <a:lnTo>
                  <a:pt x="159854" y="18287"/>
                </a:lnTo>
                <a:lnTo>
                  <a:pt x="164909" y="19812"/>
                </a:lnTo>
                <a:lnTo>
                  <a:pt x="169570" y="22098"/>
                </a:lnTo>
                <a:lnTo>
                  <a:pt x="174244" y="24892"/>
                </a:lnTo>
                <a:lnTo>
                  <a:pt x="179298" y="27178"/>
                </a:lnTo>
                <a:lnTo>
                  <a:pt x="183578" y="30353"/>
                </a:lnTo>
                <a:lnTo>
                  <a:pt x="187858" y="33020"/>
                </a:lnTo>
                <a:lnTo>
                  <a:pt x="192125" y="36575"/>
                </a:lnTo>
                <a:lnTo>
                  <a:pt x="196024" y="39624"/>
                </a:lnTo>
                <a:lnTo>
                  <a:pt x="199910" y="43561"/>
                </a:lnTo>
                <a:lnTo>
                  <a:pt x="203415" y="47879"/>
                </a:lnTo>
                <a:lnTo>
                  <a:pt x="207302" y="51308"/>
                </a:lnTo>
                <a:lnTo>
                  <a:pt x="210413" y="55625"/>
                </a:lnTo>
                <a:lnTo>
                  <a:pt x="213525" y="60325"/>
                </a:lnTo>
                <a:lnTo>
                  <a:pt x="216242" y="64135"/>
                </a:lnTo>
                <a:lnTo>
                  <a:pt x="218973" y="69215"/>
                </a:lnTo>
                <a:lnTo>
                  <a:pt x="221297" y="73913"/>
                </a:lnTo>
                <a:lnTo>
                  <a:pt x="223634" y="78994"/>
                </a:lnTo>
                <a:lnTo>
                  <a:pt x="225577" y="83947"/>
                </a:lnTo>
                <a:lnTo>
                  <a:pt x="227520" y="88646"/>
                </a:lnTo>
                <a:lnTo>
                  <a:pt x="231025" y="105029"/>
                </a:lnTo>
                <a:lnTo>
                  <a:pt x="231800" y="110490"/>
                </a:lnTo>
                <a:lnTo>
                  <a:pt x="232165" y="115443"/>
                </a:lnTo>
                <a:lnTo>
                  <a:pt x="232166" y="127888"/>
                </a:lnTo>
                <a:lnTo>
                  <a:pt x="231800" y="132969"/>
                </a:lnTo>
                <a:lnTo>
                  <a:pt x="231025" y="138430"/>
                </a:lnTo>
                <a:lnTo>
                  <a:pt x="228688" y="149351"/>
                </a:lnTo>
                <a:lnTo>
                  <a:pt x="227520" y="154432"/>
                </a:lnTo>
                <a:lnTo>
                  <a:pt x="225577" y="159385"/>
                </a:lnTo>
                <a:lnTo>
                  <a:pt x="223634" y="164465"/>
                </a:lnTo>
                <a:lnTo>
                  <a:pt x="221297" y="169545"/>
                </a:lnTo>
                <a:lnTo>
                  <a:pt x="218973" y="174244"/>
                </a:lnTo>
                <a:lnTo>
                  <a:pt x="216242" y="178435"/>
                </a:lnTo>
                <a:lnTo>
                  <a:pt x="213525" y="183134"/>
                </a:lnTo>
                <a:lnTo>
                  <a:pt x="210413" y="187833"/>
                </a:lnTo>
                <a:lnTo>
                  <a:pt x="207302" y="192150"/>
                </a:lnTo>
                <a:lnTo>
                  <a:pt x="203415" y="195580"/>
                </a:lnTo>
                <a:lnTo>
                  <a:pt x="199910" y="199898"/>
                </a:lnTo>
                <a:lnTo>
                  <a:pt x="196024" y="203326"/>
                </a:lnTo>
                <a:lnTo>
                  <a:pt x="192125" y="206883"/>
                </a:lnTo>
                <a:lnTo>
                  <a:pt x="187858" y="210438"/>
                </a:lnTo>
                <a:lnTo>
                  <a:pt x="183578" y="213106"/>
                </a:lnTo>
                <a:lnTo>
                  <a:pt x="179298" y="216281"/>
                </a:lnTo>
                <a:lnTo>
                  <a:pt x="174244" y="218567"/>
                </a:lnTo>
                <a:lnTo>
                  <a:pt x="169570" y="221234"/>
                </a:lnTo>
                <a:lnTo>
                  <a:pt x="164909" y="223647"/>
                </a:lnTo>
                <a:lnTo>
                  <a:pt x="154800" y="226695"/>
                </a:lnTo>
                <a:lnTo>
                  <a:pt x="149351" y="228726"/>
                </a:lnTo>
                <a:lnTo>
                  <a:pt x="143903" y="229870"/>
                </a:lnTo>
                <a:lnTo>
                  <a:pt x="133019" y="231394"/>
                </a:lnTo>
                <a:lnTo>
                  <a:pt x="127571" y="231775"/>
                </a:lnTo>
                <a:lnTo>
                  <a:pt x="174795" y="231775"/>
                </a:lnTo>
                <a:lnTo>
                  <a:pt x="176961" y="230632"/>
                </a:lnTo>
                <a:lnTo>
                  <a:pt x="181635" y="228219"/>
                </a:lnTo>
                <a:lnTo>
                  <a:pt x="186296" y="225171"/>
                </a:lnTo>
                <a:lnTo>
                  <a:pt x="190969" y="221996"/>
                </a:lnTo>
                <a:lnTo>
                  <a:pt x="195630" y="218948"/>
                </a:lnTo>
                <a:lnTo>
                  <a:pt x="199516" y="215392"/>
                </a:lnTo>
                <a:lnTo>
                  <a:pt x="203796" y="211962"/>
                </a:lnTo>
                <a:lnTo>
                  <a:pt x="220119" y="211962"/>
                </a:lnTo>
                <a:lnTo>
                  <a:pt x="211962" y="203835"/>
                </a:lnTo>
                <a:lnTo>
                  <a:pt x="215468" y="199517"/>
                </a:lnTo>
                <a:lnTo>
                  <a:pt x="219354" y="195199"/>
                </a:lnTo>
                <a:lnTo>
                  <a:pt x="222084" y="190500"/>
                </a:lnTo>
                <a:lnTo>
                  <a:pt x="225577" y="186309"/>
                </a:lnTo>
                <a:lnTo>
                  <a:pt x="228307" y="181229"/>
                </a:lnTo>
                <a:lnTo>
                  <a:pt x="231025" y="176530"/>
                </a:lnTo>
                <a:lnTo>
                  <a:pt x="233362" y="171450"/>
                </a:lnTo>
                <a:lnTo>
                  <a:pt x="235305" y="165988"/>
                </a:lnTo>
                <a:lnTo>
                  <a:pt x="237629" y="161417"/>
                </a:lnTo>
                <a:lnTo>
                  <a:pt x="239191" y="155956"/>
                </a:lnTo>
                <a:lnTo>
                  <a:pt x="240360" y="150495"/>
                </a:lnTo>
                <a:lnTo>
                  <a:pt x="241528" y="144653"/>
                </a:lnTo>
                <a:lnTo>
                  <a:pt x="242697" y="139192"/>
                </a:lnTo>
                <a:lnTo>
                  <a:pt x="243370" y="134112"/>
                </a:lnTo>
                <a:lnTo>
                  <a:pt x="243496" y="132969"/>
                </a:lnTo>
                <a:lnTo>
                  <a:pt x="243827" y="127888"/>
                </a:lnTo>
                <a:lnTo>
                  <a:pt x="243852" y="115443"/>
                </a:lnTo>
                <a:lnTo>
                  <a:pt x="243549" y="110490"/>
                </a:lnTo>
                <a:lnTo>
                  <a:pt x="243471" y="109220"/>
                </a:lnTo>
                <a:lnTo>
                  <a:pt x="242697" y="102997"/>
                </a:lnTo>
                <a:lnTo>
                  <a:pt x="241134" y="97155"/>
                </a:lnTo>
                <a:lnTo>
                  <a:pt x="239966" y="91440"/>
                </a:lnTo>
                <a:lnTo>
                  <a:pt x="236854" y="79756"/>
                </a:lnTo>
                <a:lnTo>
                  <a:pt x="234137" y="74295"/>
                </a:lnTo>
                <a:lnTo>
                  <a:pt x="231800" y="68834"/>
                </a:lnTo>
                <a:lnTo>
                  <a:pt x="229082" y="63373"/>
                </a:lnTo>
                <a:lnTo>
                  <a:pt x="226352" y="58293"/>
                </a:lnTo>
                <a:lnTo>
                  <a:pt x="222859" y="53594"/>
                </a:lnTo>
                <a:lnTo>
                  <a:pt x="219748" y="48641"/>
                </a:lnTo>
                <a:lnTo>
                  <a:pt x="215861" y="43942"/>
                </a:lnTo>
                <a:lnTo>
                  <a:pt x="211962" y="39624"/>
                </a:lnTo>
                <a:lnTo>
                  <a:pt x="208076" y="35813"/>
                </a:lnTo>
                <a:lnTo>
                  <a:pt x="203796" y="31496"/>
                </a:lnTo>
                <a:lnTo>
                  <a:pt x="199516" y="27559"/>
                </a:lnTo>
                <a:lnTo>
                  <a:pt x="194856" y="24130"/>
                </a:lnTo>
                <a:lnTo>
                  <a:pt x="190182" y="20574"/>
                </a:lnTo>
                <a:lnTo>
                  <a:pt x="185127" y="17525"/>
                </a:lnTo>
                <a:lnTo>
                  <a:pt x="180073" y="14350"/>
                </a:lnTo>
                <a:lnTo>
                  <a:pt x="174625" y="12065"/>
                </a:lnTo>
                <a:lnTo>
                  <a:pt x="173142" y="11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7944611" y="1557527"/>
            <a:ext cx="1182370" cy="1182370"/>
            <a:chOff x="7944611" y="1557527"/>
            <a:chExt cx="1182370" cy="1182370"/>
          </a:xfrm>
        </p:grpSpPr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44611" y="1557527"/>
              <a:ext cx="1182370" cy="118237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378952" y="1952878"/>
              <a:ext cx="348615" cy="348615"/>
            </a:xfrm>
            <a:custGeom>
              <a:avLst/>
              <a:gdLst/>
              <a:ahLst/>
              <a:cxnLst/>
              <a:rect l="l" t="t" r="r" b="b"/>
              <a:pathLst>
                <a:path w="348615" h="348614">
                  <a:moveTo>
                    <a:pt x="174244" y="58928"/>
                  </a:moveTo>
                  <a:lnTo>
                    <a:pt x="173863" y="58039"/>
                  </a:lnTo>
                  <a:lnTo>
                    <a:pt x="173101" y="56769"/>
                  </a:lnTo>
                  <a:lnTo>
                    <a:pt x="172720" y="55880"/>
                  </a:lnTo>
                  <a:lnTo>
                    <a:pt x="171958" y="54864"/>
                  </a:lnTo>
                  <a:lnTo>
                    <a:pt x="170434" y="53975"/>
                  </a:lnTo>
                  <a:lnTo>
                    <a:pt x="169672" y="53594"/>
                  </a:lnTo>
                  <a:lnTo>
                    <a:pt x="167259" y="53594"/>
                  </a:lnTo>
                  <a:lnTo>
                    <a:pt x="166116" y="53975"/>
                  </a:lnTo>
                  <a:lnTo>
                    <a:pt x="164973" y="54864"/>
                  </a:lnTo>
                  <a:lnTo>
                    <a:pt x="164211" y="55880"/>
                  </a:lnTo>
                  <a:lnTo>
                    <a:pt x="163449" y="56769"/>
                  </a:lnTo>
                  <a:lnTo>
                    <a:pt x="163068" y="58039"/>
                  </a:lnTo>
                  <a:lnTo>
                    <a:pt x="162687" y="58928"/>
                  </a:lnTo>
                  <a:lnTo>
                    <a:pt x="162687" y="161671"/>
                  </a:lnTo>
                  <a:lnTo>
                    <a:pt x="163449" y="164465"/>
                  </a:lnTo>
                  <a:lnTo>
                    <a:pt x="164973" y="166243"/>
                  </a:lnTo>
                  <a:lnTo>
                    <a:pt x="166116" y="167132"/>
                  </a:lnTo>
                  <a:lnTo>
                    <a:pt x="167259" y="167132"/>
                  </a:lnTo>
                  <a:lnTo>
                    <a:pt x="168529" y="167513"/>
                  </a:lnTo>
                  <a:lnTo>
                    <a:pt x="169672" y="167132"/>
                  </a:lnTo>
                  <a:lnTo>
                    <a:pt x="170434" y="166624"/>
                  </a:lnTo>
                  <a:lnTo>
                    <a:pt x="171958" y="166243"/>
                  </a:lnTo>
                  <a:lnTo>
                    <a:pt x="172720" y="165354"/>
                  </a:lnTo>
                  <a:lnTo>
                    <a:pt x="173101" y="164465"/>
                  </a:lnTo>
                  <a:lnTo>
                    <a:pt x="173863" y="163068"/>
                  </a:lnTo>
                  <a:lnTo>
                    <a:pt x="173863" y="161671"/>
                  </a:lnTo>
                  <a:lnTo>
                    <a:pt x="174244" y="160782"/>
                  </a:lnTo>
                  <a:lnTo>
                    <a:pt x="174244" y="58928"/>
                  </a:lnTo>
                  <a:close/>
                </a:path>
                <a:path w="348615" h="348614">
                  <a:moveTo>
                    <a:pt x="180086" y="194310"/>
                  </a:moveTo>
                  <a:lnTo>
                    <a:pt x="170434" y="180975"/>
                  </a:lnTo>
                  <a:lnTo>
                    <a:pt x="166116" y="180975"/>
                  </a:lnTo>
                  <a:lnTo>
                    <a:pt x="163830" y="181864"/>
                  </a:lnTo>
                  <a:lnTo>
                    <a:pt x="161925" y="182753"/>
                  </a:lnTo>
                  <a:lnTo>
                    <a:pt x="160401" y="184912"/>
                  </a:lnTo>
                  <a:lnTo>
                    <a:pt x="158369" y="186690"/>
                  </a:lnTo>
                  <a:lnTo>
                    <a:pt x="157607" y="188976"/>
                  </a:lnTo>
                  <a:lnTo>
                    <a:pt x="156845" y="191643"/>
                  </a:lnTo>
                  <a:lnTo>
                    <a:pt x="156845" y="196596"/>
                  </a:lnTo>
                  <a:lnTo>
                    <a:pt x="166116" y="207264"/>
                  </a:lnTo>
                  <a:lnTo>
                    <a:pt x="168529" y="207772"/>
                  </a:lnTo>
                  <a:lnTo>
                    <a:pt x="170434" y="207264"/>
                  </a:lnTo>
                  <a:lnTo>
                    <a:pt x="173101" y="206883"/>
                  </a:lnTo>
                  <a:lnTo>
                    <a:pt x="174625" y="205486"/>
                  </a:lnTo>
                  <a:lnTo>
                    <a:pt x="176657" y="203708"/>
                  </a:lnTo>
                  <a:lnTo>
                    <a:pt x="179324" y="199644"/>
                  </a:lnTo>
                  <a:lnTo>
                    <a:pt x="179705" y="196596"/>
                  </a:lnTo>
                  <a:lnTo>
                    <a:pt x="180086" y="194310"/>
                  </a:lnTo>
                  <a:close/>
                </a:path>
                <a:path w="348615" h="348614">
                  <a:moveTo>
                    <a:pt x="348488" y="4826"/>
                  </a:moveTo>
                  <a:lnTo>
                    <a:pt x="348107" y="3556"/>
                  </a:lnTo>
                  <a:lnTo>
                    <a:pt x="347345" y="2667"/>
                  </a:lnTo>
                  <a:lnTo>
                    <a:pt x="346964" y="1778"/>
                  </a:lnTo>
                  <a:lnTo>
                    <a:pt x="346202" y="889"/>
                  </a:lnTo>
                  <a:lnTo>
                    <a:pt x="345059" y="381"/>
                  </a:lnTo>
                  <a:lnTo>
                    <a:pt x="344297" y="0"/>
                  </a:lnTo>
                  <a:lnTo>
                    <a:pt x="336931" y="0"/>
                  </a:lnTo>
                  <a:lnTo>
                    <a:pt x="336931" y="12954"/>
                  </a:lnTo>
                  <a:lnTo>
                    <a:pt x="336931" y="267716"/>
                  </a:lnTo>
                  <a:lnTo>
                    <a:pt x="165608" y="267716"/>
                  </a:lnTo>
                  <a:lnTo>
                    <a:pt x="164846" y="268097"/>
                  </a:lnTo>
                  <a:lnTo>
                    <a:pt x="163703" y="268986"/>
                  </a:lnTo>
                  <a:lnTo>
                    <a:pt x="162941" y="269494"/>
                  </a:lnTo>
                  <a:lnTo>
                    <a:pt x="116078" y="324866"/>
                  </a:lnTo>
                  <a:lnTo>
                    <a:pt x="116078" y="273050"/>
                  </a:lnTo>
                  <a:lnTo>
                    <a:pt x="115697" y="271653"/>
                  </a:lnTo>
                  <a:lnTo>
                    <a:pt x="115316" y="270383"/>
                  </a:lnTo>
                  <a:lnTo>
                    <a:pt x="114554" y="269494"/>
                  </a:lnTo>
                  <a:lnTo>
                    <a:pt x="113792" y="268986"/>
                  </a:lnTo>
                  <a:lnTo>
                    <a:pt x="113030" y="268097"/>
                  </a:lnTo>
                  <a:lnTo>
                    <a:pt x="111379" y="267716"/>
                  </a:lnTo>
                  <a:lnTo>
                    <a:pt x="11684" y="267716"/>
                  </a:lnTo>
                  <a:lnTo>
                    <a:pt x="11684" y="12954"/>
                  </a:lnTo>
                  <a:lnTo>
                    <a:pt x="336931" y="12954"/>
                  </a:lnTo>
                  <a:lnTo>
                    <a:pt x="336931" y="0"/>
                  </a:lnTo>
                  <a:lnTo>
                    <a:pt x="4699" y="0"/>
                  </a:lnTo>
                  <a:lnTo>
                    <a:pt x="3556" y="381"/>
                  </a:lnTo>
                  <a:lnTo>
                    <a:pt x="2794" y="889"/>
                  </a:lnTo>
                  <a:lnTo>
                    <a:pt x="1270" y="2667"/>
                  </a:lnTo>
                  <a:lnTo>
                    <a:pt x="762" y="3556"/>
                  </a:lnTo>
                  <a:lnTo>
                    <a:pt x="0" y="4826"/>
                  </a:lnTo>
                  <a:lnTo>
                    <a:pt x="0" y="275717"/>
                  </a:lnTo>
                  <a:lnTo>
                    <a:pt x="1270" y="278003"/>
                  </a:lnTo>
                  <a:lnTo>
                    <a:pt x="2032" y="279273"/>
                  </a:lnTo>
                  <a:lnTo>
                    <a:pt x="2794" y="280162"/>
                  </a:lnTo>
                  <a:lnTo>
                    <a:pt x="3556" y="280670"/>
                  </a:lnTo>
                  <a:lnTo>
                    <a:pt x="4699" y="281051"/>
                  </a:lnTo>
                  <a:lnTo>
                    <a:pt x="104521" y="281051"/>
                  </a:lnTo>
                  <a:lnTo>
                    <a:pt x="104521" y="341376"/>
                  </a:lnTo>
                  <a:lnTo>
                    <a:pt x="104902" y="343535"/>
                  </a:lnTo>
                  <a:lnTo>
                    <a:pt x="105664" y="344932"/>
                  </a:lnTo>
                  <a:lnTo>
                    <a:pt x="107188" y="346202"/>
                  </a:lnTo>
                  <a:lnTo>
                    <a:pt x="108331" y="347599"/>
                  </a:lnTo>
                  <a:lnTo>
                    <a:pt x="109474" y="347980"/>
                  </a:lnTo>
                  <a:lnTo>
                    <a:pt x="110236" y="348488"/>
                  </a:lnTo>
                  <a:lnTo>
                    <a:pt x="111379" y="347980"/>
                  </a:lnTo>
                  <a:lnTo>
                    <a:pt x="113030" y="347599"/>
                  </a:lnTo>
                  <a:lnTo>
                    <a:pt x="132295" y="324866"/>
                  </a:lnTo>
                  <a:lnTo>
                    <a:pt x="169418" y="281051"/>
                  </a:lnTo>
                  <a:lnTo>
                    <a:pt x="344297" y="281051"/>
                  </a:lnTo>
                  <a:lnTo>
                    <a:pt x="345059" y="280670"/>
                  </a:lnTo>
                  <a:lnTo>
                    <a:pt x="346202" y="280162"/>
                  </a:lnTo>
                  <a:lnTo>
                    <a:pt x="346964" y="279273"/>
                  </a:lnTo>
                  <a:lnTo>
                    <a:pt x="347345" y="278003"/>
                  </a:lnTo>
                  <a:lnTo>
                    <a:pt x="348107" y="277114"/>
                  </a:lnTo>
                  <a:lnTo>
                    <a:pt x="348488" y="275717"/>
                  </a:lnTo>
                  <a:lnTo>
                    <a:pt x="348488" y="12954"/>
                  </a:lnTo>
                  <a:lnTo>
                    <a:pt x="348488" y="48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15823" y="1557527"/>
            <a:ext cx="9027795" cy="4603115"/>
            <a:chOff x="115823" y="1557527"/>
            <a:chExt cx="9027795" cy="4603115"/>
          </a:xfrm>
        </p:grpSpPr>
        <p:sp>
          <p:nvSpPr>
            <p:cNvPr id="47" name="object 47"/>
            <p:cNvSpPr/>
            <p:nvPr/>
          </p:nvSpPr>
          <p:spPr>
            <a:xfrm>
              <a:off x="3781425" y="6159017"/>
              <a:ext cx="5295900" cy="0"/>
            </a:xfrm>
            <a:custGeom>
              <a:avLst/>
              <a:gdLst/>
              <a:ahLst/>
              <a:cxnLst/>
              <a:rect l="l" t="t" r="r" b="b"/>
              <a:pathLst>
                <a:path w="5295900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ln w="3175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55084" y="5942406"/>
              <a:ext cx="5288534" cy="1573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823" y="1557527"/>
              <a:ext cx="1182370" cy="118237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563" y="1774952"/>
              <a:ext cx="704253" cy="70421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01152" y="1774952"/>
              <a:ext cx="704215" cy="70421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86377" y="1774952"/>
              <a:ext cx="704214" cy="704214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4030979" y="1557527"/>
            <a:ext cx="1182370" cy="1182370"/>
            <a:chOff x="4030979" y="1557527"/>
            <a:chExt cx="1182370" cy="1182370"/>
          </a:xfrm>
        </p:grpSpPr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30979" y="1557527"/>
              <a:ext cx="1182370" cy="118237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64176" y="1952878"/>
              <a:ext cx="348488" cy="348869"/>
            </a:xfrm>
            <a:prstGeom prst="rect">
              <a:avLst/>
            </a:prstGeom>
          </p:spPr>
        </p:pic>
      </p:grp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654" y="324434"/>
            <a:ext cx="64344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40" dirty="0">
                <a:solidFill>
                  <a:srgbClr val="000000"/>
                </a:solidFill>
              </a:rPr>
              <a:t>Escalado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110" dirty="0">
                <a:solidFill>
                  <a:srgbClr val="000000"/>
                </a:solidFill>
              </a:rPr>
              <a:t>aplicaciones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60" dirty="0">
                <a:solidFill>
                  <a:srgbClr val="000000"/>
                </a:solidFill>
              </a:rPr>
              <a:t>alto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65" dirty="0">
                <a:solidFill>
                  <a:srgbClr val="000000"/>
                </a:solidFill>
              </a:rPr>
              <a:t>valor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60654" y="917524"/>
            <a:ext cx="1024064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0"/>
              </a:lnSpc>
              <a:spcBef>
                <a:spcPts val="100"/>
              </a:spcBef>
            </a:pP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casos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uso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fundamentales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generan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valor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rápidamente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ofrecen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también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unos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cimientos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80"/>
              </a:lnSpc>
            </a:pPr>
            <a:r>
              <a:rPr sz="1800" spc="-35" dirty="0">
                <a:solidFill>
                  <a:srgbClr val="4B4B4B"/>
                </a:solidFill>
                <a:latin typeface="Arial"/>
                <a:cs typeface="Arial"/>
              </a:rPr>
              <a:t>escalables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desarrollar</a:t>
            </a:r>
            <a:r>
              <a:rPr sz="18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desplegar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rapidez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B4B4B"/>
                </a:solidFill>
                <a:latin typeface="Arial"/>
                <a:cs typeface="Arial"/>
              </a:rPr>
              <a:t>visualización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ciencia</a:t>
            </a:r>
            <a:r>
              <a:rPr sz="18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5759" y="1452321"/>
            <a:ext cx="11449685" cy="4952365"/>
            <a:chOff x="365759" y="1452321"/>
            <a:chExt cx="11449685" cy="4952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" y="1452321"/>
              <a:ext cx="1515491" cy="49523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999" y="1628140"/>
              <a:ext cx="1249680" cy="46202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3294" y="3168269"/>
              <a:ext cx="10697210" cy="1540510"/>
            </a:xfrm>
            <a:custGeom>
              <a:avLst/>
              <a:gdLst/>
              <a:ahLst/>
              <a:cxnLst/>
              <a:rect l="l" t="t" r="r" b="b"/>
              <a:pathLst>
                <a:path w="10697210" h="1540510">
                  <a:moveTo>
                    <a:pt x="0" y="0"/>
                  </a:moveTo>
                  <a:lnTo>
                    <a:pt x="10696943" y="0"/>
                  </a:lnTo>
                </a:path>
                <a:path w="10697210" h="1540510">
                  <a:moveTo>
                    <a:pt x="0" y="1540001"/>
                  </a:moveTo>
                  <a:lnTo>
                    <a:pt x="10696943" y="154000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53108" y="4945998"/>
            <a:ext cx="239395" cy="106553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Fundamental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6428" y="3408217"/>
            <a:ext cx="452755" cy="106172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Descriptivo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diagnóstico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6428" y="1900199"/>
            <a:ext cx="452755" cy="997585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 marR="5080" indent="15240">
              <a:lnSpc>
                <a:spcPct val="100000"/>
              </a:lnSpc>
              <a:spcBef>
                <a:spcPts val="105"/>
              </a:spcBef>
            </a:pP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Predictivo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prescriptivo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1727" y="1821560"/>
            <a:ext cx="1715262" cy="115328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46502" y="2020316"/>
            <a:ext cx="150558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Optimización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del </a:t>
            </a:r>
            <a:r>
              <a:rPr sz="1600" spc="-10" dirty="0">
                <a:latin typeface="Arial"/>
                <a:cs typeface="Arial"/>
              </a:rPr>
              <a:t>encaminamiento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materiales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0946" y="1821560"/>
            <a:ext cx="1715389" cy="115328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251197" y="2020316"/>
            <a:ext cx="13271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Arial"/>
                <a:cs typeface="Arial"/>
              </a:rPr>
              <a:t>Guía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en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tiempo </a:t>
            </a:r>
            <a:r>
              <a:rPr sz="1600" spc="-25" dirty="0">
                <a:latin typeface="Arial"/>
                <a:cs typeface="Arial"/>
              </a:rPr>
              <a:t>real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para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el </a:t>
            </a:r>
            <a:r>
              <a:rPr sz="1600" spc="-10" dirty="0">
                <a:latin typeface="Arial"/>
                <a:cs typeface="Arial"/>
              </a:rPr>
              <a:t>operador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0292" y="1821560"/>
            <a:ext cx="1715389" cy="11532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182614" y="2020316"/>
            <a:ext cx="12249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Inspección visual </a:t>
            </a:r>
            <a:r>
              <a:rPr sz="1600" spc="-25" dirty="0">
                <a:latin typeface="Arial"/>
                <a:cs typeface="Arial"/>
              </a:rPr>
              <a:t>automatizada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9639" y="1821560"/>
            <a:ext cx="1715261" cy="115328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952358" y="2020316"/>
            <a:ext cx="14433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Optimización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50" dirty="0">
                <a:latin typeface="Arial"/>
                <a:cs typeface="Arial"/>
              </a:rPr>
              <a:t>energía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en </a:t>
            </a:r>
            <a:r>
              <a:rPr sz="1600" dirty="0">
                <a:latin typeface="Arial"/>
                <a:cs typeface="Arial"/>
              </a:rPr>
              <a:t>tiempo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real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58857" y="1821560"/>
            <a:ext cx="1715389" cy="115328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880854" y="2142236"/>
            <a:ext cx="13474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060" marR="5080" indent="-2133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Mantenimiento predictivo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1727" y="3361563"/>
            <a:ext cx="1715262" cy="11534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353436" y="3560445"/>
            <a:ext cx="13646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Analítica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dirty="0">
                <a:latin typeface="Arial"/>
                <a:cs typeface="Arial"/>
              </a:rPr>
              <a:t>rendimiento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procesos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0946" y="3361563"/>
            <a:ext cx="1715389" cy="11534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65497" y="3560445"/>
            <a:ext cx="11004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Analítica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20" dirty="0">
                <a:latin typeface="Arial"/>
                <a:cs typeface="Arial"/>
              </a:rPr>
              <a:t>pérdida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rendimiento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00292" y="3361563"/>
            <a:ext cx="1715389" cy="115341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271005" y="3560445"/>
            <a:ext cx="10464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Analítica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dirty="0">
                <a:latin typeface="Arial"/>
                <a:cs typeface="Arial"/>
              </a:rPr>
              <a:t>control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calidad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79639" y="3361563"/>
            <a:ext cx="1715261" cy="115341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124570" y="3560445"/>
            <a:ext cx="10998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Analítica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consumo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energía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58857" y="3361563"/>
            <a:ext cx="1715389" cy="115341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871709" y="3560445"/>
            <a:ext cx="13646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Arial"/>
                <a:cs typeface="Arial"/>
              </a:rPr>
              <a:t>Analítica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dirty="0">
                <a:latin typeface="Arial"/>
                <a:cs typeface="Arial"/>
              </a:rPr>
              <a:t>rendimiento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los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activos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43251" y="4902961"/>
            <a:ext cx="3042158" cy="115075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470150" y="5134813"/>
            <a:ext cx="23863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Empresa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Arial"/>
                <a:cs typeface="Arial"/>
              </a:rPr>
              <a:t>Generación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de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informes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producción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58459" y="4902961"/>
            <a:ext cx="3042158" cy="115075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964173" y="5134813"/>
            <a:ext cx="2030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latin typeface="Arial"/>
                <a:cs typeface="Arial"/>
              </a:rPr>
              <a:t>La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próxima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generación</a:t>
            </a:r>
            <a:endParaRPr sz="16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Historiador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73541" y="4902961"/>
            <a:ext cx="3042157" cy="115075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9587610" y="5134813"/>
            <a:ext cx="14147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Rendimiento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Monitoreo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781555" y="1499590"/>
            <a:ext cx="698500" cy="698500"/>
            <a:chOff x="1781555" y="1499590"/>
            <a:chExt cx="698500" cy="698500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1555" y="1499590"/>
              <a:ext cx="698271" cy="69827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15819" y="1795653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69" h="64769">
                  <a:moveTo>
                    <a:pt x="32257" y="0"/>
                  </a:moveTo>
                  <a:lnTo>
                    <a:pt x="19663" y="2539"/>
                  </a:lnTo>
                  <a:lnTo>
                    <a:pt x="9413" y="9461"/>
                  </a:lnTo>
                  <a:lnTo>
                    <a:pt x="2522" y="19716"/>
                  </a:lnTo>
                  <a:lnTo>
                    <a:pt x="0" y="32258"/>
                  </a:lnTo>
                  <a:lnTo>
                    <a:pt x="2522" y="44779"/>
                  </a:lnTo>
                  <a:lnTo>
                    <a:pt x="9413" y="54990"/>
                  </a:lnTo>
                  <a:lnTo>
                    <a:pt x="19663" y="61868"/>
                  </a:lnTo>
                  <a:lnTo>
                    <a:pt x="32257" y="64388"/>
                  </a:lnTo>
                  <a:lnTo>
                    <a:pt x="44779" y="61868"/>
                  </a:lnTo>
                  <a:lnTo>
                    <a:pt x="54990" y="54990"/>
                  </a:lnTo>
                  <a:lnTo>
                    <a:pt x="61868" y="44779"/>
                  </a:lnTo>
                  <a:lnTo>
                    <a:pt x="64388" y="32258"/>
                  </a:lnTo>
                  <a:lnTo>
                    <a:pt x="61868" y="19716"/>
                  </a:lnTo>
                  <a:lnTo>
                    <a:pt x="54990" y="9461"/>
                  </a:lnTo>
                  <a:lnTo>
                    <a:pt x="44779" y="2539"/>
                  </a:lnTo>
                  <a:lnTo>
                    <a:pt x="32257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662171" y="1499590"/>
            <a:ext cx="698500" cy="698500"/>
            <a:chOff x="3662171" y="1499590"/>
            <a:chExt cx="698500" cy="698500"/>
          </a:xfrm>
        </p:grpSpPr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62171" y="1499590"/>
              <a:ext cx="698271" cy="69827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995165" y="1795653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69">
                  <a:moveTo>
                    <a:pt x="32131" y="0"/>
                  </a:moveTo>
                  <a:lnTo>
                    <a:pt x="19609" y="2539"/>
                  </a:lnTo>
                  <a:lnTo>
                    <a:pt x="9398" y="9461"/>
                  </a:lnTo>
                  <a:lnTo>
                    <a:pt x="2520" y="19716"/>
                  </a:lnTo>
                  <a:lnTo>
                    <a:pt x="0" y="32258"/>
                  </a:lnTo>
                  <a:lnTo>
                    <a:pt x="2520" y="44779"/>
                  </a:lnTo>
                  <a:lnTo>
                    <a:pt x="9398" y="54990"/>
                  </a:lnTo>
                  <a:lnTo>
                    <a:pt x="19609" y="61868"/>
                  </a:lnTo>
                  <a:lnTo>
                    <a:pt x="32131" y="64388"/>
                  </a:lnTo>
                  <a:lnTo>
                    <a:pt x="44672" y="61868"/>
                  </a:lnTo>
                  <a:lnTo>
                    <a:pt x="54927" y="54990"/>
                  </a:lnTo>
                  <a:lnTo>
                    <a:pt x="61849" y="44779"/>
                  </a:lnTo>
                  <a:lnTo>
                    <a:pt x="64388" y="32258"/>
                  </a:lnTo>
                  <a:lnTo>
                    <a:pt x="61849" y="19716"/>
                  </a:lnTo>
                  <a:lnTo>
                    <a:pt x="54927" y="9461"/>
                  </a:lnTo>
                  <a:lnTo>
                    <a:pt x="44672" y="2539"/>
                  </a:lnTo>
                  <a:lnTo>
                    <a:pt x="32131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420356" y="1499590"/>
            <a:ext cx="698500" cy="698500"/>
            <a:chOff x="7420356" y="1499590"/>
            <a:chExt cx="698500" cy="698500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20356" y="1499590"/>
              <a:ext cx="698271" cy="69827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753731" y="1795653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69">
                  <a:moveTo>
                    <a:pt x="32258" y="0"/>
                  </a:moveTo>
                  <a:lnTo>
                    <a:pt x="19716" y="2539"/>
                  </a:lnTo>
                  <a:lnTo>
                    <a:pt x="9461" y="9461"/>
                  </a:lnTo>
                  <a:lnTo>
                    <a:pt x="2540" y="19716"/>
                  </a:lnTo>
                  <a:lnTo>
                    <a:pt x="0" y="32258"/>
                  </a:lnTo>
                  <a:lnTo>
                    <a:pt x="2540" y="44779"/>
                  </a:lnTo>
                  <a:lnTo>
                    <a:pt x="9461" y="54990"/>
                  </a:lnTo>
                  <a:lnTo>
                    <a:pt x="19716" y="61868"/>
                  </a:lnTo>
                  <a:lnTo>
                    <a:pt x="32258" y="64388"/>
                  </a:lnTo>
                  <a:lnTo>
                    <a:pt x="44779" y="61868"/>
                  </a:lnTo>
                  <a:lnTo>
                    <a:pt x="54991" y="54990"/>
                  </a:lnTo>
                  <a:lnTo>
                    <a:pt x="61868" y="44779"/>
                  </a:lnTo>
                  <a:lnTo>
                    <a:pt x="64389" y="32258"/>
                  </a:lnTo>
                  <a:lnTo>
                    <a:pt x="61868" y="19716"/>
                  </a:lnTo>
                  <a:lnTo>
                    <a:pt x="54991" y="9461"/>
                  </a:lnTo>
                  <a:lnTo>
                    <a:pt x="44779" y="2539"/>
                  </a:lnTo>
                  <a:lnTo>
                    <a:pt x="32258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9305543" y="1499590"/>
            <a:ext cx="699770" cy="698500"/>
            <a:chOff x="9305543" y="1499590"/>
            <a:chExt cx="699770" cy="698500"/>
          </a:xfrm>
        </p:grpSpPr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05543" y="1499590"/>
              <a:ext cx="699719" cy="69827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639807" y="1795653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69">
                  <a:moveTo>
                    <a:pt x="32258" y="0"/>
                  </a:moveTo>
                  <a:lnTo>
                    <a:pt x="19716" y="2539"/>
                  </a:lnTo>
                  <a:lnTo>
                    <a:pt x="9461" y="9461"/>
                  </a:lnTo>
                  <a:lnTo>
                    <a:pt x="2540" y="19716"/>
                  </a:lnTo>
                  <a:lnTo>
                    <a:pt x="0" y="32258"/>
                  </a:lnTo>
                  <a:lnTo>
                    <a:pt x="2540" y="44779"/>
                  </a:lnTo>
                  <a:lnTo>
                    <a:pt x="9461" y="54990"/>
                  </a:lnTo>
                  <a:lnTo>
                    <a:pt x="19716" y="61868"/>
                  </a:lnTo>
                  <a:lnTo>
                    <a:pt x="32258" y="64388"/>
                  </a:lnTo>
                  <a:lnTo>
                    <a:pt x="44799" y="61868"/>
                  </a:lnTo>
                  <a:lnTo>
                    <a:pt x="55054" y="54990"/>
                  </a:lnTo>
                  <a:lnTo>
                    <a:pt x="61975" y="44779"/>
                  </a:lnTo>
                  <a:lnTo>
                    <a:pt x="64516" y="32258"/>
                  </a:lnTo>
                  <a:lnTo>
                    <a:pt x="61975" y="19716"/>
                  </a:lnTo>
                  <a:lnTo>
                    <a:pt x="55054" y="9461"/>
                  </a:lnTo>
                  <a:lnTo>
                    <a:pt x="44799" y="2539"/>
                  </a:lnTo>
                  <a:lnTo>
                    <a:pt x="32258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0" y="1499590"/>
            <a:ext cx="11811000" cy="4542790"/>
            <a:chOff x="0" y="1499590"/>
            <a:chExt cx="11811000" cy="4542790"/>
          </a:xfrm>
        </p:grpSpPr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45443" y="2233041"/>
              <a:ext cx="265556" cy="33032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45443" y="3773042"/>
              <a:ext cx="265556" cy="3304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3418382"/>
              <a:ext cx="1078179" cy="10827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2018" y="3636645"/>
              <a:ext cx="603453" cy="60325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80707" y="3765295"/>
              <a:ext cx="240029" cy="241300"/>
            </a:xfrm>
            <a:custGeom>
              <a:avLst/>
              <a:gdLst/>
              <a:ahLst/>
              <a:cxnLst/>
              <a:rect l="l" t="t" r="r" b="b"/>
              <a:pathLst>
                <a:path w="240029" h="241300">
                  <a:moveTo>
                    <a:pt x="0" y="120649"/>
                  </a:moveTo>
                  <a:lnTo>
                    <a:pt x="9418" y="73669"/>
                  </a:lnTo>
                  <a:lnTo>
                    <a:pt x="35104" y="35321"/>
                  </a:lnTo>
                  <a:lnTo>
                    <a:pt x="73203" y="9475"/>
                  </a:lnTo>
                  <a:lnTo>
                    <a:pt x="119862" y="0"/>
                  </a:lnTo>
                  <a:lnTo>
                    <a:pt x="166514" y="9475"/>
                  </a:lnTo>
                  <a:lnTo>
                    <a:pt x="204609" y="35321"/>
                  </a:lnTo>
                  <a:lnTo>
                    <a:pt x="230294" y="73669"/>
                  </a:lnTo>
                  <a:lnTo>
                    <a:pt x="239712" y="120649"/>
                  </a:lnTo>
                  <a:lnTo>
                    <a:pt x="230294" y="167576"/>
                  </a:lnTo>
                  <a:lnTo>
                    <a:pt x="204609" y="205930"/>
                  </a:lnTo>
                  <a:lnTo>
                    <a:pt x="166514" y="231806"/>
                  </a:lnTo>
                  <a:lnTo>
                    <a:pt x="119862" y="241299"/>
                  </a:lnTo>
                  <a:lnTo>
                    <a:pt x="73203" y="231806"/>
                  </a:lnTo>
                  <a:lnTo>
                    <a:pt x="35104" y="205930"/>
                  </a:lnTo>
                  <a:lnTo>
                    <a:pt x="9418" y="167576"/>
                  </a:lnTo>
                  <a:lnTo>
                    <a:pt x="0" y="120649"/>
                  </a:lnTo>
                  <a:close/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7082" y="3973195"/>
              <a:ext cx="139700" cy="138430"/>
            </a:xfrm>
            <a:custGeom>
              <a:avLst/>
              <a:gdLst/>
              <a:ahLst/>
              <a:cxnLst/>
              <a:rect l="l" t="t" r="r" b="b"/>
              <a:pathLst>
                <a:path w="139700" h="138429">
                  <a:moveTo>
                    <a:pt x="0" y="0"/>
                  </a:moveTo>
                  <a:lnTo>
                    <a:pt x="139700" y="138175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1879142"/>
              <a:ext cx="1078179" cy="108275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2018" y="2096516"/>
              <a:ext cx="603453" cy="60337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80707" y="2300605"/>
              <a:ext cx="346075" cy="195580"/>
            </a:xfrm>
            <a:custGeom>
              <a:avLst/>
              <a:gdLst/>
              <a:ahLst/>
              <a:cxnLst/>
              <a:rect l="l" t="t" r="r" b="b"/>
              <a:pathLst>
                <a:path w="346075" h="195580">
                  <a:moveTo>
                    <a:pt x="0" y="97536"/>
                  </a:moveTo>
                  <a:lnTo>
                    <a:pt x="33385" y="39940"/>
                  </a:lnTo>
                  <a:lnTo>
                    <a:pt x="70843" y="18824"/>
                  </a:lnTo>
                  <a:lnTo>
                    <a:pt x="118343" y="4974"/>
                  </a:lnTo>
                  <a:lnTo>
                    <a:pt x="173037" y="0"/>
                  </a:lnTo>
                  <a:lnTo>
                    <a:pt x="227731" y="4974"/>
                  </a:lnTo>
                  <a:lnTo>
                    <a:pt x="275231" y="18824"/>
                  </a:lnTo>
                  <a:lnTo>
                    <a:pt x="312689" y="39940"/>
                  </a:lnTo>
                  <a:lnTo>
                    <a:pt x="337253" y="66714"/>
                  </a:lnTo>
                  <a:lnTo>
                    <a:pt x="346074" y="97536"/>
                  </a:lnTo>
                  <a:lnTo>
                    <a:pt x="337253" y="128419"/>
                  </a:lnTo>
                  <a:lnTo>
                    <a:pt x="312689" y="155230"/>
                  </a:lnTo>
                  <a:lnTo>
                    <a:pt x="275231" y="176366"/>
                  </a:lnTo>
                  <a:lnTo>
                    <a:pt x="227731" y="190223"/>
                  </a:lnTo>
                  <a:lnTo>
                    <a:pt x="173037" y="195199"/>
                  </a:lnTo>
                  <a:lnTo>
                    <a:pt x="118343" y="190223"/>
                  </a:lnTo>
                  <a:lnTo>
                    <a:pt x="70843" y="176366"/>
                  </a:lnTo>
                  <a:lnTo>
                    <a:pt x="33385" y="155230"/>
                  </a:lnTo>
                  <a:lnTo>
                    <a:pt x="8821" y="128419"/>
                  </a:lnTo>
                  <a:lnTo>
                    <a:pt x="0" y="97536"/>
                  </a:lnTo>
                  <a:close/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6276" y="2329910"/>
              <a:ext cx="134937" cy="13493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0" y="4959096"/>
              <a:ext cx="1078179" cy="108275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018" y="5176647"/>
              <a:ext cx="603453" cy="60337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0707" y="5305297"/>
              <a:ext cx="346075" cy="346710"/>
            </a:xfrm>
            <a:custGeom>
              <a:avLst/>
              <a:gdLst/>
              <a:ahLst/>
              <a:cxnLst/>
              <a:rect l="l" t="t" r="r" b="b"/>
              <a:pathLst>
                <a:path w="346075" h="346710">
                  <a:moveTo>
                    <a:pt x="285889" y="60324"/>
                  </a:moveTo>
                  <a:lnTo>
                    <a:pt x="243338" y="64339"/>
                  </a:lnTo>
                  <a:lnTo>
                    <a:pt x="253449" y="107950"/>
                  </a:lnTo>
                  <a:lnTo>
                    <a:pt x="285889" y="120649"/>
                  </a:lnTo>
                  <a:lnTo>
                    <a:pt x="309577" y="115992"/>
                  </a:lnTo>
                  <a:lnTo>
                    <a:pt x="328679" y="103203"/>
                  </a:lnTo>
                  <a:lnTo>
                    <a:pt x="341432" y="84056"/>
                  </a:lnTo>
                  <a:lnTo>
                    <a:pt x="346074" y="60324"/>
                  </a:lnTo>
                  <a:lnTo>
                    <a:pt x="341432" y="36593"/>
                  </a:lnTo>
                  <a:lnTo>
                    <a:pt x="328679" y="17446"/>
                  </a:lnTo>
                  <a:lnTo>
                    <a:pt x="309577" y="4657"/>
                  </a:lnTo>
                  <a:lnTo>
                    <a:pt x="285889" y="0"/>
                  </a:lnTo>
                  <a:lnTo>
                    <a:pt x="155404" y="0"/>
                  </a:lnTo>
                  <a:lnTo>
                    <a:pt x="88398" y="0"/>
                  </a:lnTo>
                  <a:lnTo>
                    <a:pt x="63711" y="0"/>
                  </a:lnTo>
                  <a:lnTo>
                    <a:pt x="60185" y="0"/>
                  </a:lnTo>
                  <a:lnTo>
                    <a:pt x="36497" y="4657"/>
                  </a:lnTo>
                  <a:lnTo>
                    <a:pt x="17395" y="17446"/>
                  </a:lnTo>
                  <a:lnTo>
                    <a:pt x="4642" y="36593"/>
                  </a:lnTo>
                  <a:lnTo>
                    <a:pt x="0" y="60324"/>
                  </a:lnTo>
                  <a:lnTo>
                    <a:pt x="4642" y="84056"/>
                  </a:lnTo>
                  <a:lnTo>
                    <a:pt x="17395" y="103203"/>
                  </a:lnTo>
                  <a:lnTo>
                    <a:pt x="36497" y="115992"/>
                  </a:lnTo>
                  <a:lnTo>
                    <a:pt x="60185" y="120649"/>
                  </a:lnTo>
                  <a:lnTo>
                    <a:pt x="78351" y="117300"/>
                  </a:lnTo>
                  <a:lnTo>
                    <a:pt x="92636" y="107949"/>
                  </a:lnTo>
                  <a:lnTo>
                    <a:pt x="101983" y="93646"/>
                  </a:lnTo>
                  <a:lnTo>
                    <a:pt x="105333" y="75437"/>
                  </a:lnTo>
                  <a:lnTo>
                    <a:pt x="102747" y="64339"/>
                  </a:lnTo>
                  <a:lnTo>
                    <a:pt x="67716" y="45211"/>
                  </a:lnTo>
                  <a:lnTo>
                    <a:pt x="60185" y="60324"/>
                  </a:lnTo>
                </a:path>
                <a:path w="346075" h="346710">
                  <a:moveTo>
                    <a:pt x="104774" y="104774"/>
                  </a:moveTo>
                  <a:lnTo>
                    <a:pt x="104774" y="346100"/>
                  </a:lnTo>
                </a:path>
                <a:path w="346075" h="346710">
                  <a:moveTo>
                    <a:pt x="241299" y="104774"/>
                  </a:moveTo>
                  <a:lnTo>
                    <a:pt x="241299" y="346100"/>
                  </a:lnTo>
                </a:path>
                <a:path w="346075" h="346710">
                  <a:moveTo>
                    <a:pt x="150812" y="104774"/>
                  </a:moveTo>
                  <a:lnTo>
                    <a:pt x="150812" y="346100"/>
                  </a:lnTo>
                </a:path>
                <a:path w="346075" h="346710">
                  <a:moveTo>
                    <a:pt x="195262" y="104774"/>
                  </a:moveTo>
                  <a:lnTo>
                    <a:pt x="195262" y="34610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4370" y="5410072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>
                  <a:moveTo>
                    <a:pt x="0" y="0"/>
                  </a:moveTo>
                  <a:lnTo>
                    <a:pt x="158750" y="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5482" y="5379973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525" y="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38223" y="1718183"/>
              <a:ext cx="219582" cy="21945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17569" y="1718183"/>
              <a:ext cx="219582" cy="21945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41264" y="1499590"/>
              <a:ext cx="698271" cy="69827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96915" y="1718183"/>
              <a:ext cx="219456" cy="21945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874384" y="1795653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69">
                  <a:moveTo>
                    <a:pt x="32257" y="0"/>
                  </a:moveTo>
                  <a:lnTo>
                    <a:pt x="19716" y="2539"/>
                  </a:lnTo>
                  <a:lnTo>
                    <a:pt x="9461" y="9461"/>
                  </a:lnTo>
                  <a:lnTo>
                    <a:pt x="2539" y="19716"/>
                  </a:lnTo>
                  <a:lnTo>
                    <a:pt x="0" y="32258"/>
                  </a:lnTo>
                  <a:lnTo>
                    <a:pt x="2539" y="44779"/>
                  </a:lnTo>
                  <a:lnTo>
                    <a:pt x="9461" y="54990"/>
                  </a:lnTo>
                  <a:lnTo>
                    <a:pt x="19716" y="61868"/>
                  </a:lnTo>
                  <a:lnTo>
                    <a:pt x="32257" y="64388"/>
                  </a:lnTo>
                  <a:lnTo>
                    <a:pt x="44799" y="61868"/>
                  </a:lnTo>
                  <a:lnTo>
                    <a:pt x="55054" y="54990"/>
                  </a:lnTo>
                  <a:lnTo>
                    <a:pt x="61975" y="44779"/>
                  </a:lnTo>
                  <a:lnTo>
                    <a:pt x="64515" y="32258"/>
                  </a:lnTo>
                  <a:lnTo>
                    <a:pt x="61975" y="19716"/>
                  </a:lnTo>
                  <a:lnTo>
                    <a:pt x="55054" y="9461"/>
                  </a:lnTo>
                  <a:lnTo>
                    <a:pt x="44799" y="2539"/>
                  </a:lnTo>
                  <a:lnTo>
                    <a:pt x="32257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76133" y="1718183"/>
              <a:ext cx="219583" cy="21945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562338" y="1718183"/>
              <a:ext cx="219582" cy="21945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1555" y="3061690"/>
              <a:ext cx="698271" cy="69827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38223" y="3280155"/>
              <a:ext cx="219582" cy="21958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115820" y="3357752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69" h="64770">
                  <a:moveTo>
                    <a:pt x="32257" y="0"/>
                  </a:moveTo>
                  <a:lnTo>
                    <a:pt x="19663" y="2520"/>
                  </a:lnTo>
                  <a:lnTo>
                    <a:pt x="9413" y="9398"/>
                  </a:lnTo>
                  <a:lnTo>
                    <a:pt x="2522" y="19609"/>
                  </a:lnTo>
                  <a:lnTo>
                    <a:pt x="0" y="32131"/>
                  </a:lnTo>
                  <a:lnTo>
                    <a:pt x="2522" y="44725"/>
                  </a:lnTo>
                  <a:lnTo>
                    <a:pt x="9413" y="54975"/>
                  </a:lnTo>
                  <a:lnTo>
                    <a:pt x="19663" y="61866"/>
                  </a:lnTo>
                  <a:lnTo>
                    <a:pt x="32257" y="64388"/>
                  </a:lnTo>
                  <a:lnTo>
                    <a:pt x="44779" y="61866"/>
                  </a:lnTo>
                  <a:lnTo>
                    <a:pt x="54990" y="54975"/>
                  </a:lnTo>
                  <a:lnTo>
                    <a:pt x="61868" y="44725"/>
                  </a:lnTo>
                  <a:lnTo>
                    <a:pt x="64388" y="32131"/>
                  </a:lnTo>
                  <a:lnTo>
                    <a:pt x="61868" y="19609"/>
                  </a:lnTo>
                  <a:lnTo>
                    <a:pt x="54990" y="9398"/>
                  </a:lnTo>
                  <a:lnTo>
                    <a:pt x="44779" y="2520"/>
                  </a:lnTo>
                  <a:lnTo>
                    <a:pt x="32257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62171" y="3061690"/>
              <a:ext cx="698271" cy="69827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17569" y="3280155"/>
              <a:ext cx="219582" cy="21958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995165" y="3357752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70">
                  <a:moveTo>
                    <a:pt x="32131" y="0"/>
                  </a:move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2520" y="44725"/>
                  </a:lnTo>
                  <a:lnTo>
                    <a:pt x="9398" y="54975"/>
                  </a:lnTo>
                  <a:lnTo>
                    <a:pt x="19609" y="61866"/>
                  </a:lnTo>
                  <a:lnTo>
                    <a:pt x="32131" y="64388"/>
                  </a:lnTo>
                  <a:lnTo>
                    <a:pt x="44672" y="61866"/>
                  </a:lnTo>
                  <a:lnTo>
                    <a:pt x="54927" y="54975"/>
                  </a:lnTo>
                  <a:lnTo>
                    <a:pt x="61849" y="44725"/>
                  </a:lnTo>
                  <a:lnTo>
                    <a:pt x="64388" y="32131"/>
                  </a:lnTo>
                  <a:lnTo>
                    <a:pt x="61849" y="19609"/>
                  </a:lnTo>
                  <a:lnTo>
                    <a:pt x="54927" y="9398"/>
                  </a:lnTo>
                  <a:lnTo>
                    <a:pt x="44672" y="2520"/>
                  </a:lnTo>
                  <a:lnTo>
                    <a:pt x="32131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41264" y="3061690"/>
              <a:ext cx="698271" cy="69827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96915" y="3280155"/>
              <a:ext cx="219456" cy="21958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874384" y="3357752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70">
                  <a:moveTo>
                    <a:pt x="32257" y="0"/>
                  </a:moveTo>
                  <a:lnTo>
                    <a:pt x="19716" y="2520"/>
                  </a:lnTo>
                  <a:lnTo>
                    <a:pt x="9461" y="9398"/>
                  </a:lnTo>
                  <a:lnTo>
                    <a:pt x="2539" y="19609"/>
                  </a:lnTo>
                  <a:lnTo>
                    <a:pt x="0" y="32131"/>
                  </a:lnTo>
                  <a:lnTo>
                    <a:pt x="2539" y="44725"/>
                  </a:lnTo>
                  <a:lnTo>
                    <a:pt x="9461" y="54975"/>
                  </a:lnTo>
                  <a:lnTo>
                    <a:pt x="19716" y="61866"/>
                  </a:lnTo>
                  <a:lnTo>
                    <a:pt x="32257" y="64388"/>
                  </a:lnTo>
                  <a:lnTo>
                    <a:pt x="44799" y="61866"/>
                  </a:lnTo>
                  <a:lnTo>
                    <a:pt x="55054" y="54975"/>
                  </a:lnTo>
                  <a:lnTo>
                    <a:pt x="61975" y="44725"/>
                  </a:lnTo>
                  <a:lnTo>
                    <a:pt x="64515" y="32131"/>
                  </a:lnTo>
                  <a:lnTo>
                    <a:pt x="61975" y="19609"/>
                  </a:lnTo>
                  <a:lnTo>
                    <a:pt x="55054" y="9398"/>
                  </a:lnTo>
                  <a:lnTo>
                    <a:pt x="44799" y="2520"/>
                  </a:lnTo>
                  <a:lnTo>
                    <a:pt x="32257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20356" y="3061690"/>
              <a:ext cx="698271" cy="69827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676133" y="3280155"/>
              <a:ext cx="219583" cy="219583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753731" y="3357752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70">
                  <a:moveTo>
                    <a:pt x="32258" y="0"/>
                  </a:moveTo>
                  <a:lnTo>
                    <a:pt x="19716" y="2520"/>
                  </a:lnTo>
                  <a:lnTo>
                    <a:pt x="9461" y="9398"/>
                  </a:lnTo>
                  <a:lnTo>
                    <a:pt x="2540" y="19609"/>
                  </a:lnTo>
                  <a:lnTo>
                    <a:pt x="0" y="32131"/>
                  </a:lnTo>
                  <a:lnTo>
                    <a:pt x="2540" y="44725"/>
                  </a:lnTo>
                  <a:lnTo>
                    <a:pt x="9461" y="54975"/>
                  </a:lnTo>
                  <a:lnTo>
                    <a:pt x="19716" y="61866"/>
                  </a:lnTo>
                  <a:lnTo>
                    <a:pt x="32258" y="64388"/>
                  </a:lnTo>
                  <a:lnTo>
                    <a:pt x="44779" y="61866"/>
                  </a:lnTo>
                  <a:lnTo>
                    <a:pt x="54991" y="54975"/>
                  </a:lnTo>
                  <a:lnTo>
                    <a:pt x="61868" y="44725"/>
                  </a:lnTo>
                  <a:lnTo>
                    <a:pt x="64389" y="32131"/>
                  </a:lnTo>
                  <a:lnTo>
                    <a:pt x="61868" y="19609"/>
                  </a:lnTo>
                  <a:lnTo>
                    <a:pt x="54991" y="9398"/>
                  </a:lnTo>
                  <a:lnTo>
                    <a:pt x="44779" y="2520"/>
                  </a:lnTo>
                  <a:lnTo>
                    <a:pt x="32258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05543" y="3061690"/>
              <a:ext cx="699719" cy="69827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62338" y="3280155"/>
              <a:ext cx="219582" cy="219583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9639807" y="3357752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70">
                  <a:moveTo>
                    <a:pt x="32258" y="0"/>
                  </a:moveTo>
                  <a:lnTo>
                    <a:pt x="19716" y="2520"/>
                  </a:lnTo>
                  <a:lnTo>
                    <a:pt x="9461" y="9398"/>
                  </a:lnTo>
                  <a:lnTo>
                    <a:pt x="2540" y="19609"/>
                  </a:lnTo>
                  <a:lnTo>
                    <a:pt x="0" y="32131"/>
                  </a:lnTo>
                  <a:lnTo>
                    <a:pt x="2540" y="44725"/>
                  </a:lnTo>
                  <a:lnTo>
                    <a:pt x="9461" y="54975"/>
                  </a:lnTo>
                  <a:lnTo>
                    <a:pt x="19716" y="61866"/>
                  </a:lnTo>
                  <a:lnTo>
                    <a:pt x="32258" y="64388"/>
                  </a:lnTo>
                  <a:lnTo>
                    <a:pt x="44799" y="61866"/>
                  </a:lnTo>
                  <a:lnTo>
                    <a:pt x="55054" y="54975"/>
                  </a:lnTo>
                  <a:lnTo>
                    <a:pt x="61975" y="44725"/>
                  </a:lnTo>
                  <a:lnTo>
                    <a:pt x="64516" y="32131"/>
                  </a:lnTo>
                  <a:lnTo>
                    <a:pt x="61975" y="19609"/>
                  </a:lnTo>
                  <a:lnTo>
                    <a:pt x="55054" y="9398"/>
                  </a:lnTo>
                  <a:lnTo>
                    <a:pt x="44799" y="2520"/>
                  </a:lnTo>
                  <a:lnTo>
                    <a:pt x="32258" y="0"/>
                  </a:lnTo>
                  <a:close/>
                </a:path>
              </a:pathLst>
            </a:custGeom>
            <a:solidFill>
              <a:srgbClr val="F58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82118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5" dirty="0">
                <a:solidFill>
                  <a:srgbClr val="000000"/>
                </a:solidFill>
              </a:rPr>
              <a:t>Descripción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general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60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FactoryTalk®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DataMosaix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7156" y="373379"/>
            <a:ext cx="712470" cy="79933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1693417"/>
            <a:ext cx="12192000" cy="4169410"/>
            <a:chOff x="0" y="1693417"/>
            <a:chExt cx="12192000" cy="4169410"/>
          </a:xfrm>
        </p:grpSpPr>
        <p:sp>
          <p:nvSpPr>
            <p:cNvPr id="8" name="object 8"/>
            <p:cNvSpPr/>
            <p:nvPr/>
          </p:nvSpPr>
          <p:spPr>
            <a:xfrm>
              <a:off x="0" y="1846922"/>
              <a:ext cx="12192000" cy="4015740"/>
            </a:xfrm>
            <a:custGeom>
              <a:avLst/>
              <a:gdLst/>
              <a:ahLst/>
              <a:cxnLst/>
              <a:rect l="l" t="t" r="r" b="b"/>
              <a:pathLst>
                <a:path w="12192000" h="4015740">
                  <a:moveTo>
                    <a:pt x="12192000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12192000" y="40157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6951" y="2757042"/>
              <a:ext cx="1007110" cy="1515745"/>
            </a:xfrm>
            <a:custGeom>
              <a:avLst/>
              <a:gdLst/>
              <a:ahLst/>
              <a:cxnLst/>
              <a:rect l="l" t="t" r="r" b="b"/>
              <a:pathLst>
                <a:path w="1007110" h="1515745">
                  <a:moveTo>
                    <a:pt x="1006538" y="0"/>
                  </a:moveTo>
                  <a:lnTo>
                    <a:pt x="0" y="0"/>
                  </a:lnTo>
                  <a:lnTo>
                    <a:pt x="0" y="1515236"/>
                  </a:lnTo>
                  <a:lnTo>
                    <a:pt x="1006538" y="1515236"/>
                  </a:lnTo>
                  <a:lnTo>
                    <a:pt x="1006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8208" y="290626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7982" y="3091052"/>
              <a:ext cx="221615" cy="1022350"/>
            </a:xfrm>
            <a:custGeom>
              <a:avLst/>
              <a:gdLst/>
              <a:ahLst/>
              <a:cxnLst/>
              <a:rect l="l" t="t" r="r" b="b"/>
              <a:pathLst>
                <a:path w="221614" h="1022350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221614" h="1022350">
                  <a:moveTo>
                    <a:pt x="131699" y="936752"/>
                  </a:moveTo>
                  <a:lnTo>
                    <a:pt x="46609" y="936752"/>
                  </a:lnTo>
                  <a:lnTo>
                    <a:pt x="46609" y="1021842"/>
                  </a:lnTo>
                  <a:lnTo>
                    <a:pt x="131699" y="1021842"/>
                  </a:lnTo>
                  <a:lnTo>
                    <a:pt x="131699" y="936752"/>
                  </a:lnTo>
                  <a:close/>
                </a:path>
                <a:path w="221614" h="1022350">
                  <a:moveTo>
                    <a:pt x="221107" y="584708"/>
                  </a:moveTo>
                  <a:lnTo>
                    <a:pt x="136017" y="584708"/>
                  </a:lnTo>
                  <a:lnTo>
                    <a:pt x="136017" y="669798"/>
                  </a:lnTo>
                  <a:lnTo>
                    <a:pt x="221107" y="669798"/>
                  </a:lnTo>
                  <a:lnTo>
                    <a:pt x="221107" y="584708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160" y="363461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982" y="3065017"/>
              <a:ext cx="279400" cy="850900"/>
            </a:xfrm>
            <a:custGeom>
              <a:avLst/>
              <a:gdLst/>
              <a:ahLst/>
              <a:cxnLst/>
              <a:rect l="l" t="t" r="r" b="b"/>
              <a:pathLst>
                <a:path w="279400" h="850900">
                  <a:moveTo>
                    <a:pt x="85090" y="205359"/>
                  </a:moveTo>
                  <a:lnTo>
                    <a:pt x="0" y="205359"/>
                  </a:lnTo>
                  <a:lnTo>
                    <a:pt x="0" y="290449"/>
                  </a:lnTo>
                  <a:lnTo>
                    <a:pt x="85090" y="290449"/>
                  </a:lnTo>
                  <a:lnTo>
                    <a:pt x="85090" y="205359"/>
                  </a:lnTo>
                  <a:close/>
                </a:path>
                <a:path w="279400" h="850900">
                  <a:moveTo>
                    <a:pt x="244856" y="0"/>
                  </a:moveTo>
                  <a:lnTo>
                    <a:pt x="159766" y="0"/>
                  </a:lnTo>
                  <a:lnTo>
                    <a:pt x="159766" y="85090"/>
                  </a:lnTo>
                  <a:lnTo>
                    <a:pt x="244856" y="85090"/>
                  </a:lnTo>
                  <a:lnTo>
                    <a:pt x="244856" y="0"/>
                  </a:lnTo>
                  <a:close/>
                </a:path>
                <a:path w="279400" h="850900">
                  <a:moveTo>
                    <a:pt x="279146" y="765810"/>
                  </a:moveTo>
                  <a:lnTo>
                    <a:pt x="194056" y="765810"/>
                  </a:lnTo>
                  <a:lnTo>
                    <a:pt x="194056" y="850900"/>
                  </a:lnTo>
                  <a:lnTo>
                    <a:pt x="279146" y="850900"/>
                  </a:lnTo>
                  <a:lnTo>
                    <a:pt x="279146" y="76581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982" y="3240658"/>
              <a:ext cx="219075" cy="690245"/>
            </a:xfrm>
            <a:custGeom>
              <a:avLst/>
              <a:gdLst/>
              <a:ahLst/>
              <a:cxnLst/>
              <a:rect l="l" t="t" r="r" b="b"/>
              <a:pathLst>
                <a:path w="219075" h="690245">
                  <a:moveTo>
                    <a:pt x="85090" y="605155"/>
                  </a:moveTo>
                  <a:lnTo>
                    <a:pt x="0" y="605155"/>
                  </a:lnTo>
                  <a:lnTo>
                    <a:pt x="0" y="690245"/>
                  </a:lnTo>
                  <a:lnTo>
                    <a:pt x="85090" y="690245"/>
                  </a:lnTo>
                  <a:lnTo>
                    <a:pt x="85090" y="605155"/>
                  </a:lnTo>
                  <a:close/>
                </a:path>
                <a:path w="219075" h="690245">
                  <a:moveTo>
                    <a:pt x="177419" y="219837"/>
                  </a:moveTo>
                  <a:lnTo>
                    <a:pt x="92329" y="219837"/>
                  </a:lnTo>
                  <a:lnTo>
                    <a:pt x="92329" y="304927"/>
                  </a:lnTo>
                  <a:lnTo>
                    <a:pt x="177419" y="304927"/>
                  </a:lnTo>
                  <a:lnTo>
                    <a:pt x="177419" y="219837"/>
                  </a:lnTo>
                  <a:close/>
                </a:path>
                <a:path w="219075" h="690245">
                  <a:moveTo>
                    <a:pt x="218948" y="0"/>
                  </a:moveTo>
                  <a:lnTo>
                    <a:pt x="133858" y="0"/>
                  </a:lnTo>
                  <a:lnTo>
                    <a:pt x="133858" y="85090"/>
                  </a:lnTo>
                  <a:lnTo>
                    <a:pt x="218948" y="85090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038" y="341617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0107" y="3367277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566" y="0"/>
                  </a:moveTo>
                  <a:lnTo>
                    <a:pt x="125476" y="0"/>
                  </a:lnTo>
                  <a:lnTo>
                    <a:pt x="125476" y="85090"/>
                  </a:lnTo>
                  <a:lnTo>
                    <a:pt x="210566" y="85090"/>
                  </a:lnTo>
                  <a:lnTo>
                    <a:pt x="210566" y="0"/>
                  </a:lnTo>
                  <a:close/>
                </a:path>
                <a:path w="336550" h="85089">
                  <a:moveTo>
                    <a:pt x="336042" y="0"/>
                  </a:moveTo>
                  <a:lnTo>
                    <a:pt x="250952" y="0"/>
                  </a:lnTo>
                  <a:lnTo>
                    <a:pt x="250952" y="85090"/>
                  </a:lnTo>
                  <a:lnTo>
                    <a:pt x="336042" y="85090"/>
                  </a:lnTo>
                  <a:lnTo>
                    <a:pt x="336042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3233673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3501008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9980" y="3634612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7230" y="2787268"/>
              <a:ext cx="393700" cy="1426210"/>
            </a:xfrm>
            <a:custGeom>
              <a:avLst/>
              <a:gdLst/>
              <a:ahLst/>
              <a:cxnLst/>
              <a:rect l="l" t="t" r="r" b="b"/>
              <a:pathLst>
                <a:path w="393700" h="1426210">
                  <a:moveTo>
                    <a:pt x="0" y="0"/>
                  </a:moveTo>
                  <a:lnTo>
                    <a:pt x="390144" y="382904"/>
                  </a:lnTo>
                </a:path>
                <a:path w="393700" h="1426210">
                  <a:moveTo>
                    <a:pt x="53212" y="1425701"/>
                  </a:moveTo>
                  <a:lnTo>
                    <a:pt x="393572" y="989329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88856" y="1693417"/>
              <a:ext cx="2456815" cy="313055"/>
            </a:xfrm>
            <a:custGeom>
              <a:avLst/>
              <a:gdLst/>
              <a:ahLst/>
              <a:cxnLst/>
              <a:rect l="l" t="t" r="r" b="b"/>
              <a:pathLst>
                <a:path w="2456815" h="313055">
                  <a:moveTo>
                    <a:pt x="2299843" y="0"/>
                  </a:moveTo>
                  <a:lnTo>
                    <a:pt x="0" y="0"/>
                  </a:lnTo>
                  <a:lnTo>
                    <a:pt x="156591" y="156591"/>
                  </a:lnTo>
                  <a:lnTo>
                    <a:pt x="0" y="313055"/>
                  </a:lnTo>
                  <a:lnTo>
                    <a:pt x="2299843" y="313055"/>
                  </a:lnTo>
                  <a:lnTo>
                    <a:pt x="2456434" y="156591"/>
                  </a:lnTo>
                  <a:lnTo>
                    <a:pt x="2299843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47606" y="1731010"/>
            <a:ext cx="2138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Otórgueles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57160" y="1693417"/>
            <a:ext cx="2070735" cy="313055"/>
          </a:xfrm>
          <a:custGeom>
            <a:avLst/>
            <a:gdLst/>
            <a:ahLst/>
            <a:cxnLst/>
            <a:rect l="l" t="t" r="r" b="b"/>
            <a:pathLst>
              <a:path w="2070734" h="313055">
                <a:moveTo>
                  <a:pt x="1914271" y="0"/>
                </a:moveTo>
                <a:lnTo>
                  <a:pt x="0" y="0"/>
                </a:lnTo>
                <a:lnTo>
                  <a:pt x="156464" y="156591"/>
                </a:lnTo>
                <a:lnTo>
                  <a:pt x="0" y="313055"/>
                </a:lnTo>
                <a:lnTo>
                  <a:pt x="1914271" y="313055"/>
                </a:lnTo>
                <a:lnTo>
                  <a:pt x="2070735" y="156591"/>
                </a:lnTo>
                <a:lnTo>
                  <a:pt x="1914271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3994" y="1059941"/>
            <a:ext cx="106495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Descubra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un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gráfico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conocimientos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obtener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valor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mediante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apps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endParaRPr sz="1800">
              <a:latin typeface="Arial"/>
              <a:cs typeface="Arial"/>
            </a:endParaRPr>
          </a:p>
          <a:p>
            <a:pPr marL="7056120">
              <a:lnSpc>
                <a:spcPct val="100000"/>
              </a:lnSpc>
              <a:spcBef>
                <a:spcPts val="120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2900" y="1693417"/>
            <a:ext cx="6853555" cy="313055"/>
          </a:xfrm>
          <a:custGeom>
            <a:avLst/>
            <a:gdLst/>
            <a:ahLst/>
            <a:cxnLst/>
            <a:rect l="l" t="t" r="r" b="b"/>
            <a:pathLst>
              <a:path w="6853555" h="313055">
                <a:moveTo>
                  <a:pt x="3537585" y="156591"/>
                </a:moveTo>
                <a:lnTo>
                  <a:pt x="3380994" y="0"/>
                </a:lnTo>
                <a:lnTo>
                  <a:pt x="0" y="0"/>
                </a:lnTo>
                <a:lnTo>
                  <a:pt x="0" y="313055"/>
                </a:lnTo>
                <a:lnTo>
                  <a:pt x="3380994" y="313055"/>
                </a:lnTo>
                <a:lnTo>
                  <a:pt x="3537585" y="156591"/>
                </a:lnTo>
                <a:close/>
              </a:path>
              <a:path w="6853555" h="313055">
                <a:moveTo>
                  <a:pt x="6853301" y="156591"/>
                </a:moveTo>
                <a:lnTo>
                  <a:pt x="6696710" y="0"/>
                </a:lnTo>
                <a:lnTo>
                  <a:pt x="3598545" y="0"/>
                </a:lnTo>
                <a:lnTo>
                  <a:pt x="3755009" y="156591"/>
                </a:lnTo>
                <a:lnTo>
                  <a:pt x="3598545" y="313055"/>
                </a:lnTo>
                <a:lnTo>
                  <a:pt x="6696710" y="313055"/>
                </a:lnTo>
                <a:lnTo>
                  <a:pt x="6853301" y="156591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1400" y="1731010"/>
            <a:ext cx="6400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65829" algn="l"/>
              </a:tabLst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estén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significativos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68701" y="2119122"/>
            <a:ext cx="14173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 marR="170815" algn="ctr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Integración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híbrida </a:t>
            </a:r>
            <a:r>
              <a:rPr sz="1000" b="1" spc="-55" dirty="0">
                <a:latin typeface="Arial"/>
                <a:cs typeface="Arial"/>
              </a:rPr>
              <a:t>y </a:t>
            </a: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b="1" spc="-35" dirty="0">
                <a:latin typeface="Arial"/>
                <a:cs typeface="Arial"/>
              </a:rPr>
              <a:t>transformación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12767" y="2119122"/>
            <a:ext cx="102996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ET/OT/IT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35" dirty="0">
                <a:latin typeface="Arial"/>
                <a:cs typeface="Arial"/>
              </a:rPr>
              <a:t>contextualización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06009" y="2119122"/>
            <a:ext cx="15563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7498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latin typeface="Arial"/>
                <a:cs typeface="Arial"/>
              </a:rPr>
              <a:t>Gráfico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conocimientos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industriales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56328" y="45087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Emparejamiento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entidades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8134" y="4437964"/>
            <a:ext cx="636905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Análisis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del diagrama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ingeniería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47161" y="4516958"/>
            <a:ext cx="790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Análisis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documentos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08398" y="2698940"/>
            <a:ext cx="2745105" cy="1553845"/>
            <a:chOff x="4208398" y="2698940"/>
            <a:chExt cx="2745105" cy="1553845"/>
          </a:xfrm>
        </p:grpSpPr>
        <p:sp>
          <p:nvSpPr>
            <p:cNvPr id="34" name="object 34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759332" y="0"/>
                  </a:moveTo>
                  <a:lnTo>
                    <a:pt x="711313" y="1493"/>
                  </a:lnTo>
                  <a:lnTo>
                    <a:pt x="664086" y="5916"/>
                  </a:lnTo>
                  <a:lnTo>
                    <a:pt x="617742" y="13178"/>
                  </a:lnTo>
                  <a:lnTo>
                    <a:pt x="572370" y="23191"/>
                  </a:lnTo>
                  <a:lnTo>
                    <a:pt x="528057" y="35866"/>
                  </a:lnTo>
                  <a:lnTo>
                    <a:pt x="484894" y="51113"/>
                  </a:lnTo>
                  <a:lnTo>
                    <a:pt x="442970" y="68844"/>
                  </a:lnTo>
                  <a:lnTo>
                    <a:pt x="402372" y="88970"/>
                  </a:lnTo>
                  <a:lnTo>
                    <a:pt x="363191" y="111402"/>
                  </a:lnTo>
                  <a:lnTo>
                    <a:pt x="325515" y="136050"/>
                  </a:lnTo>
                  <a:lnTo>
                    <a:pt x="289434" y="162827"/>
                  </a:lnTo>
                  <a:lnTo>
                    <a:pt x="255035" y="191643"/>
                  </a:lnTo>
                  <a:lnTo>
                    <a:pt x="222408" y="222408"/>
                  </a:lnTo>
                  <a:lnTo>
                    <a:pt x="191643" y="255035"/>
                  </a:lnTo>
                  <a:lnTo>
                    <a:pt x="162827" y="289434"/>
                  </a:lnTo>
                  <a:lnTo>
                    <a:pt x="136050" y="325515"/>
                  </a:lnTo>
                  <a:lnTo>
                    <a:pt x="111402" y="363191"/>
                  </a:lnTo>
                  <a:lnTo>
                    <a:pt x="88970" y="402372"/>
                  </a:lnTo>
                  <a:lnTo>
                    <a:pt x="68844" y="442970"/>
                  </a:lnTo>
                  <a:lnTo>
                    <a:pt x="51113" y="484894"/>
                  </a:lnTo>
                  <a:lnTo>
                    <a:pt x="35866" y="528057"/>
                  </a:lnTo>
                  <a:lnTo>
                    <a:pt x="23191" y="572370"/>
                  </a:lnTo>
                  <a:lnTo>
                    <a:pt x="13178" y="617742"/>
                  </a:lnTo>
                  <a:lnTo>
                    <a:pt x="5916" y="664086"/>
                  </a:lnTo>
                  <a:lnTo>
                    <a:pt x="1493" y="711313"/>
                  </a:lnTo>
                  <a:lnTo>
                    <a:pt x="0" y="759333"/>
                  </a:lnTo>
                  <a:lnTo>
                    <a:pt x="1493" y="807352"/>
                  </a:lnTo>
                  <a:lnTo>
                    <a:pt x="5916" y="854577"/>
                  </a:lnTo>
                  <a:lnTo>
                    <a:pt x="13178" y="900918"/>
                  </a:lnTo>
                  <a:lnTo>
                    <a:pt x="23191" y="946287"/>
                  </a:lnTo>
                  <a:lnTo>
                    <a:pt x="35866" y="990595"/>
                  </a:lnTo>
                  <a:lnTo>
                    <a:pt x="51113" y="1033753"/>
                  </a:lnTo>
                  <a:lnTo>
                    <a:pt x="68844" y="1075673"/>
                  </a:lnTo>
                  <a:lnTo>
                    <a:pt x="88970" y="1116264"/>
                  </a:lnTo>
                  <a:lnTo>
                    <a:pt x="111402" y="1155439"/>
                  </a:lnTo>
                  <a:lnTo>
                    <a:pt x="136050" y="1193108"/>
                  </a:lnTo>
                  <a:lnTo>
                    <a:pt x="162827" y="1229182"/>
                  </a:lnTo>
                  <a:lnTo>
                    <a:pt x="191643" y="1263574"/>
                  </a:lnTo>
                  <a:lnTo>
                    <a:pt x="222408" y="1296193"/>
                  </a:lnTo>
                  <a:lnTo>
                    <a:pt x="255035" y="1326952"/>
                  </a:lnTo>
                  <a:lnTo>
                    <a:pt x="289434" y="1355760"/>
                  </a:lnTo>
                  <a:lnTo>
                    <a:pt x="325515" y="1382529"/>
                  </a:lnTo>
                  <a:lnTo>
                    <a:pt x="363191" y="1407171"/>
                  </a:lnTo>
                  <a:lnTo>
                    <a:pt x="402372" y="1429597"/>
                  </a:lnTo>
                  <a:lnTo>
                    <a:pt x="442970" y="1449717"/>
                  </a:lnTo>
                  <a:lnTo>
                    <a:pt x="484894" y="1467442"/>
                  </a:lnTo>
                  <a:lnTo>
                    <a:pt x="528057" y="1482685"/>
                  </a:lnTo>
                  <a:lnTo>
                    <a:pt x="572370" y="1495355"/>
                  </a:lnTo>
                  <a:lnTo>
                    <a:pt x="617742" y="1505364"/>
                  </a:lnTo>
                  <a:lnTo>
                    <a:pt x="664086" y="1512624"/>
                  </a:lnTo>
                  <a:lnTo>
                    <a:pt x="711313" y="1517045"/>
                  </a:lnTo>
                  <a:lnTo>
                    <a:pt x="759332" y="1518539"/>
                  </a:lnTo>
                  <a:lnTo>
                    <a:pt x="807352" y="1517045"/>
                  </a:lnTo>
                  <a:lnTo>
                    <a:pt x="854579" y="1512624"/>
                  </a:lnTo>
                  <a:lnTo>
                    <a:pt x="900923" y="1505364"/>
                  </a:lnTo>
                  <a:lnTo>
                    <a:pt x="946295" y="1495355"/>
                  </a:lnTo>
                  <a:lnTo>
                    <a:pt x="990608" y="1482685"/>
                  </a:lnTo>
                  <a:lnTo>
                    <a:pt x="1033771" y="1467442"/>
                  </a:lnTo>
                  <a:lnTo>
                    <a:pt x="1075695" y="1449717"/>
                  </a:lnTo>
                  <a:lnTo>
                    <a:pt x="1116293" y="1429597"/>
                  </a:lnTo>
                  <a:lnTo>
                    <a:pt x="1155474" y="1407171"/>
                  </a:lnTo>
                  <a:lnTo>
                    <a:pt x="1193150" y="1382529"/>
                  </a:lnTo>
                  <a:lnTo>
                    <a:pt x="1229231" y="1355760"/>
                  </a:lnTo>
                  <a:lnTo>
                    <a:pt x="1263630" y="1326952"/>
                  </a:lnTo>
                  <a:lnTo>
                    <a:pt x="1296257" y="1296193"/>
                  </a:lnTo>
                  <a:lnTo>
                    <a:pt x="1327022" y="1263574"/>
                  </a:lnTo>
                  <a:lnTo>
                    <a:pt x="1355838" y="1229182"/>
                  </a:lnTo>
                  <a:lnTo>
                    <a:pt x="1382615" y="1193108"/>
                  </a:lnTo>
                  <a:lnTo>
                    <a:pt x="1407263" y="1155439"/>
                  </a:lnTo>
                  <a:lnTo>
                    <a:pt x="1429695" y="1116264"/>
                  </a:lnTo>
                  <a:lnTo>
                    <a:pt x="1449821" y="1075673"/>
                  </a:lnTo>
                  <a:lnTo>
                    <a:pt x="1467552" y="1033753"/>
                  </a:lnTo>
                  <a:lnTo>
                    <a:pt x="1482799" y="990595"/>
                  </a:lnTo>
                  <a:lnTo>
                    <a:pt x="1495474" y="946287"/>
                  </a:lnTo>
                  <a:lnTo>
                    <a:pt x="1505487" y="900918"/>
                  </a:lnTo>
                  <a:lnTo>
                    <a:pt x="1512749" y="854577"/>
                  </a:lnTo>
                  <a:lnTo>
                    <a:pt x="1517172" y="807352"/>
                  </a:lnTo>
                  <a:lnTo>
                    <a:pt x="1518665" y="759333"/>
                  </a:lnTo>
                  <a:lnTo>
                    <a:pt x="1517172" y="711313"/>
                  </a:lnTo>
                  <a:lnTo>
                    <a:pt x="1512749" y="664086"/>
                  </a:lnTo>
                  <a:lnTo>
                    <a:pt x="1505487" y="617742"/>
                  </a:lnTo>
                  <a:lnTo>
                    <a:pt x="1495474" y="572370"/>
                  </a:lnTo>
                  <a:lnTo>
                    <a:pt x="1482799" y="528057"/>
                  </a:lnTo>
                  <a:lnTo>
                    <a:pt x="1467552" y="484894"/>
                  </a:lnTo>
                  <a:lnTo>
                    <a:pt x="1449821" y="442970"/>
                  </a:lnTo>
                  <a:lnTo>
                    <a:pt x="1429695" y="402372"/>
                  </a:lnTo>
                  <a:lnTo>
                    <a:pt x="1407263" y="363191"/>
                  </a:lnTo>
                  <a:lnTo>
                    <a:pt x="1382615" y="325515"/>
                  </a:lnTo>
                  <a:lnTo>
                    <a:pt x="1355838" y="289434"/>
                  </a:lnTo>
                  <a:lnTo>
                    <a:pt x="1327022" y="255035"/>
                  </a:lnTo>
                  <a:lnTo>
                    <a:pt x="1296257" y="222408"/>
                  </a:lnTo>
                  <a:lnTo>
                    <a:pt x="1263630" y="191643"/>
                  </a:lnTo>
                  <a:lnTo>
                    <a:pt x="1229231" y="162827"/>
                  </a:lnTo>
                  <a:lnTo>
                    <a:pt x="1193150" y="136050"/>
                  </a:lnTo>
                  <a:lnTo>
                    <a:pt x="1155474" y="111402"/>
                  </a:lnTo>
                  <a:lnTo>
                    <a:pt x="1116293" y="88970"/>
                  </a:lnTo>
                  <a:lnTo>
                    <a:pt x="1075695" y="68844"/>
                  </a:lnTo>
                  <a:lnTo>
                    <a:pt x="1033771" y="51113"/>
                  </a:lnTo>
                  <a:lnTo>
                    <a:pt x="990608" y="35866"/>
                  </a:lnTo>
                  <a:lnTo>
                    <a:pt x="946295" y="23191"/>
                  </a:lnTo>
                  <a:lnTo>
                    <a:pt x="900923" y="13178"/>
                  </a:lnTo>
                  <a:lnTo>
                    <a:pt x="854579" y="5916"/>
                  </a:lnTo>
                  <a:lnTo>
                    <a:pt x="807352" y="1493"/>
                  </a:lnTo>
                  <a:lnTo>
                    <a:pt x="75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0" y="759333"/>
                  </a:moveTo>
                  <a:lnTo>
                    <a:pt x="1493" y="711313"/>
                  </a:lnTo>
                  <a:lnTo>
                    <a:pt x="5916" y="664086"/>
                  </a:lnTo>
                  <a:lnTo>
                    <a:pt x="13178" y="617742"/>
                  </a:lnTo>
                  <a:lnTo>
                    <a:pt x="23191" y="572370"/>
                  </a:lnTo>
                  <a:lnTo>
                    <a:pt x="35866" y="528057"/>
                  </a:lnTo>
                  <a:lnTo>
                    <a:pt x="51113" y="484894"/>
                  </a:lnTo>
                  <a:lnTo>
                    <a:pt x="68844" y="442970"/>
                  </a:lnTo>
                  <a:lnTo>
                    <a:pt x="88970" y="402372"/>
                  </a:lnTo>
                  <a:lnTo>
                    <a:pt x="111402" y="363191"/>
                  </a:lnTo>
                  <a:lnTo>
                    <a:pt x="136050" y="325515"/>
                  </a:lnTo>
                  <a:lnTo>
                    <a:pt x="162827" y="289434"/>
                  </a:lnTo>
                  <a:lnTo>
                    <a:pt x="191643" y="255035"/>
                  </a:lnTo>
                  <a:lnTo>
                    <a:pt x="222408" y="222408"/>
                  </a:lnTo>
                  <a:lnTo>
                    <a:pt x="255035" y="191643"/>
                  </a:lnTo>
                  <a:lnTo>
                    <a:pt x="289434" y="162827"/>
                  </a:lnTo>
                  <a:lnTo>
                    <a:pt x="325515" y="136050"/>
                  </a:lnTo>
                  <a:lnTo>
                    <a:pt x="363191" y="111402"/>
                  </a:lnTo>
                  <a:lnTo>
                    <a:pt x="402372" y="88970"/>
                  </a:lnTo>
                  <a:lnTo>
                    <a:pt x="442970" y="68844"/>
                  </a:lnTo>
                  <a:lnTo>
                    <a:pt x="484894" y="51113"/>
                  </a:lnTo>
                  <a:lnTo>
                    <a:pt x="528057" y="35866"/>
                  </a:lnTo>
                  <a:lnTo>
                    <a:pt x="572370" y="23191"/>
                  </a:lnTo>
                  <a:lnTo>
                    <a:pt x="617742" y="13178"/>
                  </a:lnTo>
                  <a:lnTo>
                    <a:pt x="664086" y="5916"/>
                  </a:lnTo>
                  <a:lnTo>
                    <a:pt x="711313" y="1493"/>
                  </a:lnTo>
                  <a:lnTo>
                    <a:pt x="759332" y="0"/>
                  </a:lnTo>
                  <a:lnTo>
                    <a:pt x="807352" y="1493"/>
                  </a:lnTo>
                  <a:lnTo>
                    <a:pt x="854579" y="5916"/>
                  </a:lnTo>
                  <a:lnTo>
                    <a:pt x="900923" y="13178"/>
                  </a:lnTo>
                  <a:lnTo>
                    <a:pt x="946295" y="23191"/>
                  </a:lnTo>
                  <a:lnTo>
                    <a:pt x="990608" y="35866"/>
                  </a:lnTo>
                  <a:lnTo>
                    <a:pt x="1033771" y="51113"/>
                  </a:lnTo>
                  <a:lnTo>
                    <a:pt x="1075695" y="68844"/>
                  </a:lnTo>
                  <a:lnTo>
                    <a:pt x="1116293" y="88970"/>
                  </a:lnTo>
                  <a:lnTo>
                    <a:pt x="1155474" y="111402"/>
                  </a:lnTo>
                  <a:lnTo>
                    <a:pt x="1193150" y="136050"/>
                  </a:lnTo>
                  <a:lnTo>
                    <a:pt x="1229231" y="162827"/>
                  </a:lnTo>
                  <a:lnTo>
                    <a:pt x="1263630" y="191643"/>
                  </a:lnTo>
                  <a:lnTo>
                    <a:pt x="1296257" y="222408"/>
                  </a:lnTo>
                  <a:lnTo>
                    <a:pt x="1327022" y="255035"/>
                  </a:lnTo>
                  <a:lnTo>
                    <a:pt x="1355838" y="289434"/>
                  </a:lnTo>
                  <a:lnTo>
                    <a:pt x="1382615" y="325515"/>
                  </a:lnTo>
                  <a:lnTo>
                    <a:pt x="1407263" y="363191"/>
                  </a:lnTo>
                  <a:lnTo>
                    <a:pt x="1429695" y="402372"/>
                  </a:lnTo>
                  <a:lnTo>
                    <a:pt x="1449821" y="442970"/>
                  </a:lnTo>
                  <a:lnTo>
                    <a:pt x="1467552" y="484894"/>
                  </a:lnTo>
                  <a:lnTo>
                    <a:pt x="1482799" y="528057"/>
                  </a:lnTo>
                  <a:lnTo>
                    <a:pt x="1495474" y="572370"/>
                  </a:lnTo>
                  <a:lnTo>
                    <a:pt x="1505487" y="617742"/>
                  </a:lnTo>
                  <a:lnTo>
                    <a:pt x="1512749" y="664086"/>
                  </a:lnTo>
                  <a:lnTo>
                    <a:pt x="1517172" y="711313"/>
                  </a:lnTo>
                  <a:lnTo>
                    <a:pt x="1518665" y="759333"/>
                  </a:lnTo>
                  <a:lnTo>
                    <a:pt x="1517172" y="807352"/>
                  </a:lnTo>
                  <a:lnTo>
                    <a:pt x="1512749" y="854577"/>
                  </a:lnTo>
                  <a:lnTo>
                    <a:pt x="1505487" y="900918"/>
                  </a:lnTo>
                  <a:lnTo>
                    <a:pt x="1495474" y="946287"/>
                  </a:lnTo>
                  <a:lnTo>
                    <a:pt x="1482799" y="990595"/>
                  </a:lnTo>
                  <a:lnTo>
                    <a:pt x="1467552" y="1033753"/>
                  </a:lnTo>
                  <a:lnTo>
                    <a:pt x="1449821" y="1075673"/>
                  </a:lnTo>
                  <a:lnTo>
                    <a:pt x="1429695" y="1116264"/>
                  </a:lnTo>
                  <a:lnTo>
                    <a:pt x="1407263" y="1155439"/>
                  </a:lnTo>
                  <a:lnTo>
                    <a:pt x="1382615" y="1193108"/>
                  </a:lnTo>
                  <a:lnTo>
                    <a:pt x="1355838" y="1229182"/>
                  </a:lnTo>
                  <a:lnTo>
                    <a:pt x="1327022" y="1263574"/>
                  </a:lnTo>
                  <a:lnTo>
                    <a:pt x="1296257" y="1296193"/>
                  </a:lnTo>
                  <a:lnTo>
                    <a:pt x="1263630" y="1326952"/>
                  </a:lnTo>
                  <a:lnTo>
                    <a:pt x="1229231" y="1355760"/>
                  </a:lnTo>
                  <a:lnTo>
                    <a:pt x="1193150" y="1382529"/>
                  </a:lnTo>
                  <a:lnTo>
                    <a:pt x="1155474" y="1407171"/>
                  </a:lnTo>
                  <a:lnTo>
                    <a:pt x="1116293" y="1429597"/>
                  </a:lnTo>
                  <a:lnTo>
                    <a:pt x="1075695" y="1449717"/>
                  </a:lnTo>
                  <a:lnTo>
                    <a:pt x="1033771" y="1467442"/>
                  </a:lnTo>
                  <a:lnTo>
                    <a:pt x="990608" y="1482685"/>
                  </a:lnTo>
                  <a:lnTo>
                    <a:pt x="946295" y="1495355"/>
                  </a:lnTo>
                  <a:lnTo>
                    <a:pt x="900923" y="1505364"/>
                  </a:lnTo>
                  <a:lnTo>
                    <a:pt x="854579" y="1512624"/>
                  </a:lnTo>
                  <a:lnTo>
                    <a:pt x="807352" y="1517045"/>
                  </a:lnTo>
                  <a:lnTo>
                    <a:pt x="759332" y="1518539"/>
                  </a:lnTo>
                  <a:lnTo>
                    <a:pt x="711313" y="1517045"/>
                  </a:lnTo>
                  <a:lnTo>
                    <a:pt x="664086" y="1512624"/>
                  </a:lnTo>
                  <a:lnTo>
                    <a:pt x="617742" y="1505364"/>
                  </a:lnTo>
                  <a:lnTo>
                    <a:pt x="572370" y="1495355"/>
                  </a:lnTo>
                  <a:lnTo>
                    <a:pt x="528057" y="1482685"/>
                  </a:lnTo>
                  <a:lnTo>
                    <a:pt x="484894" y="1467442"/>
                  </a:lnTo>
                  <a:lnTo>
                    <a:pt x="442970" y="1449717"/>
                  </a:lnTo>
                  <a:lnTo>
                    <a:pt x="402372" y="1429597"/>
                  </a:lnTo>
                  <a:lnTo>
                    <a:pt x="363191" y="1407171"/>
                  </a:lnTo>
                  <a:lnTo>
                    <a:pt x="325515" y="1382529"/>
                  </a:lnTo>
                  <a:lnTo>
                    <a:pt x="289434" y="1355760"/>
                  </a:lnTo>
                  <a:lnTo>
                    <a:pt x="255035" y="1326952"/>
                  </a:lnTo>
                  <a:lnTo>
                    <a:pt x="222408" y="1296193"/>
                  </a:lnTo>
                  <a:lnTo>
                    <a:pt x="191643" y="1263574"/>
                  </a:lnTo>
                  <a:lnTo>
                    <a:pt x="162827" y="1229182"/>
                  </a:lnTo>
                  <a:lnTo>
                    <a:pt x="136050" y="1193108"/>
                  </a:lnTo>
                  <a:lnTo>
                    <a:pt x="111402" y="1155439"/>
                  </a:lnTo>
                  <a:lnTo>
                    <a:pt x="88970" y="1116264"/>
                  </a:lnTo>
                  <a:lnTo>
                    <a:pt x="68844" y="1075673"/>
                  </a:lnTo>
                  <a:lnTo>
                    <a:pt x="51113" y="1033753"/>
                  </a:lnTo>
                  <a:lnTo>
                    <a:pt x="35866" y="990595"/>
                  </a:lnTo>
                  <a:lnTo>
                    <a:pt x="23191" y="946287"/>
                  </a:lnTo>
                  <a:lnTo>
                    <a:pt x="13178" y="900918"/>
                  </a:lnTo>
                  <a:lnTo>
                    <a:pt x="5916" y="854577"/>
                  </a:lnTo>
                  <a:lnTo>
                    <a:pt x="1493" y="807352"/>
                  </a:lnTo>
                  <a:lnTo>
                    <a:pt x="0" y="759333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5124" y="2828416"/>
              <a:ext cx="1485900" cy="1257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208398" y="2737484"/>
              <a:ext cx="814069" cy="1515745"/>
            </a:xfrm>
            <a:custGeom>
              <a:avLst/>
              <a:gdLst/>
              <a:ahLst/>
              <a:cxnLst/>
              <a:rect l="l" t="t" r="r" b="b"/>
              <a:pathLst>
                <a:path w="814070" h="1515745">
                  <a:moveTo>
                    <a:pt x="813815" y="0"/>
                  </a:moveTo>
                  <a:lnTo>
                    <a:pt x="0" y="0"/>
                  </a:lnTo>
                  <a:lnTo>
                    <a:pt x="0" y="1515237"/>
                  </a:lnTo>
                  <a:lnTo>
                    <a:pt x="813815" y="1515237"/>
                  </a:lnTo>
                  <a:lnTo>
                    <a:pt x="8138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68851" y="281891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800" spc="-75" dirty="0">
                <a:latin typeface="Arial"/>
                <a:cs typeface="Arial"/>
              </a:rPr>
              <a:t>SME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68851" y="352757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6355" marR="36195" indent="12192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personalizada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68851" y="3881780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13970" marR="4445" indent="15367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-10" dirty="0">
                <a:latin typeface="Arial"/>
                <a:cs typeface="Arial"/>
              </a:rPr>
              <a:t> preconfigurada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68851" y="317324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218440" marR="114300" indent="-94615">
              <a:lnSpc>
                <a:spcPct val="100000"/>
              </a:lnSpc>
              <a:spcBef>
                <a:spcPts val="140"/>
              </a:spcBef>
            </a:pPr>
            <a:r>
              <a:rPr sz="800" spc="-35" dirty="0">
                <a:latin typeface="Arial"/>
                <a:cs typeface="Arial"/>
              </a:rPr>
              <a:t>Basado </a:t>
            </a:r>
            <a:r>
              <a:rPr sz="800" spc="-25" dirty="0">
                <a:latin typeface="Arial"/>
                <a:cs typeface="Arial"/>
              </a:rPr>
              <a:t>en</a:t>
            </a:r>
            <a:r>
              <a:rPr sz="800" spc="-10" dirty="0">
                <a:latin typeface="Arial"/>
                <a:cs typeface="Arial"/>
              </a:rPr>
              <a:t> reglas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1551" y="2743580"/>
            <a:ext cx="303530" cy="1518920"/>
          </a:xfrm>
          <a:custGeom>
            <a:avLst/>
            <a:gdLst/>
            <a:ahLst/>
            <a:cxnLst/>
            <a:rect l="l" t="t" r="r" b="b"/>
            <a:pathLst>
              <a:path w="303530" h="1518920">
                <a:moveTo>
                  <a:pt x="303275" y="0"/>
                </a:moveTo>
                <a:lnTo>
                  <a:pt x="0" y="0"/>
                </a:lnTo>
                <a:lnTo>
                  <a:pt x="0" y="1518539"/>
                </a:lnTo>
                <a:lnTo>
                  <a:pt x="303275" y="1518539"/>
                </a:lnTo>
                <a:lnTo>
                  <a:pt x="303275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544317" y="3042140"/>
            <a:ext cx="239395" cy="92329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75588" y="2898648"/>
            <a:ext cx="5006975" cy="1853564"/>
            <a:chOff x="1275588" y="2898648"/>
            <a:chExt cx="5006975" cy="1853564"/>
          </a:xfrm>
        </p:grpSpPr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4827" y="3462909"/>
              <a:ext cx="222123" cy="7975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017389" y="3465576"/>
              <a:ext cx="412750" cy="74930"/>
            </a:xfrm>
            <a:custGeom>
              <a:avLst/>
              <a:gdLst/>
              <a:ahLst/>
              <a:cxnLst/>
              <a:rect l="l" t="t" r="r" b="b"/>
              <a:pathLst>
                <a:path w="412750" h="74929">
                  <a:moveTo>
                    <a:pt x="59562" y="0"/>
                  </a:moveTo>
                  <a:lnTo>
                    <a:pt x="57276" y="1397"/>
                  </a:lnTo>
                  <a:lnTo>
                    <a:pt x="0" y="37211"/>
                  </a:lnTo>
                  <a:lnTo>
                    <a:pt x="57276" y="73025"/>
                  </a:lnTo>
                  <a:lnTo>
                    <a:pt x="59562" y="74422"/>
                  </a:lnTo>
                  <a:lnTo>
                    <a:pt x="62484" y="73787"/>
                  </a:lnTo>
                  <a:lnTo>
                    <a:pt x="65277" y="69214"/>
                  </a:lnTo>
                  <a:lnTo>
                    <a:pt x="64515" y="66294"/>
                  </a:lnTo>
                  <a:lnTo>
                    <a:pt x="62357" y="64897"/>
                  </a:lnTo>
                  <a:lnTo>
                    <a:pt x="25781" y="42037"/>
                  </a:lnTo>
                  <a:lnTo>
                    <a:pt x="9016" y="42037"/>
                  </a:lnTo>
                  <a:lnTo>
                    <a:pt x="9016" y="32512"/>
                  </a:lnTo>
                  <a:lnTo>
                    <a:pt x="25577" y="32512"/>
                  </a:lnTo>
                  <a:lnTo>
                    <a:pt x="62357" y="9525"/>
                  </a:lnTo>
                  <a:lnTo>
                    <a:pt x="64515" y="8127"/>
                  </a:lnTo>
                  <a:lnTo>
                    <a:pt x="65277" y="5207"/>
                  </a:lnTo>
                  <a:lnTo>
                    <a:pt x="63881" y="2921"/>
                  </a:lnTo>
                  <a:lnTo>
                    <a:pt x="62484" y="762"/>
                  </a:lnTo>
                  <a:lnTo>
                    <a:pt x="59562" y="0"/>
                  </a:lnTo>
                  <a:close/>
                </a:path>
                <a:path w="412750" h="74929">
                  <a:moveTo>
                    <a:pt x="394436" y="37211"/>
                  </a:moveTo>
                  <a:lnTo>
                    <a:pt x="350138" y="64897"/>
                  </a:lnTo>
                  <a:lnTo>
                    <a:pt x="347980" y="66294"/>
                  </a:lnTo>
                  <a:lnTo>
                    <a:pt x="347218" y="69214"/>
                  </a:lnTo>
                  <a:lnTo>
                    <a:pt x="350012" y="73787"/>
                  </a:lnTo>
                  <a:lnTo>
                    <a:pt x="352933" y="74422"/>
                  </a:lnTo>
                  <a:lnTo>
                    <a:pt x="355219" y="73025"/>
                  </a:lnTo>
                  <a:lnTo>
                    <a:pt x="404777" y="42037"/>
                  </a:lnTo>
                  <a:lnTo>
                    <a:pt x="403478" y="42037"/>
                  </a:lnTo>
                  <a:lnTo>
                    <a:pt x="403478" y="41275"/>
                  </a:lnTo>
                  <a:lnTo>
                    <a:pt x="400938" y="41275"/>
                  </a:lnTo>
                  <a:lnTo>
                    <a:pt x="394436" y="37211"/>
                  </a:lnTo>
                  <a:close/>
                </a:path>
                <a:path w="412750" h="74929">
                  <a:moveTo>
                    <a:pt x="25577" y="32512"/>
                  </a:moveTo>
                  <a:lnTo>
                    <a:pt x="9016" y="32512"/>
                  </a:lnTo>
                  <a:lnTo>
                    <a:pt x="9016" y="42037"/>
                  </a:lnTo>
                  <a:lnTo>
                    <a:pt x="25781" y="42037"/>
                  </a:lnTo>
                  <a:lnTo>
                    <a:pt x="24561" y="41275"/>
                  </a:lnTo>
                  <a:lnTo>
                    <a:pt x="11557" y="41275"/>
                  </a:lnTo>
                  <a:lnTo>
                    <a:pt x="11557" y="33147"/>
                  </a:lnTo>
                  <a:lnTo>
                    <a:pt x="24561" y="33147"/>
                  </a:lnTo>
                  <a:lnTo>
                    <a:pt x="25577" y="32512"/>
                  </a:lnTo>
                  <a:close/>
                </a:path>
                <a:path w="412750" h="74929">
                  <a:moveTo>
                    <a:pt x="386918" y="32512"/>
                  </a:moveTo>
                  <a:lnTo>
                    <a:pt x="25577" y="32512"/>
                  </a:lnTo>
                  <a:lnTo>
                    <a:pt x="18059" y="37211"/>
                  </a:lnTo>
                  <a:lnTo>
                    <a:pt x="25781" y="42037"/>
                  </a:lnTo>
                  <a:lnTo>
                    <a:pt x="386714" y="42037"/>
                  </a:lnTo>
                  <a:lnTo>
                    <a:pt x="394436" y="37211"/>
                  </a:lnTo>
                  <a:lnTo>
                    <a:pt x="386918" y="32512"/>
                  </a:lnTo>
                  <a:close/>
                </a:path>
                <a:path w="412750" h="74929">
                  <a:moveTo>
                    <a:pt x="404980" y="32512"/>
                  </a:moveTo>
                  <a:lnTo>
                    <a:pt x="403478" y="32512"/>
                  </a:lnTo>
                  <a:lnTo>
                    <a:pt x="403478" y="42037"/>
                  </a:lnTo>
                  <a:lnTo>
                    <a:pt x="404777" y="42037"/>
                  </a:lnTo>
                  <a:lnTo>
                    <a:pt x="412496" y="37211"/>
                  </a:lnTo>
                  <a:lnTo>
                    <a:pt x="404980" y="32512"/>
                  </a:lnTo>
                  <a:close/>
                </a:path>
                <a:path w="412750" h="74929">
                  <a:moveTo>
                    <a:pt x="11557" y="33147"/>
                  </a:moveTo>
                  <a:lnTo>
                    <a:pt x="11557" y="41275"/>
                  </a:lnTo>
                  <a:lnTo>
                    <a:pt x="18059" y="37211"/>
                  </a:lnTo>
                  <a:lnTo>
                    <a:pt x="11557" y="33147"/>
                  </a:lnTo>
                  <a:close/>
                </a:path>
                <a:path w="412750" h="74929">
                  <a:moveTo>
                    <a:pt x="18059" y="37211"/>
                  </a:moveTo>
                  <a:lnTo>
                    <a:pt x="11557" y="41275"/>
                  </a:lnTo>
                  <a:lnTo>
                    <a:pt x="24561" y="41275"/>
                  </a:lnTo>
                  <a:lnTo>
                    <a:pt x="18059" y="37211"/>
                  </a:lnTo>
                  <a:close/>
                </a:path>
                <a:path w="412750" h="74929">
                  <a:moveTo>
                    <a:pt x="400938" y="33147"/>
                  </a:moveTo>
                  <a:lnTo>
                    <a:pt x="394436" y="37211"/>
                  </a:lnTo>
                  <a:lnTo>
                    <a:pt x="400938" y="41275"/>
                  </a:lnTo>
                  <a:lnTo>
                    <a:pt x="400938" y="33147"/>
                  </a:lnTo>
                  <a:close/>
                </a:path>
                <a:path w="412750" h="74929">
                  <a:moveTo>
                    <a:pt x="403478" y="33147"/>
                  </a:moveTo>
                  <a:lnTo>
                    <a:pt x="400938" y="33147"/>
                  </a:lnTo>
                  <a:lnTo>
                    <a:pt x="400938" y="41275"/>
                  </a:lnTo>
                  <a:lnTo>
                    <a:pt x="403478" y="41275"/>
                  </a:lnTo>
                  <a:lnTo>
                    <a:pt x="403478" y="33147"/>
                  </a:lnTo>
                  <a:close/>
                </a:path>
                <a:path w="412750" h="74929">
                  <a:moveTo>
                    <a:pt x="24561" y="33147"/>
                  </a:moveTo>
                  <a:lnTo>
                    <a:pt x="11557" y="33147"/>
                  </a:lnTo>
                  <a:lnTo>
                    <a:pt x="18059" y="37211"/>
                  </a:lnTo>
                  <a:lnTo>
                    <a:pt x="24561" y="33147"/>
                  </a:lnTo>
                  <a:close/>
                </a:path>
                <a:path w="412750" h="74929">
                  <a:moveTo>
                    <a:pt x="352933" y="0"/>
                  </a:moveTo>
                  <a:lnTo>
                    <a:pt x="350012" y="762"/>
                  </a:lnTo>
                  <a:lnTo>
                    <a:pt x="348614" y="2921"/>
                  </a:lnTo>
                  <a:lnTo>
                    <a:pt x="347218" y="5207"/>
                  </a:lnTo>
                  <a:lnTo>
                    <a:pt x="347980" y="8127"/>
                  </a:lnTo>
                  <a:lnTo>
                    <a:pt x="350138" y="9525"/>
                  </a:lnTo>
                  <a:lnTo>
                    <a:pt x="394436" y="37211"/>
                  </a:lnTo>
                  <a:lnTo>
                    <a:pt x="400938" y="33147"/>
                  </a:lnTo>
                  <a:lnTo>
                    <a:pt x="403478" y="33147"/>
                  </a:lnTo>
                  <a:lnTo>
                    <a:pt x="403478" y="32512"/>
                  </a:lnTo>
                  <a:lnTo>
                    <a:pt x="404980" y="32512"/>
                  </a:lnTo>
                  <a:lnTo>
                    <a:pt x="355219" y="1397"/>
                  </a:lnTo>
                  <a:lnTo>
                    <a:pt x="3529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68980" y="4408678"/>
              <a:ext cx="3509010" cy="338455"/>
            </a:xfrm>
            <a:custGeom>
              <a:avLst/>
              <a:gdLst/>
              <a:ahLst/>
              <a:cxnLst/>
              <a:rect l="l" t="t" r="r" b="b"/>
              <a:pathLst>
                <a:path w="3509010" h="338454">
                  <a:moveTo>
                    <a:pt x="0" y="338455"/>
                  </a:moveTo>
                  <a:lnTo>
                    <a:pt x="0" y="0"/>
                  </a:lnTo>
                  <a:lnTo>
                    <a:pt x="3508629" y="0"/>
                  </a:lnTo>
                  <a:lnTo>
                    <a:pt x="3508629" y="338455"/>
                  </a:lnTo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8096" y="4254373"/>
              <a:ext cx="74294" cy="15570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5588" y="2898648"/>
              <a:ext cx="284225" cy="320801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009599" y="2567432"/>
            <a:ext cx="122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Series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temporales FactoryTalk® </a:t>
            </a:r>
            <a:r>
              <a:rPr sz="1200" dirty="0">
                <a:latin typeface="Arial"/>
                <a:cs typeface="Arial"/>
              </a:rPr>
              <a:t>Optix</a:t>
            </a:r>
            <a:r>
              <a:rPr sz="1200" spc="40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09599" y="3731767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Alarmas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eventos, </a:t>
            </a:r>
            <a:r>
              <a:rPr sz="1200" dirty="0">
                <a:latin typeface="Arial"/>
                <a:cs typeface="Arial"/>
              </a:rPr>
              <a:t>métricas,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9599" y="4918024"/>
            <a:ext cx="11195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Documentos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ingeniería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P&amp;ID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8794" y="2119122"/>
            <a:ext cx="100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Fuentes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81000" y="2356675"/>
            <a:ext cx="11390630" cy="3745229"/>
            <a:chOff x="381000" y="2356675"/>
            <a:chExt cx="11390630" cy="3745229"/>
          </a:xfrm>
        </p:grpSpPr>
        <p:sp>
          <p:nvSpPr>
            <p:cNvPr id="55" name="object 55"/>
            <p:cNvSpPr/>
            <p:nvPr/>
          </p:nvSpPr>
          <p:spPr>
            <a:xfrm>
              <a:off x="2214752" y="2361438"/>
              <a:ext cx="119380" cy="2549525"/>
            </a:xfrm>
            <a:custGeom>
              <a:avLst/>
              <a:gdLst/>
              <a:ahLst/>
              <a:cxnLst/>
              <a:rect l="l" t="t" r="r" b="b"/>
              <a:pathLst>
                <a:path w="119380" h="2549525">
                  <a:moveTo>
                    <a:pt x="0" y="0"/>
                  </a:moveTo>
                  <a:lnTo>
                    <a:pt x="118872" y="0"/>
                  </a:lnTo>
                  <a:lnTo>
                    <a:pt x="118872" y="2549525"/>
                  </a:lnTo>
                  <a:lnTo>
                    <a:pt x="0" y="2549525"/>
                  </a:lnTo>
                </a:path>
              </a:pathLst>
            </a:custGeom>
            <a:ln w="9524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6705" y="3434588"/>
              <a:ext cx="144271" cy="7442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5687402"/>
              <a:ext cx="11390376" cy="41421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4568190" y="5745886"/>
            <a:ext cx="301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Gobernanza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calidad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027551" y="2556891"/>
            <a:ext cx="5187950" cy="2882900"/>
            <a:chOff x="4027551" y="2556891"/>
            <a:chExt cx="5187950" cy="2882900"/>
          </a:xfrm>
        </p:grpSpPr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27551" y="3464560"/>
              <a:ext cx="180848" cy="7645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369810" y="2556890"/>
              <a:ext cx="1845945" cy="2882900"/>
            </a:xfrm>
            <a:custGeom>
              <a:avLst/>
              <a:gdLst/>
              <a:ahLst/>
              <a:cxnLst/>
              <a:rect l="l" t="t" r="r" b="b"/>
              <a:pathLst>
                <a:path w="1845945" h="2882900">
                  <a:moveTo>
                    <a:pt x="1471422" y="0"/>
                  </a:moveTo>
                  <a:lnTo>
                    <a:pt x="0" y="0"/>
                  </a:lnTo>
                  <a:lnTo>
                    <a:pt x="0" y="2882773"/>
                  </a:lnTo>
                  <a:lnTo>
                    <a:pt x="1471422" y="2882773"/>
                  </a:lnTo>
                  <a:lnTo>
                    <a:pt x="1471422" y="0"/>
                  </a:lnTo>
                  <a:close/>
                </a:path>
                <a:path w="1845945" h="2882900">
                  <a:moveTo>
                    <a:pt x="1845525" y="1397"/>
                  </a:moveTo>
                  <a:lnTo>
                    <a:pt x="1522984" y="1397"/>
                  </a:lnTo>
                  <a:lnTo>
                    <a:pt x="1522984" y="2881376"/>
                  </a:lnTo>
                  <a:lnTo>
                    <a:pt x="1845525" y="2881376"/>
                  </a:lnTo>
                  <a:lnTo>
                    <a:pt x="1845525" y="1397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540243" y="1801190"/>
            <a:ext cx="1503045" cy="647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5"/>
              </a:spcBef>
            </a:pP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útiles</a:t>
            </a:r>
            <a:endParaRPr sz="14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815"/>
              </a:spcBef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desarrollador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7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aplicaciones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61246" y="3541425"/>
            <a:ext cx="188595" cy="91694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7860" algn="l"/>
              </a:tabLst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GUI</a:t>
            </a:r>
            <a:r>
              <a:rPr sz="1050" spc="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50" spc="-6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49311" y="2648165"/>
            <a:ext cx="1312545" cy="3263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517525" marR="64769" indent="-445134">
              <a:lnSpc>
                <a:spcPct val="100000"/>
              </a:lnSpc>
              <a:spcBef>
                <a:spcPts val="204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calidad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49311" y="3355314"/>
            <a:ext cx="1312545" cy="3867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6515" rIns="0" bIns="0" rtlCol="0">
            <a:spAutoFit/>
          </a:bodyPr>
          <a:lstStyle/>
          <a:p>
            <a:pPr marL="195580" marR="35560" indent="-1524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tiempo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real </a:t>
            </a:r>
            <a:r>
              <a:rPr sz="900" spc="-30" dirty="0">
                <a:latin typeface="Arial"/>
                <a:cs typeface="Arial"/>
              </a:rPr>
              <a:t>basado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49311" y="3819385"/>
            <a:ext cx="1312545" cy="316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3180" marR="35560" indent="354965">
              <a:lnSpc>
                <a:spcPct val="100000"/>
              </a:lnSpc>
              <a:spcBef>
                <a:spcPts val="170"/>
              </a:spcBef>
            </a:pPr>
            <a:r>
              <a:rPr sz="900" spc="-30" dirty="0">
                <a:latin typeface="Arial"/>
                <a:cs typeface="Arial"/>
              </a:rPr>
              <a:t>Catálogo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 descubrimiento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464170" y="5123192"/>
            <a:ext cx="1282700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350"/>
              </a:spcBef>
            </a:pPr>
            <a:r>
              <a:rPr sz="900" spc="-25" dirty="0">
                <a:latin typeface="Arial"/>
                <a:cs typeface="Arial"/>
              </a:rPr>
              <a:t>+++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449311" y="482004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Generación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gráficos</a:t>
            </a:r>
            <a:endParaRPr sz="9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449311" y="4516894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Imagen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3D</a:t>
            </a:r>
            <a:endParaRPr sz="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49311" y="4213745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Servicios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esquemas</a:t>
            </a:r>
            <a:endParaRPr sz="9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49311" y="305220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Alojamiento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70687" y="2295144"/>
            <a:ext cx="7172959" cy="3369310"/>
            <a:chOff x="170687" y="2295144"/>
            <a:chExt cx="7172959" cy="3369310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687" y="3459480"/>
              <a:ext cx="979678" cy="97967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6567" y="3677285"/>
              <a:ext cx="502030" cy="50190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578" y="3804680"/>
              <a:ext cx="229418" cy="24904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687" y="4646676"/>
              <a:ext cx="979678" cy="97967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6567" y="4863845"/>
              <a:ext cx="502030" cy="50203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39754" y="5014674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5" h="201295">
                  <a:moveTo>
                    <a:pt x="274580" y="53286"/>
                  </a:moveTo>
                  <a:lnTo>
                    <a:pt x="274580" y="0"/>
                  </a:lnTo>
                  <a:lnTo>
                    <a:pt x="0" y="0"/>
                  </a:lnTo>
                  <a:lnTo>
                    <a:pt x="0" y="201241"/>
                  </a:lnTo>
                  <a:lnTo>
                    <a:pt x="225404" y="201241"/>
                  </a:lnTo>
                  <a:lnTo>
                    <a:pt x="227515" y="199142"/>
                  </a:lnTo>
                  <a:lnTo>
                    <a:pt x="227515" y="196551"/>
                  </a:lnTo>
                  <a:lnTo>
                    <a:pt x="227515" y="193961"/>
                  </a:lnTo>
                  <a:lnTo>
                    <a:pt x="225404" y="191862"/>
                  </a:lnTo>
                  <a:lnTo>
                    <a:pt x="9460" y="191861"/>
                  </a:lnTo>
                  <a:lnTo>
                    <a:pt x="9460" y="9380"/>
                  </a:lnTo>
                  <a:lnTo>
                    <a:pt x="265167" y="9380"/>
                  </a:lnTo>
                  <a:lnTo>
                    <a:pt x="265167" y="53286"/>
                  </a:lnTo>
                  <a:lnTo>
                    <a:pt x="267274" y="55385"/>
                  </a:lnTo>
                  <a:lnTo>
                    <a:pt x="272469" y="55385"/>
                  </a:lnTo>
                  <a:lnTo>
                    <a:pt x="274580" y="5328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5918" y="5044850"/>
              <a:ext cx="208416" cy="16847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687" y="2295144"/>
              <a:ext cx="979678" cy="97967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6567" y="2513203"/>
              <a:ext cx="502030" cy="50190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36206" y="2646895"/>
              <a:ext cx="283845" cy="236220"/>
            </a:xfrm>
            <a:custGeom>
              <a:avLst/>
              <a:gdLst/>
              <a:ahLst/>
              <a:cxnLst/>
              <a:rect l="l" t="t" r="r" b="b"/>
              <a:pathLst>
                <a:path w="283844" h="236219">
                  <a:moveTo>
                    <a:pt x="42506" y="105371"/>
                  </a:moveTo>
                  <a:lnTo>
                    <a:pt x="40386" y="103276"/>
                  </a:lnTo>
                  <a:lnTo>
                    <a:pt x="35128" y="103276"/>
                  </a:lnTo>
                  <a:lnTo>
                    <a:pt x="33007" y="105371"/>
                  </a:lnTo>
                  <a:lnTo>
                    <a:pt x="33007" y="107962"/>
                  </a:lnTo>
                  <a:lnTo>
                    <a:pt x="33007" y="137731"/>
                  </a:lnTo>
                  <a:lnTo>
                    <a:pt x="35128" y="139827"/>
                  </a:lnTo>
                  <a:lnTo>
                    <a:pt x="40386" y="139827"/>
                  </a:lnTo>
                  <a:lnTo>
                    <a:pt x="42506" y="137731"/>
                  </a:lnTo>
                  <a:lnTo>
                    <a:pt x="42506" y="105371"/>
                  </a:lnTo>
                  <a:close/>
                </a:path>
                <a:path w="283844" h="236219">
                  <a:moveTo>
                    <a:pt x="60401" y="105371"/>
                  </a:moveTo>
                  <a:lnTo>
                    <a:pt x="58267" y="103276"/>
                  </a:lnTo>
                  <a:lnTo>
                    <a:pt x="53009" y="103276"/>
                  </a:lnTo>
                  <a:lnTo>
                    <a:pt x="50888" y="105371"/>
                  </a:lnTo>
                  <a:lnTo>
                    <a:pt x="50888" y="107962"/>
                  </a:lnTo>
                  <a:lnTo>
                    <a:pt x="50888" y="137731"/>
                  </a:lnTo>
                  <a:lnTo>
                    <a:pt x="53009" y="139827"/>
                  </a:lnTo>
                  <a:lnTo>
                    <a:pt x="58267" y="139827"/>
                  </a:lnTo>
                  <a:lnTo>
                    <a:pt x="60401" y="137731"/>
                  </a:lnTo>
                  <a:lnTo>
                    <a:pt x="60401" y="105371"/>
                  </a:lnTo>
                  <a:close/>
                </a:path>
                <a:path w="283844" h="236219">
                  <a:moveTo>
                    <a:pt x="78282" y="105371"/>
                  </a:moveTo>
                  <a:lnTo>
                    <a:pt x="76149" y="103276"/>
                  </a:lnTo>
                  <a:lnTo>
                    <a:pt x="70891" y="103276"/>
                  </a:lnTo>
                  <a:lnTo>
                    <a:pt x="68770" y="105371"/>
                  </a:lnTo>
                  <a:lnTo>
                    <a:pt x="68770" y="107962"/>
                  </a:lnTo>
                  <a:lnTo>
                    <a:pt x="68770" y="137731"/>
                  </a:lnTo>
                  <a:lnTo>
                    <a:pt x="70891" y="139827"/>
                  </a:lnTo>
                  <a:lnTo>
                    <a:pt x="76149" y="139827"/>
                  </a:lnTo>
                  <a:lnTo>
                    <a:pt x="78282" y="137731"/>
                  </a:lnTo>
                  <a:lnTo>
                    <a:pt x="78282" y="105371"/>
                  </a:lnTo>
                  <a:close/>
                </a:path>
                <a:path w="283844" h="236219">
                  <a:moveTo>
                    <a:pt x="221081" y="204762"/>
                  </a:moveTo>
                  <a:lnTo>
                    <a:pt x="219252" y="202907"/>
                  </a:lnTo>
                  <a:lnTo>
                    <a:pt x="217373" y="201091"/>
                  </a:lnTo>
                  <a:lnTo>
                    <a:pt x="214325" y="201091"/>
                  </a:lnTo>
                  <a:lnTo>
                    <a:pt x="197370" y="217792"/>
                  </a:lnTo>
                  <a:lnTo>
                    <a:pt x="197370" y="167335"/>
                  </a:lnTo>
                  <a:lnTo>
                    <a:pt x="195237" y="165239"/>
                  </a:lnTo>
                  <a:lnTo>
                    <a:pt x="189992" y="165239"/>
                  </a:lnTo>
                  <a:lnTo>
                    <a:pt x="187858" y="167335"/>
                  </a:lnTo>
                  <a:lnTo>
                    <a:pt x="187858" y="217792"/>
                  </a:lnTo>
                  <a:lnTo>
                    <a:pt x="170840" y="201091"/>
                  </a:lnTo>
                  <a:lnTo>
                    <a:pt x="167805" y="201091"/>
                  </a:lnTo>
                  <a:lnTo>
                    <a:pt x="164109" y="204762"/>
                  </a:lnTo>
                  <a:lnTo>
                    <a:pt x="164122" y="207733"/>
                  </a:lnTo>
                  <a:lnTo>
                    <a:pt x="192620" y="235712"/>
                  </a:lnTo>
                  <a:lnTo>
                    <a:pt x="210807" y="217792"/>
                  </a:lnTo>
                  <a:lnTo>
                    <a:pt x="221018" y="207733"/>
                  </a:lnTo>
                  <a:lnTo>
                    <a:pt x="221081" y="204762"/>
                  </a:lnTo>
                  <a:close/>
                </a:path>
                <a:path w="283844" h="236219">
                  <a:moveTo>
                    <a:pt x="226809" y="99961"/>
                  </a:moveTo>
                  <a:lnTo>
                    <a:pt x="217297" y="99961"/>
                  </a:lnTo>
                  <a:lnTo>
                    <a:pt x="217297" y="109308"/>
                  </a:lnTo>
                  <a:lnTo>
                    <a:pt x="217297" y="125780"/>
                  </a:lnTo>
                  <a:lnTo>
                    <a:pt x="200609" y="125780"/>
                  </a:lnTo>
                  <a:lnTo>
                    <a:pt x="200609" y="109308"/>
                  </a:lnTo>
                  <a:lnTo>
                    <a:pt x="217297" y="109308"/>
                  </a:lnTo>
                  <a:lnTo>
                    <a:pt x="217297" y="99961"/>
                  </a:lnTo>
                  <a:lnTo>
                    <a:pt x="191096" y="99961"/>
                  </a:lnTo>
                  <a:lnTo>
                    <a:pt x="191096" y="135140"/>
                  </a:lnTo>
                  <a:lnTo>
                    <a:pt x="226809" y="135140"/>
                  </a:lnTo>
                  <a:lnTo>
                    <a:pt x="226809" y="125780"/>
                  </a:lnTo>
                  <a:lnTo>
                    <a:pt x="226809" y="109308"/>
                  </a:lnTo>
                  <a:lnTo>
                    <a:pt x="226809" y="99961"/>
                  </a:lnTo>
                  <a:close/>
                </a:path>
                <a:path w="283844" h="236219">
                  <a:moveTo>
                    <a:pt x="253923" y="28028"/>
                  </a:moveTo>
                  <a:lnTo>
                    <a:pt x="252120" y="26212"/>
                  </a:lnTo>
                  <a:lnTo>
                    <a:pt x="243624" y="17919"/>
                  </a:lnTo>
                  <a:lnTo>
                    <a:pt x="225285" y="0"/>
                  </a:lnTo>
                  <a:lnTo>
                    <a:pt x="198704" y="26212"/>
                  </a:lnTo>
                  <a:lnTo>
                    <a:pt x="196837" y="28028"/>
                  </a:lnTo>
                  <a:lnTo>
                    <a:pt x="196837" y="31000"/>
                  </a:lnTo>
                  <a:lnTo>
                    <a:pt x="199593" y="33731"/>
                  </a:lnTo>
                  <a:lnTo>
                    <a:pt x="200812" y="34213"/>
                  </a:lnTo>
                  <a:lnTo>
                    <a:pt x="203301" y="34213"/>
                  </a:lnTo>
                  <a:lnTo>
                    <a:pt x="204431" y="33731"/>
                  </a:lnTo>
                  <a:lnTo>
                    <a:pt x="205460" y="32753"/>
                  </a:lnTo>
                  <a:lnTo>
                    <a:pt x="220484" y="17919"/>
                  </a:lnTo>
                  <a:lnTo>
                    <a:pt x="220535" y="68376"/>
                  </a:lnTo>
                  <a:lnTo>
                    <a:pt x="222656" y="70472"/>
                  </a:lnTo>
                  <a:lnTo>
                    <a:pt x="227914" y="70472"/>
                  </a:lnTo>
                  <a:lnTo>
                    <a:pt x="230047" y="68376"/>
                  </a:lnTo>
                  <a:lnTo>
                    <a:pt x="230047" y="17919"/>
                  </a:lnTo>
                  <a:lnTo>
                    <a:pt x="245211" y="32753"/>
                  </a:lnTo>
                  <a:lnTo>
                    <a:pt x="247103" y="34645"/>
                  </a:lnTo>
                  <a:lnTo>
                    <a:pt x="250101" y="34645"/>
                  </a:lnTo>
                  <a:lnTo>
                    <a:pt x="253885" y="31000"/>
                  </a:lnTo>
                  <a:lnTo>
                    <a:pt x="253923" y="28028"/>
                  </a:lnTo>
                  <a:close/>
                </a:path>
                <a:path w="283844" h="236219">
                  <a:moveTo>
                    <a:pt x="282752" y="125082"/>
                  </a:moveTo>
                  <a:lnTo>
                    <a:pt x="279069" y="121386"/>
                  </a:lnTo>
                  <a:lnTo>
                    <a:pt x="276059" y="121361"/>
                  </a:lnTo>
                  <a:lnTo>
                    <a:pt x="274180" y="123164"/>
                  </a:lnTo>
                  <a:lnTo>
                    <a:pt x="251002" y="145694"/>
                  </a:lnTo>
                  <a:lnTo>
                    <a:pt x="246405" y="147574"/>
                  </a:lnTo>
                  <a:lnTo>
                    <a:pt x="156032" y="147599"/>
                  </a:lnTo>
                  <a:lnTo>
                    <a:pt x="153898" y="149682"/>
                  </a:lnTo>
                  <a:lnTo>
                    <a:pt x="153898" y="154863"/>
                  </a:lnTo>
                  <a:lnTo>
                    <a:pt x="156032" y="156946"/>
                  </a:lnTo>
                  <a:lnTo>
                    <a:pt x="248920" y="156921"/>
                  </a:lnTo>
                  <a:lnTo>
                    <a:pt x="255917" y="154063"/>
                  </a:lnTo>
                  <a:lnTo>
                    <a:pt x="282714" y="128054"/>
                  </a:lnTo>
                  <a:lnTo>
                    <a:pt x="282752" y="125082"/>
                  </a:lnTo>
                  <a:close/>
                </a:path>
                <a:path w="283844" h="236219">
                  <a:moveTo>
                    <a:pt x="283743" y="78574"/>
                  </a:moveTo>
                  <a:lnTo>
                    <a:pt x="0" y="78574"/>
                  </a:lnTo>
                  <a:lnTo>
                    <a:pt x="0" y="156578"/>
                  </a:lnTo>
                  <a:lnTo>
                    <a:pt x="142163" y="156578"/>
                  </a:lnTo>
                  <a:lnTo>
                    <a:pt x="144297" y="154482"/>
                  </a:lnTo>
                  <a:lnTo>
                    <a:pt x="144297" y="149313"/>
                  </a:lnTo>
                  <a:lnTo>
                    <a:pt x="142163" y="147218"/>
                  </a:lnTo>
                  <a:lnTo>
                    <a:pt x="9512" y="147218"/>
                  </a:lnTo>
                  <a:lnTo>
                    <a:pt x="9512" y="87922"/>
                  </a:lnTo>
                  <a:lnTo>
                    <a:pt x="274231" y="87922"/>
                  </a:lnTo>
                  <a:lnTo>
                    <a:pt x="274231" y="112979"/>
                  </a:lnTo>
                  <a:lnTo>
                    <a:pt x="276364" y="115074"/>
                  </a:lnTo>
                  <a:lnTo>
                    <a:pt x="281609" y="115074"/>
                  </a:lnTo>
                  <a:lnTo>
                    <a:pt x="283743" y="112979"/>
                  </a:lnTo>
                  <a:lnTo>
                    <a:pt x="283743" y="7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23971" y="4683251"/>
              <a:ext cx="979677" cy="98115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80130" y="4901819"/>
              <a:ext cx="502031" cy="50190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220948" y="5002263"/>
              <a:ext cx="221615" cy="302260"/>
            </a:xfrm>
            <a:custGeom>
              <a:avLst/>
              <a:gdLst/>
              <a:ahLst/>
              <a:cxnLst/>
              <a:rect l="l" t="t" r="r" b="b"/>
              <a:pathLst>
                <a:path w="221614" h="302260">
                  <a:moveTo>
                    <a:pt x="198882" y="49796"/>
                  </a:moveTo>
                  <a:lnTo>
                    <a:pt x="196570" y="47485"/>
                  </a:lnTo>
                  <a:lnTo>
                    <a:pt x="172161" y="47485"/>
                  </a:lnTo>
                  <a:lnTo>
                    <a:pt x="172161" y="23037"/>
                  </a:lnTo>
                  <a:lnTo>
                    <a:pt x="169849" y="20713"/>
                  </a:lnTo>
                  <a:lnTo>
                    <a:pt x="167005" y="20713"/>
                  </a:lnTo>
                  <a:lnTo>
                    <a:pt x="164147" y="20713"/>
                  </a:lnTo>
                  <a:lnTo>
                    <a:pt x="161836" y="23037"/>
                  </a:lnTo>
                  <a:lnTo>
                    <a:pt x="161836" y="57835"/>
                  </a:lnTo>
                  <a:lnTo>
                    <a:pt x="196570" y="57835"/>
                  </a:lnTo>
                  <a:lnTo>
                    <a:pt x="198882" y="55511"/>
                  </a:lnTo>
                  <a:lnTo>
                    <a:pt x="198882" y="49796"/>
                  </a:lnTo>
                  <a:close/>
                </a:path>
                <a:path w="221614" h="302260">
                  <a:moveTo>
                    <a:pt x="218528" y="35572"/>
                  </a:moveTo>
                  <a:lnTo>
                    <a:pt x="185369" y="2273"/>
                  </a:lnTo>
                  <a:lnTo>
                    <a:pt x="179908" y="0"/>
                  </a:lnTo>
                  <a:lnTo>
                    <a:pt x="73761" y="0"/>
                  </a:lnTo>
                  <a:lnTo>
                    <a:pt x="71450" y="2324"/>
                  </a:lnTo>
                  <a:lnTo>
                    <a:pt x="71450" y="8039"/>
                  </a:lnTo>
                  <a:lnTo>
                    <a:pt x="73761" y="10363"/>
                  </a:lnTo>
                  <a:lnTo>
                    <a:pt x="76619" y="10363"/>
                  </a:lnTo>
                  <a:lnTo>
                    <a:pt x="177165" y="10363"/>
                  </a:lnTo>
                  <a:lnTo>
                    <a:pt x="179984" y="11544"/>
                  </a:lnTo>
                  <a:lnTo>
                    <a:pt x="211264" y="42862"/>
                  </a:lnTo>
                  <a:lnTo>
                    <a:pt x="214515" y="42862"/>
                  </a:lnTo>
                  <a:lnTo>
                    <a:pt x="218528" y="38836"/>
                  </a:lnTo>
                  <a:lnTo>
                    <a:pt x="218528" y="35572"/>
                  </a:lnTo>
                  <a:close/>
                </a:path>
                <a:path w="221614" h="302260">
                  <a:moveTo>
                    <a:pt x="221373" y="54102"/>
                  </a:moveTo>
                  <a:lnTo>
                    <a:pt x="219062" y="51777"/>
                  </a:lnTo>
                  <a:lnTo>
                    <a:pt x="216217" y="51777"/>
                  </a:lnTo>
                  <a:lnTo>
                    <a:pt x="213360" y="51777"/>
                  </a:lnTo>
                  <a:lnTo>
                    <a:pt x="211061" y="54102"/>
                  </a:lnTo>
                  <a:lnTo>
                    <a:pt x="211061" y="291642"/>
                  </a:lnTo>
                  <a:lnTo>
                    <a:pt x="10325" y="291642"/>
                  </a:lnTo>
                  <a:lnTo>
                    <a:pt x="10325" y="10363"/>
                  </a:lnTo>
                  <a:lnTo>
                    <a:pt x="58623" y="10363"/>
                  </a:lnTo>
                  <a:lnTo>
                    <a:pt x="60934" y="8039"/>
                  </a:lnTo>
                  <a:lnTo>
                    <a:pt x="60934" y="2324"/>
                  </a:lnTo>
                  <a:lnTo>
                    <a:pt x="58623" y="0"/>
                  </a:lnTo>
                  <a:lnTo>
                    <a:pt x="0" y="0"/>
                  </a:lnTo>
                  <a:lnTo>
                    <a:pt x="0" y="302044"/>
                  </a:lnTo>
                  <a:lnTo>
                    <a:pt x="221373" y="302044"/>
                  </a:lnTo>
                  <a:lnTo>
                    <a:pt x="221373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09032" y="4683251"/>
              <a:ext cx="979677" cy="98115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64428" y="4901819"/>
              <a:ext cx="502031" cy="50190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68187" y="5006187"/>
              <a:ext cx="294538" cy="29301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15740" y="4683251"/>
              <a:ext cx="981151" cy="98115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72279" y="4901819"/>
              <a:ext cx="502031" cy="50190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02328" y="5046598"/>
              <a:ext cx="239649" cy="7175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363847" y="5014722"/>
              <a:ext cx="316865" cy="134620"/>
            </a:xfrm>
            <a:custGeom>
              <a:avLst/>
              <a:gdLst/>
              <a:ahLst/>
              <a:cxnLst/>
              <a:rect l="l" t="t" r="r" b="b"/>
              <a:pathLst>
                <a:path w="316864" h="134620">
                  <a:moveTo>
                    <a:pt x="2539" y="134365"/>
                  </a:moveTo>
                  <a:lnTo>
                    <a:pt x="316483" y="130428"/>
                  </a:lnTo>
                </a:path>
                <a:path w="316864" h="134620">
                  <a:moveTo>
                    <a:pt x="0" y="0"/>
                  </a:moveTo>
                  <a:lnTo>
                    <a:pt x="167258" y="0"/>
                  </a:lnTo>
                </a:path>
                <a:path w="316864" h="134620">
                  <a:moveTo>
                    <a:pt x="0" y="0"/>
                  </a:moveTo>
                  <a:lnTo>
                    <a:pt x="0" y="134365"/>
                  </a:lnTo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56505" y="5009514"/>
              <a:ext cx="129412" cy="134873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562602" y="5168645"/>
              <a:ext cx="60325" cy="57785"/>
            </a:xfrm>
            <a:custGeom>
              <a:avLst/>
              <a:gdLst/>
              <a:ahLst/>
              <a:cxnLst/>
              <a:rect l="l" t="t" r="r" b="b"/>
              <a:pathLst>
                <a:path w="60325" h="57785">
                  <a:moveTo>
                    <a:pt x="11049" y="0"/>
                  </a:moveTo>
                  <a:lnTo>
                    <a:pt x="60198" y="39369"/>
                  </a:lnTo>
                  <a:lnTo>
                    <a:pt x="0" y="57657"/>
                  </a:lnTo>
                  <a:lnTo>
                    <a:pt x="11049" y="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80052" y="523659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20">
                  <a:moveTo>
                    <a:pt x="0" y="29210"/>
                  </a:moveTo>
                  <a:lnTo>
                    <a:pt x="2341" y="17841"/>
                  </a:lnTo>
                  <a:lnTo>
                    <a:pt x="8731" y="8556"/>
                  </a:lnTo>
                  <a:lnTo>
                    <a:pt x="18216" y="2295"/>
                  </a:lnTo>
                  <a:lnTo>
                    <a:pt x="29845" y="0"/>
                  </a:lnTo>
                  <a:lnTo>
                    <a:pt x="41473" y="2295"/>
                  </a:lnTo>
                  <a:lnTo>
                    <a:pt x="50958" y="8556"/>
                  </a:lnTo>
                  <a:lnTo>
                    <a:pt x="57348" y="17841"/>
                  </a:lnTo>
                  <a:lnTo>
                    <a:pt x="59689" y="29210"/>
                  </a:lnTo>
                  <a:lnTo>
                    <a:pt x="57348" y="40578"/>
                  </a:lnTo>
                  <a:lnTo>
                    <a:pt x="50958" y="49863"/>
                  </a:lnTo>
                  <a:lnTo>
                    <a:pt x="41473" y="56124"/>
                  </a:lnTo>
                  <a:lnTo>
                    <a:pt x="29845" y="58420"/>
                  </a:lnTo>
                  <a:lnTo>
                    <a:pt x="18216" y="56124"/>
                  </a:lnTo>
                  <a:lnTo>
                    <a:pt x="8731" y="49863"/>
                  </a:lnTo>
                  <a:lnTo>
                    <a:pt x="2341" y="40578"/>
                  </a:lnTo>
                  <a:lnTo>
                    <a:pt x="0" y="2921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385055" y="5165470"/>
              <a:ext cx="93345" cy="89535"/>
            </a:xfrm>
            <a:custGeom>
              <a:avLst/>
              <a:gdLst/>
              <a:ahLst/>
              <a:cxnLst/>
              <a:rect l="l" t="t" r="r" b="b"/>
              <a:pathLst>
                <a:path w="93345" h="89535">
                  <a:moveTo>
                    <a:pt x="33782" y="0"/>
                  </a:moveTo>
                  <a:lnTo>
                    <a:pt x="93091" y="45338"/>
                  </a:lnTo>
                  <a:lnTo>
                    <a:pt x="59309" y="89534"/>
                  </a:lnTo>
                  <a:lnTo>
                    <a:pt x="0" y="44322"/>
                  </a:lnTo>
                  <a:lnTo>
                    <a:pt x="33782" y="0"/>
                  </a:lnTo>
                  <a:close/>
                </a:path>
              </a:pathLst>
            </a:custGeom>
            <a:ln w="6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081266" y="3434588"/>
              <a:ext cx="262255" cy="74930"/>
            </a:xfrm>
            <a:custGeom>
              <a:avLst/>
              <a:gdLst/>
              <a:ahLst/>
              <a:cxnLst/>
              <a:rect l="l" t="t" r="r" b="b"/>
              <a:pathLst>
                <a:path w="262254" h="74929">
                  <a:moveTo>
                    <a:pt x="244195" y="37211"/>
                  </a:moveTo>
                  <a:lnTo>
                    <a:pt x="199898" y="64897"/>
                  </a:lnTo>
                  <a:lnTo>
                    <a:pt x="197738" y="66294"/>
                  </a:lnTo>
                  <a:lnTo>
                    <a:pt x="196976" y="69214"/>
                  </a:lnTo>
                  <a:lnTo>
                    <a:pt x="198374" y="71500"/>
                  </a:lnTo>
                  <a:lnTo>
                    <a:pt x="199770" y="73660"/>
                  </a:lnTo>
                  <a:lnTo>
                    <a:pt x="202818" y="74422"/>
                  </a:lnTo>
                  <a:lnTo>
                    <a:pt x="204977" y="73025"/>
                  </a:lnTo>
                  <a:lnTo>
                    <a:pt x="254739" y="41910"/>
                  </a:lnTo>
                  <a:lnTo>
                    <a:pt x="253237" y="41910"/>
                  </a:lnTo>
                  <a:lnTo>
                    <a:pt x="253237" y="41275"/>
                  </a:lnTo>
                  <a:lnTo>
                    <a:pt x="250698" y="41275"/>
                  </a:lnTo>
                  <a:lnTo>
                    <a:pt x="244195" y="37211"/>
                  </a:lnTo>
                  <a:close/>
                </a:path>
                <a:path w="262254" h="74929">
                  <a:moveTo>
                    <a:pt x="236474" y="32385"/>
                  </a:moveTo>
                  <a:lnTo>
                    <a:pt x="0" y="32385"/>
                  </a:lnTo>
                  <a:lnTo>
                    <a:pt x="0" y="41910"/>
                  </a:lnTo>
                  <a:lnTo>
                    <a:pt x="236677" y="41910"/>
                  </a:lnTo>
                  <a:lnTo>
                    <a:pt x="244195" y="37211"/>
                  </a:lnTo>
                  <a:lnTo>
                    <a:pt x="236474" y="32385"/>
                  </a:lnTo>
                  <a:close/>
                </a:path>
                <a:path w="262254" h="74929">
                  <a:moveTo>
                    <a:pt x="254536" y="32385"/>
                  </a:moveTo>
                  <a:lnTo>
                    <a:pt x="253237" y="32385"/>
                  </a:lnTo>
                  <a:lnTo>
                    <a:pt x="253237" y="41910"/>
                  </a:lnTo>
                  <a:lnTo>
                    <a:pt x="254739" y="41910"/>
                  </a:lnTo>
                  <a:lnTo>
                    <a:pt x="262254" y="37211"/>
                  </a:lnTo>
                  <a:lnTo>
                    <a:pt x="254536" y="32385"/>
                  </a:lnTo>
                  <a:close/>
                </a:path>
                <a:path w="262254" h="74929">
                  <a:moveTo>
                    <a:pt x="250698" y="33147"/>
                  </a:moveTo>
                  <a:lnTo>
                    <a:pt x="244195" y="37211"/>
                  </a:lnTo>
                  <a:lnTo>
                    <a:pt x="250698" y="41275"/>
                  </a:lnTo>
                  <a:lnTo>
                    <a:pt x="250698" y="33147"/>
                  </a:lnTo>
                  <a:close/>
                </a:path>
                <a:path w="262254" h="74929">
                  <a:moveTo>
                    <a:pt x="253237" y="33147"/>
                  </a:moveTo>
                  <a:lnTo>
                    <a:pt x="250698" y="33147"/>
                  </a:lnTo>
                  <a:lnTo>
                    <a:pt x="250698" y="41275"/>
                  </a:lnTo>
                  <a:lnTo>
                    <a:pt x="253237" y="41275"/>
                  </a:lnTo>
                  <a:lnTo>
                    <a:pt x="253237" y="33147"/>
                  </a:lnTo>
                  <a:close/>
                </a:path>
                <a:path w="262254" h="74929">
                  <a:moveTo>
                    <a:pt x="202818" y="0"/>
                  </a:moveTo>
                  <a:lnTo>
                    <a:pt x="199770" y="635"/>
                  </a:lnTo>
                  <a:lnTo>
                    <a:pt x="196976" y="5207"/>
                  </a:lnTo>
                  <a:lnTo>
                    <a:pt x="197738" y="8127"/>
                  </a:lnTo>
                  <a:lnTo>
                    <a:pt x="199898" y="9525"/>
                  </a:lnTo>
                  <a:lnTo>
                    <a:pt x="244195" y="37211"/>
                  </a:lnTo>
                  <a:lnTo>
                    <a:pt x="250698" y="33147"/>
                  </a:lnTo>
                  <a:lnTo>
                    <a:pt x="253237" y="33147"/>
                  </a:lnTo>
                  <a:lnTo>
                    <a:pt x="253237" y="32385"/>
                  </a:lnTo>
                  <a:lnTo>
                    <a:pt x="254536" y="32385"/>
                  </a:lnTo>
                  <a:lnTo>
                    <a:pt x="204977" y="1397"/>
                  </a:lnTo>
                  <a:lnTo>
                    <a:pt x="20281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9940543" y="2119122"/>
            <a:ext cx="1432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260" marR="5080" indent="-54419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Ciencia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aplicaciones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2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0263378" y="2660650"/>
            <a:ext cx="1402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Exploración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9401556" y="2295144"/>
            <a:ext cx="979805" cy="979805"/>
            <a:chOff x="9401556" y="2295144"/>
            <a:chExt cx="979805" cy="979805"/>
          </a:xfrm>
        </p:grpSpPr>
        <p:pic>
          <p:nvPicPr>
            <p:cNvPr id="101" name="object 10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01556" y="2295144"/>
              <a:ext cx="979677" cy="97967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57588" y="2513203"/>
              <a:ext cx="502030" cy="50190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06259" y="2654524"/>
              <a:ext cx="205681" cy="221297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10263378" y="373298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Aplicaciones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soluciones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industriales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915911" y="3341433"/>
            <a:ext cx="10840085" cy="2025014"/>
            <a:chOff x="915911" y="3341433"/>
            <a:chExt cx="10840085" cy="2025014"/>
          </a:xfrm>
        </p:grpSpPr>
        <p:pic>
          <p:nvPicPr>
            <p:cNvPr id="106" name="object 10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1556" y="3459480"/>
              <a:ext cx="979677" cy="97967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57587" y="3677285"/>
              <a:ext cx="502030" cy="50190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777810" y="3831810"/>
              <a:ext cx="262624" cy="19435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657587" y="4863846"/>
              <a:ext cx="502030" cy="502031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798265" y="5020711"/>
              <a:ext cx="221789" cy="18916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915911" y="3346196"/>
              <a:ext cx="10840085" cy="1164590"/>
            </a:xfrm>
            <a:custGeom>
              <a:avLst/>
              <a:gdLst/>
              <a:ahLst/>
              <a:cxnLst/>
              <a:rect l="l" t="t" r="r" b="b"/>
              <a:pathLst>
                <a:path w="10840085" h="1164589">
                  <a:moveTo>
                    <a:pt x="9230880" y="0"/>
                  </a:moveTo>
                  <a:lnTo>
                    <a:pt x="10839970" y="0"/>
                  </a:lnTo>
                </a:path>
                <a:path w="10840085" h="1164589">
                  <a:moveTo>
                    <a:pt x="9230880" y="1164081"/>
                  </a:moveTo>
                  <a:lnTo>
                    <a:pt x="10839970" y="1164081"/>
                  </a:lnTo>
                </a:path>
                <a:path w="10840085" h="1164589">
                  <a:moveTo>
                    <a:pt x="0" y="0"/>
                  </a:moveTo>
                  <a:lnTo>
                    <a:pt x="1351927" y="0"/>
                  </a:lnTo>
                </a:path>
                <a:path w="10840085" h="1164589">
                  <a:moveTo>
                    <a:pt x="0" y="1164081"/>
                  </a:moveTo>
                  <a:lnTo>
                    <a:pt x="1351927" y="1164081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10284079" y="4920233"/>
            <a:ext cx="139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Ciencia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analítica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3" name="object 11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401556" y="4646676"/>
            <a:ext cx="979677" cy="979678"/>
          </a:xfrm>
          <a:prstGeom prst="rect">
            <a:avLst/>
          </a:prstGeom>
        </p:spPr>
      </p:pic>
      <p:sp>
        <p:nvSpPr>
          <p:cNvPr id="114" name="object 1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15" name="object 1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603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042917" y="6517944"/>
            <a:ext cx="22205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PUBLIC</a:t>
            </a:r>
            <a:r>
              <a:rPr sz="700" spc="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9883" y="6494475"/>
            <a:ext cx="142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70" dirty="0">
                <a:latin typeface="Arial"/>
                <a:cs typeface="Arial"/>
              </a:rPr>
              <a:t>19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26305" y="1097152"/>
            <a:ext cx="4204335" cy="5743575"/>
            <a:chOff x="4226305" y="1097152"/>
            <a:chExt cx="4204335" cy="57435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39005" y="1109852"/>
              <a:ext cx="26034" cy="4582160"/>
            </a:xfrm>
            <a:custGeom>
              <a:avLst/>
              <a:gdLst/>
              <a:ahLst/>
              <a:cxnLst/>
              <a:rect l="l" t="t" r="r" b="b"/>
              <a:pathLst>
                <a:path w="26035" h="4582160">
                  <a:moveTo>
                    <a:pt x="25781" y="0"/>
                  </a:moveTo>
                  <a:lnTo>
                    <a:pt x="0" y="4581639"/>
                  </a:lnTo>
                </a:path>
              </a:pathLst>
            </a:custGeom>
            <a:ln w="25400">
              <a:solidFill>
                <a:srgbClr val="B8B8B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0654" y="354914"/>
            <a:ext cx="1094883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95" dirty="0" err="1">
                <a:solidFill>
                  <a:srgbClr val="4B4B4B"/>
                </a:solidFill>
              </a:rPr>
              <a:t>Flujo</a:t>
            </a:r>
            <a:r>
              <a:rPr lang="en-US" sz="2800" spc="-95" dirty="0">
                <a:solidFill>
                  <a:srgbClr val="4B4B4B"/>
                </a:solidFill>
              </a:rPr>
              <a:t> de </a:t>
            </a:r>
            <a:r>
              <a:rPr lang="en-US" sz="2800" spc="-95" dirty="0" err="1">
                <a:solidFill>
                  <a:srgbClr val="4B4B4B"/>
                </a:solidFill>
              </a:rPr>
              <a:t>datos</a:t>
            </a:r>
            <a:r>
              <a:rPr lang="en-US" sz="2800" spc="-95" dirty="0">
                <a:solidFill>
                  <a:srgbClr val="4B4B4B"/>
                </a:solidFill>
              </a:rPr>
              <a:t> </a:t>
            </a:r>
            <a:r>
              <a:rPr lang="en-US" sz="2800" spc="-95" dirty="0" err="1">
                <a:solidFill>
                  <a:srgbClr val="4B4B4B"/>
                </a:solidFill>
              </a:rPr>
              <a:t>simplificado</a:t>
            </a:r>
            <a:r>
              <a:rPr lang="en-US" sz="2800" spc="-95" dirty="0">
                <a:solidFill>
                  <a:srgbClr val="4B4B4B"/>
                </a:solidFill>
              </a:rPr>
              <a:t> </a:t>
            </a:r>
            <a:r>
              <a:rPr sz="2800" spc="-150" dirty="0">
                <a:solidFill>
                  <a:srgbClr val="000000"/>
                </a:solidFill>
              </a:rPr>
              <a:t>FactoryTalk®</a:t>
            </a:r>
            <a:r>
              <a:rPr sz="2800" spc="-105" dirty="0">
                <a:solidFill>
                  <a:srgbClr val="000000"/>
                </a:solidFill>
              </a:rPr>
              <a:t> DataMosaix</a:t>
            </a:r>
            <a:endParaRPr sz="2800" dirty="0"/>
          </a:p>
        </p:txBody>
      </p:sp>
      <p:grpSp>
        <p:nvGrpSpPr>
          <p:cNvPr id="13" name="object 13"/>
          <p:cNvGrpSpPr/>
          <p:nvPr/>
        </p:nvGrpSpPr>
        <p:grpSpPr>
          <a:xfrm>
            <a:off x="230124" y="5446776"/>
            <a:ext cx="11776075" cy="595630"/>
            <a:chOff x="230124" y="5446776"/>
            <a:chExt cx="11776075" cy="5956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124" y="5446776"/>
              <a:ext cx="11775567" cy="5955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175" y="5473128"/>
              <a:ext cx="11677650" cy="49904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88534" y="5601716"/>
            <a:ext cx="422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latin typeface="Arial"/>
                <a:cs typeface="Arial"/>
              </a:rPr>
              <a:t>Edge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01933" y="5585866"/>
            <a:ext cx="466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Arial"/>
                <a:cs typeface="Arial"/>
              </a:rPr>
              <a:t>Cloud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2324" y="1093977"/>
            <a:ext cx="11478895" cy="4801870"/>
            <a:chOff x="372324" y="1093977"/>
            <a:chExt cx="11478895" cy="4801870"/>
          </a:xfrm>
        </p:grpSpPr>
        <p:sp>
          <p:nvSpPr>
            <p:cNvPr id="19" name="object 19"/>
            <p:cNvSpPr/>
            <p:nvPr/>
          </p:nvSpPr>
          <p:spPr>
            <a:xfrm>
              <a:off x="11445114" y="5610997"/>
              <a:ext cx="396875" cy="226060"/>
            </a:xfrm>
            <a:custGeom>
              <a:avLst/>
              <a:gdLst/>
              <a:ahLst/>
              <a:cxnLst/>
              <a:rect l="l" t="t" r="r" b="b"/>
              <a:pathLst>
                <a:path w="396875" h="226060">
                  <a:moveTo>
                    <a:pt x="62191" y="84317"/>
                  </a:moveTo>
                  <a:lnTo>
                    <a:pt x="13655" y="112077"/>
                  </a:lnTo>
                  <a:lnTo>
                    <a:pt x="98" y="147058"/>
                  </a:lnTo>
                  <a:lnTo>
                    <a:pt x="0" y="147470"/>
                  </a:lnTo>
                  <a:lnTo>
                    <a:pt x="16737" y="200701"/>
                  </a:lnTo>
                  <a:lnTo>
                    <a:pt x="66863" y="225148"/>
                  </a:lnTo>
                  <a:lnTo>
                    <a:pt x="66863" y="225619"/>
                  </a:lnTo>
                  <a:lnTo>
                    <a:pt x="339968" y="225619"/>
                  </a:lnTo>
                  <a:lnTo>
                    <a:pt x="379874" y="209012"/>
                  </a:lnTo>
                  <a:lnTo>
                    <a:pt x="396472" y="169083"/>
                  </a:lnTo>
                  <a:lnTo>
                    <a:pt x="392169" y="147470"/>
                  </a:lnTo>
                  <a:lnTo>
                    <a:pt x="392087" y="147058"/>
                  </a:lnTo>
                  <a:lnTo>
                    <a:pt x="380192" y="129045"/>
                  </a:lnTo>
                  <a:lnTo>
                    <a:pt x="362305" y="116611"/>
                  </a:lnTo>
                  <a:lnTo>
                    <a:pt x="340439" y="112077"/>
                  </a:lnTo>
                  <a:lnTo>
                    <a:pt x="335730" y="112077"/>
                  </a:lnTo>
                  <a:lnTo>
                    <a:pt x="333677" y="95212"/>
                  </a:lnTo>
                  <a:lnTo>
                    <a:pt x="329722" y="84751"/>
                  </a:lnTo>
                  <a:lnTo>
                    <a:pt x="81460" y="84751"/>
                  </a:lnTo>
                  <a:lnTo>
                    <a:pt x="62191" y="84317"/>
                  </a:lnTo>
                  <a:close/>
                </a:path>
                <a:path w="396875" h="226060">
                  <a:moveTo>
                    <a:pt x="174678" y="0"/>
                  </a:moveTo>
                  <a:lnTo>
                    <a:pt x="120395" y="12919"/>
                  </a:lnTo>
                  <a:lnTo>
                    <a:pt x="86316" y="55762"/>
                  </a:lnTo>
                  <a:lnTo>
                    <a:pt x="81460" y="83809"/>
                  </a:lnTo>
                  <a:lnTo>
                    <a:pt x="81460" y="84751"/>
                  </a:lnTo>
                  <a:lnTo>
                    <a:pt x="329722" y="84751"/>
                  </a:lnTo>
                  <a:lnTo>
                    <a:pt x="327784" y="79628"/>
                  </a:lnTo>
                  <a:lnTo>
                    <a:pt x="291086" y="46575"/>
                  </a:lnTo>
                  <a:lnTo>
                    <a:pt x="241556" y="45648"/>
                  </a:lnTo>
                  <a:lnTo>
                    <a:pt x="224443" y="22835"/>
                  </a:lnTo>
                  <a:lnTo>
                    <a:pt x="201414" y="7309"/>
                  </a:lnTo>
                  <a:lnTo>
                    <a:pt x="174678" y="0"/>
                  </a:lnTo>
                  <a:close/>
                </a:path>
                <a:path w="396875" h="226060">
                  <a:moveTo>
                    <a:pt x="258125" y="42011"/>
                  </a:moveTo>
                  <a:lnTo>
                    <a:pt x="241556" y="45648"/>
                  </a:lnTo>
                  <a:lnTo>
                    <a:pt x="287526" y="45648"/>
                  </a:lnTo>
                  <a:lnTo>
                    <a:pt x="274870" y="42350"/>
                  </a:lnTo>
                  <a:lnTo>
                    <a:pt x="258125" y="42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445114" y="5610997"/>
              <a:ext cx="396875" cy="226060"/>
            </a:xfrm>
            <a:custGeom>
              <a:avLst/>
              <a:gdLst/>
              <a:ahLst/>
              <a:cxnLst/>
              <a:rect l="l" t="t" r="r" b="b"/>
              <a:pathLst>
                <a:path w="396875" h="226060">
                  <a:moveTo>
                    <a:pt x="340439" y="112077"/>
                  </a:moveTo>
                  <a:lnTo>
                    <a:pt x="339026" y="112077"/>
                  </a:lnTo>
                  <a:lnTo>
                    <a:pt x="337143" y="112077"/>
                  </a:lnTo>
                  <a:lnTo>
                    <a:pt x="335730" y="112077"/>
                  </a:lnTo>
                  <a:lnTo>
                    <a:pt x="333677" y="95212"/>
                  </a:lnTo>
                  <a:lnTo>
                    <a:pt x="327784" y="79628"/>
                  </a:lnTo>
                  <a:lnTo>
                    <a:pt x="291086" y="46575"/>
                  </a:lnTo>
                  <a:lnTo>
                    <a:pt x="258125" y="42011"/>
                  </a:lnTo>
                  <a:lnTo>
                    <a:pt x="241556" y="45648"/>
                  </a:lnTo>
                  <a:lnTo>
                    <a:pt x="224443" y="22835"/>
                  </a:lnTo>
                  <a:lnTo>
                    <a:pt x="201414" y="7309"/>
                  </a:lnTo>
                  <a:lnTo>
                    <a:pt x="174678" y="0"/>
                  </a:lnTo>
                  <a:lnTo>
                    <a:pt x="146440" y="1832"/>
                  </a:lnTo>
                  <a:lnTo>
                    <a:pt x="120395" y="12919"/>
                  </a:lnTo>
                  <a:lnTo>
                    <a:pt x="99824" y="31514"/>
                  </a:lnTo>
                  <a:lnTo>
                    <a:pt x="86316" y="55762"/>
                  </a:lnTo>
                  <a:lnTo>
                    <a:pt x="81460" y="83809"/>
                  </a:lnTo>
                  <a:lnTo>
                    <a:pt x="81460" y="84280"/>
                  </a:lnTo>
                  <a:lnTo>
                    <a:pt x="81460" y="84751"/>
                  </a:lnTo>
                  <a:lnTo>
                    <a:pt x="62191" y="84317"/>
                  </a:lnTo>
                  <a:lnTo>
                    <a:pt x="13655" y="112077"/>
                  </a:lnTo>
                  <a:lnTo>
                    <a:pt x="0" y="147470"/>
                  </a:lnTo>
                  <a:lnTo>
                    <a:pt x="544" y="166338"/>
                  </a:lnTo>
                  <a:lnTo>
                    <a:pt x="31018" y="213193"/>
                  </a:lnTo>
                  <a:lnTo>
                    <a:pt x="66863" y="225148"/>
                  </a:lnTo>
                  <a:lnTo>
                    <a:pt x="66863" y="225619"/>
                  </a:lnTo>
                  <a:lnTo>
                    <a:pt x="339968" y="225619"/>
                  </a:lnTo>
                  <a:lnTo>
                    <a:pt x="379874" y="209012"/>
                  </a:lnTo>
                  <a:lnTo>
                    <a:pt x="396472" y="169083"/>
                  </a:lnTo>
                  <a:lnTo>
                    <a:pt x="392087" y="147058"/>
                  </a:lnTo>
                  <a:lnTo>
                    <a:pt x="380110" y="128920"/>
                  </a:lnTo>
                  <a:lnTo>
                    <a:pt x="362305" y="116611"/>
                  </a:lnTo>
                  <a:lnTo>
                    <a:pt x="340439" y="112077"/>
                  </a:lnTo>
                  <a:close/>
                </a:path>
              </a:pathLst>
            </a:custGeom>
            <a:ln w="18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2313" y="5603316"/>
              <a:ext cx="599440" cy="268605"/>
            </a:xfrm>
            <a:custGeom>
              <a:avLst/>
              <a:gdLst/>
              <a:ahLst/>
              <a:cxnLst/>
              <a:rect l="l" t="t" r="r" b="b"/>
              <a:pathLst>
                <a:path w="599440" h="268604">
                  <a:moveTo>
                    <a:pt x="379056" y="77571"/>
                  </a:moveTo>
                  <a:lnTo>
                    <a:pt x="375145" y="73380"/>
                  </a:lnTo>
                  <a:lnTo>
                    <a:pt x="118719" y="73228"/>
                  </a:lnTo>
                  <a:lnTo>
                    <a:pt x="113512" y="71094"/>
                  </a:lnTo>
                  <a:lnTo>
                    <a:pt x="41262" y="0"/>
                  </a:lnTo>
                  <a:lnTo>
                    <a:pt x="35496" y="0"/>
                  </a:lnTo>
                  <a:lnTo>
                    <a:pt x="30403" y="5016"/>
                  </a:lnTo>
                  <a:lnTo>
                    <a:pt x="29489" y="7035"/>
                  </a:lnTo>
                  <a:lnTo>
                    <a:pt x="29146" y="11760"/>
                  </a:lnTo>
                  <a:lnTo>
                    <a:pt x="30086" y="14300"/>
                  </a:lnTo>
                  <a:lnTo>
                    <a:pt x="99885" y="82105"/>
                  </a:lnTo>
                  <a:lnTo>
                    <a:pt x="374319" y="91262"/>
                  </a:lnTo>
                  <a:lnTo>
                    <a:pt x="378599" y="87439"/>
                  </a:lnTo>
                  <a:lnTo>
                    <a:pt x="379056" y="77571"/>
                  </a:lnTo>
                  <a:close/>
                </a:path>
                <a:path w="599440" h="268604">
                  <a:moveTo>
                    <a:pt x="599224" y="254"/>
                  </a:moveTo>
                  <a:lnTo>
                    <a:pt x="580567" y="254"/>
                  </a:lnTo>
                  <a:lnTo>
                    <a:pt x="580567" y="18122"/>
                  </a:lnTo>
                  <a:lnTo>
                    <a:pt x="580567" y="73075"/>
                  </a:lnTo>
                  <a:lnTo>
                    <a:pt x="580567" y="90957"/>
                  </a:lnTo>
                  <a:lnTo>
                    <a:pt x="580491" y="111861"/>
                  </a:lnTo>
                  <a:lnTo>
                    <a:pt x="580377" y="147599"/>
                  </a:lnTo>
                  <a:lnTo>
                    <a:pt x="580377" y="165481"/>
                  </a:lnTo>
                  <a:lnTo>
                    <a:pt x="580377" y="223647"/>
                  </a:lnTo>
                  <a:lnTo>
                    <a:pt x="555129" y="223647"/>
                  </a:lnTo>
                  <a:lnTo>
                    <a:pt x="555129" y="241515"/>
                  </a:lnTo>
                  <a:lnTo>
                    <a:pt x="555129" y="249923"/>
                  </a:lnTo>
                  <a:lnTo>
                    <a:pt x="518553" y="249923"/>
                  </a:lnTo>
                  <a:lnTo>
                    <a:pt x="518553" y="241515"/>
                  </a:lnTo>
                  <a:lnTo>
                    <a:pt x="555129" y="241515"/>
                  </a:lnTo>
                  <a:lnTo>
                    <a:pt x="555129" y="223647"/>
                  </a:lnTo>
                  <a:lnTo>
                    <a:pt x="517359" y="223647"/>
                  </a:lnTo>
                  <a:lnTo>
                    <a:pt x="517182" y="165481"/>
                  </a:lnTo>
                  <a:lnTo>
                    <a:pt x="580377" y="165481"/>
                  </a:lnTo>
                  <a:lnTo>
                    <a:pt x="580377" y="147599"/>
                  </a:lnTo>
                  <a:lnTo>
                    <a:pt x="517359" y="147599"/>
                  </a:lnTo>
                  <a:lnTo>
                    <a:pt x="517359" y="90957"/>
                  </a:lnTo>
                  <a:lnTo>
                    <a:pt x="580567" y="90957"/>
                  </a:lnTo>
                  <a:lnTo>
                    <a:pt x="580567" y="73075"/>
                  </a:lnTo>
                  <a:lnTo>
                    <a:pt x="517359" y="73075"/>
                  </a:lnTo>
                  <a:lnTo>
                    <a:pt x="517359" y="18122"/>
                  </a:lnTo>
                  <a:lnTo>
                    <a:pt x="580567" y="18122"/>
                  </a:lnTo>
                  <a:lnTo>
                    <a:pt x="580567" y="254"/>
                  </a:lnTo>
                  <a:lnTo>
                    <a:pt x="498881" y="254"/>
                  </a:lnTo>
                  <a:lnTo>
                    <a:pt x="498881" y="18122"/>
                  </a:lnTo>
                  <a:lnTo>
                    <a:pt x="498881" y="73075"/>
                  </a:lnTo>
                  <a:lnTo>
                    <a:pt x="498881" y="90957"/>
                  </a:lnTo>
                  <a:lnTo>
                    <a:pt x="498881" y="147599"/>
                  </a:lnTo>
                  <a:lnTo>
                    <a:pt x="498881" y="165481"/>
                  </a:lnTo>
                  <a:lnTo>
                    <a:pt x="498881" y="223647"/>
                  </a:lnTo>
                  <a:lnTo>
                    <a:pt x="464578" y="223647"/>
                  </a:lnTo>
                  <a:lnTo>
                    <a:pt x="464578" y="165481"/>
                  </a:lnTo>
                  <a:lnTo>
                    <a:pt x="498881" y="165481"/>
                  </a:lnTo>
                  <a:lnTo>
                    <a:pt x="498881" y="147599"/>
                  </a:lnTo>
                  <a:lnTo>
                    <a:pt x="464578" y="147599"/>
                  </a:lnTo>
                  <a:lnTo>
                    <a:pt x="464464" y="111861"/>
                  </a:lnTo>
                  <a:lnTo>
                    <a:pt x="464400" y="90957"/>
                  </a:lnTo>
                  <a:lnTo>
                    <a:pt x="498881" y="90957"/>
                  </a:lnTo>
                  <a:lnTo>
                    <a:pt x="498881" y="73075"/>
                  </a:lnTo>
                  <a:lnTo>
                    <a:pt x="464578" y="73075"/>
                  </a:lnTo>
                  <a:lnTo>
                    <a:pt x="464502" y="49860"/>
                  </a:lnTo>
                  <a:lnTo>
                    <a:pt x="464400" y="18122"/>
                  </a:lnTo>
                  <a:lnTo>
                    <a:pt x="498881" y="18122"/>
                  </a:lnTo>
                  <a:lnTo>
                    <a:pt x="498881" y="254"/>
                  </a:lnTo>
                  <a:lnTo>
                    <a:pt x="448754" y="254"/>
                  </a:lnTo>
                  <a:lnTo>
                    <a:pt x="448754" y="241515"/>
                  </a:lnTo>
                  <a:lnTo>
                    <a:pt x="448754" y="249923"/>
                  </a:lnTo>
                  <a:lnTo>
                    <a:pt x="412165" y="249923"/>
                  </a:lnTo>
                  <a:lnTo>
                    <a:pt x="412165" y="241515"/>
                  </a:lnTo>
                  <a:lnTo>
                    <a:pt x="448754" y="241515"/>
                  </a:lnTo>
                  <a:lnTo>
                    <a:pt x="448754" y="254"/>
                  </a:lnTo>
                  <a:lnTo>
                    <a:pt x="446100" y="254"/>
                  </a:lnTo>
                  <a:lnTo>
                    <a:pt x="446100" y="18122"/>
                  </a:lnTo>
                  <a:lnTo>
                    <a:pt x="446100" y="73075"/>
                  </a:lnTo>
                  <a:lnTo>
                    <a:pt x="446100" y="90957"/>
                  </a:lnTo>
                  <a:lnTo>
                    <a:pt x="446100" y="147599"/>
                  </a:lnTo>
                  <a:lnTo>
                    <a:pt x="446100" y="165481"/>
                  </a:lnTo>
                  <a:lnTo>
                    <a:pt x="446100" y="223647"/>
                  </a:lnTo>
                  <a:lnTo>
                    <a:pt x="411619" y="223647"/>
                  </a:lnTo>
                  <a:lnTo>
                    <a:pt x="411619" y="165481"/>
                  </a:lnTo>
                  <a:lnTo>
                    <a:pt x="446100" y="165481"/>
                  </a:lnTo>
                  <a:lnTo>
                    <a:pt x="446100" y="147599"/>
                  </a:lnTo>
                  <a:lnTo>
                    <a:pt x="411619" y="147599"/>
                  </a:lnTo>
                  <a:lnTo>
                    <a:pt x="411619" y="90957"/>
                  </a:lnTo>
                  <a:lnTo>
                    <a:pt x="446100" y="90957"/>
                  </a:lnTo>
                  <a:lnTo>
                    <a:pt x="446100" y="73075"/>
                  </a:lnTo>
                  <a:lnTo>
                    <a:pt x="411619" y="73075"/>
                  </a:lnTo>
                  <a:lnTo>
                    <a:pt x="411619" y="18122"/>
                  </a:lnTo>
                  <a:lnTo>
                    <a:pt x="446100" y="18122"/>
                  </a:lnTo>
                  <a:lnTo>
                    <a:pt x="446100" y="254"/>
                  </a:lnTo>
                  <a:lnTo>
                    <a:pt x="73177" y="254"/>
                  </a:lnTo>
                  <a:lnTo>
                    <a:pt x="85991" y="12763"/>
                  </a:lnTo>
                  <a:lnTo>
                    <a:pt x="89522" y="16167"/>
                  </a:lnTo>
                  <a:lnTo>
                    <a:pt x="94373" y="18122"/>
                  </a:lnTo>
                  <a:lnTo>
                    <a:pt x="235267" y="18122"/>
                  </a:lnTo>
                  <a:lnTo>
                    <a:pt x="235267" y="49860"/>
                  </a:lnTo>
                  <a:lnTo>
                    <a:pt x="239356" y="53860"/>
                  </a:lnTo>
                  <a:lnTo>
                    <a:pt x="249466" y="53860"/>
                  </a:lnTo>
                  <a:lnTo>
                    <a:pt x="253555" y="49860"/>
                  </a:lnTo>
                  <a:lnTo>
                    <a:pt x="253555" y="18122"/>
                  </a:lnTo>
                  <a:lnTo>
                    <a:pt x="288048" y="18122"/>
                  </a:lnTo>
                  <a:lnTo>
                    <a:pt x="288048" y="49860"/>
                  </a:lnTo>
                  <a:lnTo>
                    <a:pt x="292138" y="53860"/>
                  </a:lnTo>
                  <a:lnTo>
                    <a:pt x="302247" y="53860"/>
                  </a:lnTo>
                  <a:lnTo>
                    <a:pt x="306336" y="49860"/>
                  </a:lnTo>
                  <a:lnTo>
                    <a:pt x="306336" y="18122"/>
                  </a:lnTo>
                  <a:lnTo>
                    <a:pt x="340817" y="18122"/>
                  </a:lnTo>
                  <a:lnTo>
                    <a:pt x="340817" y="49860"/>
                  </a:lnTo>
                  <a:lnTo>
                    <a:pt x="344919" y="53860"/>
                  </a:lnTo>
                  <a:lnTo>
                    <a:pt x="355015" y="53860"/>
                  </a:lnTo>
                  <a:lnTo>
                    <a:pt x="359117" y="49860"/>
                  </a:lnTo>
                  <a:lnTo>
                    <a:pt x="359117" y="18122"/>
                  </a:lnTo>
                  <a:lnTo>
                    <a:pt x="393331" y="18122"/>
                  </a:lnTo>
                  <a:lnTo>
                    <a:pt x="393331" y="147599"/>
                  </a:lnTo>
                  <a:lnTo>
                    <a:pt x="393331" y="165481"/>
                  </a:lnTo>
                  <a:lnTo>
                    <a:pt x="393331" y="223647"/>
                  </a:lnTo>
                  <a:lnTo>
                    <a:pt x="359117" y="223647"/>
                  </a:lnTo>
                  <a:lnTo>
                    <a:pt x="359117" y="165481"/>
                  </a:lnTo>
                  <a:lnTo>
                    <a:pt x="393331" y="165481"/>
                  </a:lnTo>
                  <a:lnTo>
                    <a:pt x="393331" y="147599"/>
                  </a:lnTo>
                  <a:lnTo>
                    <a:pt x="359117" y="147599"/>
                  </a:lnTo>
                  <a:lnTo>
                    <a:pt x="359117" y="115862"/>
                  </a:lnTo>
                  <a:lnTo>
                    <a:pt x="355015" y="111861"/>
                  </a:lnTo>
                  <a:lnTo>
                    <a:pt x="344919" y="111861"/>
                  </a:lnTo>
                  <a:lnTo>
                    <a:pt x="342379" y="114350"/>
                  </a:lnTo>
                  <a:lnTo>
                    <a:pt x="342379" y="241515"/>
                  </a:lnTo>
                  <a:lnTo>
                    <a:pt x="342379" y="249923"/>
                  </a:lnTo>
                  <a:lnTo>
                    <a:pt x="305790" y="249923"/>
                  </a:lnTo>
                  <a:lnTo>
                    <a:pt x="305790" y="241515"/>
                  </a:lnTo>
                  <a:lnTo>
                    <a:pt x="342379" y="241515"/>
                  </a:lnTo>
                  <a:lnTo>
                    <a:pt x="342379" y="114350"/>
                  </a:lnTo>
                  <a:lnTo>
                    <a:pt x="340817" y="115862"/>
                  </a:lnTo>
                  <a:lnTo>
                    <a:pt x="340817" y="147599"/>
                  </a:lnTo>
                  <a:lnTo>
                    <a:pt x="340639" y="147599"/>
                  </a:lnTo>
                  <a:lnTo>
                    <a:pt x="340639" y="165481"/>
                  </a:lnTo>
                  <a:lnTo>
                    <a:pt x="340639" y="223647"/>
                  </a:lnTo>
                  <a:lnTo>
                    <a:pt x="306336" y="223647"/>
                  </a:lnTo>
                  <a:lnTo>
                    <a:pt x="306336" y="165481"/>
                  </a:lnTo>
                  <a:lnTo>
                    <a:pt x="340639" y="165481"/>
                  </a:lnTo>
                  <a:lnTo>
                    <a:pt x="340639" y="147599"/>
                  </a:lnTo>
                  <a:lnTo>
                    <a:pt x="306336" y="147599"/>
                  </a:lnTo>
                  <a:lnTo>
                    <a:pt x="306336" y="115862"/>
                  </a:lnTo>
                  <a:lnTo>
                    <a:pt x="302247" y="111861"/>
                  </a:lnTo>
                  <a:lnTo>
                    <a:pt x="292138" y="111861"/>
                  </a:lnTo>
                  <a:lnTo>
                    <a:pt x="288048" y="115862"/>
                  </a:lnTo>
                  <a:lnTo>
                    <a:pt x="288048" y="147599"/>
                  </a:lnTo>
                  <a:lnTo>
                    <a:pt x="287858" y="147599"/>
                  </a:lnTo>
                  <a:lnTo>
                    <a:pt x="287858" y="165481"/>
                  </a:lnTo>
                  <a:lnTo>
                    <a:pt x="287858" y="223647"/>
                  </a:lnTo>
                  <a:lnTo>
                    <a:pt x="253555" y="223647"/>
                  </a:lnTo>
                  <a:lnTo>
                    <a:pt x="253555" y="165481"/>
                  </a:lnTo>
                  <a:lnTo>
                    <a:pt x="287858" y="165481"/>
                  </a:lnTo>
                  <a:lnTo>
                    <a:pt x="287858" y="147599"/>
                  </a:lnTo>
                  <a:lnTo>
                    <a:pt x="253555" y="147599"/>
                  </a:lnTo>
                  <a:lnTo>
                    <a:pt x="253555" y="115862"/>
                  </a:lnTo>
                  <a:lnTo>
                    <a:pt x="249466" y="111861"/>
                  </a:lnTo>
                  <a:lnTo>
                    <a:pt x="239356" y="111861"/>
                  </a:lnTo>
                  <a:lnTo>
                    <a:pt x="235267" y="115862"/>
                  </a:lnTo>
                  <a:lnTo>
                    <a:pt x="235267" y="147599"/>
                  </a:lnTo>
                  <a:lnTo>
                    <a:pt x="235089" y="147599"/>
                  </a:lnTo>
                  <a:lnTo>
                    <a:pt x="235089" y="165481"/>
                  </a:lnTo>
                  <a:lnTo>
                    <a:pt x="235089" y="223647"/>
                  </a:lnTo>
                  <a:lnTo>
                    <a:pt x="18300" y="223647"/>
                  </a:lnTo>
                  <a:lnTo>
                    <a:pt x="18300" y="165481"/>
                  </a:lnTo>
                  <a:lnTo>
                    <a:pt x="235089" y="165481"/>
                  </a:lnTo>
                  <a:lnTo>
                    <a:pt x="235089" y="147599"/>
                  </a:lnTo>
                  <a:lnTo>
                    <a:pt x="18300" y="147599"/>
                  </a:lnTo>
                  <a:lnTo>
                    <a:pt x="18300" y="90957"/>
                  </a:lnTo>
                  <a:lnTo>
                    <a:pt x="82321" y="90957"/>
                  </a:lnTo>
                  <a:lnTo>
                    <a:pt x="67144" y="76390"/>
                  </a:lnTo>
                  <a:lnTo>
                    <a:pt x="64985" y="74269"/>
                  </a:lnTo>
                  <a:lnTo>
                    <a:pt x="62052" y="73075"/>
                  </a:lnTo>
                  <a:lnTo>
                    <a:pt x="18300" y="73075"/>
                  </a:lnTo>
                  <a:lnTo>
                    <a:pt x="18313" y="30492"/>
                  </a:lnTo>
                  <a:lnTo>
                    <a:pt x="16967" y="27292"/>
                  </a:lnTo>
                  <a:lnTo>
                    <a:pt x="14554" y="24904"/>
                  </a:lnTo>
                  <a:lnTo>
                    <a:pt x="0" y="10795"/>
                  </a:lnTo>
                  <a:lnTo>
                    <a:pt x="0" y="241515"/>
                  </a:lnTo>
                  <a:lnTo>
                    <a:pt x="287858" y="241515"/>
                  </a:lnTo>
                  <a:lnTo>
                    <a:pt x="287858" y="268325"/>
                  </a:lnTo>
                  <a:lnTo>
                    <a:pt x="361035" y="268325"/>
                  </a:lnTo>
                  <a:lnTo>
                    <a:pt x="361035" y="249923"/>
                  </a:lnTo>
                  <a:lnTo>
                    <a:pt x="361035" y="241515"/>
                  </a:lnTo>
                  <a:lnTo>
                    <a:pt x="394246" y="241515"/>
                  </a:lnTo>
                  <a:lnTo>
                    <a:pt x="394246" y="268325"/>
                  </a:lnTo>
                  <a:lnTo>
                    <a:pt x="467423" y="268325"/>
                  </a:lnTo>
                  <a:lnTo>
                    <a:pt x="467423" y="249923"/>
                  </a:lnTo>
                  <a:lnTo>
                    <a:pt x="467423" y="241515"/>
                  </a:lnTo>
                  <a:lnTo>
                    <a:pt x="500799" y="241515"/>
                  </a:lnTo>
                  <a:lnTo>
                    <a:pt x="500799" y="268325"/>
                  </a:lnTo>
                  <a:lnTo>
                    <a:pt x="573976" y="268325"/>
                  </a:lnTo>
                  <a:lnTo>
                    <a:pt x="573976" y="249923"/>
                  </a:lnTo>
                  <a:lnTo>
                    <a:pt x="573976" y="241515"/>
                  </a:lnTo>
                  <a:lnTo>
                    <a:pt x="599224" y="241515"/>
                  </a:lnTo>
                  <a:lnTo>
                    <a:pt x="599224" y="223647"/>
                  </a:lnTo>
                  <a:lnTo>
                    <a:pt x="599224" y="165481"/>
                  </a:lnTo>
                  <a:lnTo>
                    <a:pt x="599224" y="147599"/>
                  </a:lnTo>
                  <a:lnTo>
                    <a:pt x="599224" y="90957"/>
                  </a:lnTo>
                  <a:lnTo>
                    <a:pt x="599224" y="73075"/>
                  </a:lnTo>
                  <a:lnTo>
                    <a:pt x="599224" y="25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30514" y="1109852"/>
              <a:ext cx="0" cy="4770120"/>
            </a:xfrm>
            <a:custGeom>
              <a:avLst/>
              <a:gdLst/>
              <a:ahLst/>
              <a:cxnLst/>
              <a:rect l="l" t="t" r="r" b="b"/>
              <a:pathLst>
                <a:path h="4770120">
                  <a:moveTo>
                    <a:pt x="0" y="0"/>
                  </a:moveTo>
                  <a:lnTo>
                    <a:pt x="0" y="4769802"/>
                  </a:lnTo>
                </a:path>
              </a:pathLst>
            </a:custGeom>
            <a:ln w="31750">
              <a:solidFill>
                <a:srgbClr val="B1D7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555" y="4335246"/>
              <a:ext cx="318350" cy="48160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4500" y="2724302"/>
              <a:ext cx="588403" cy="2758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9160" y="1411427"/>
              <a:ext cx="441299" cy="52405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63244" y="5601411"/>
            <a:ext cx="2387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10" dirty="0">
                <a:latin typeface="Arial"/>
                <a:cs typeface="Arial"/>
              </a:rPr>
              <a:t>OT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281" y="1987423"/>
            <a:ext cx="3390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6C6D70"/>
                </a:solidFill>
                <a:latin typeface="Arial"/>
                <a:cs typeface="Arial"/>
              </a:rPr>
              <a:t>Other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7807" y="3054223"/>
            <a:ext cx="6515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solidFill>
                  <a:srgbClr val="6C6D70"/>
                </a:solidFill>
                <a:latin typeface="Arial"/>
                <a:cs typeface="Arial"/>
              </a:rPr>
              <a:t>Controllers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2749" y="4862576"/>
            <a:ext cx="469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6C6D70"/>
                </a:solidFill>
                <a:latin typeface="Arial"/>
                <a:cs typeface="Arial"/>
              </a:rPr>
              <a:t>Devices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32873" y="6377427"/>
            <a:ext cx="1938401" cy="40523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754616" y="6204305"/>
            <a:ext cx="1482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4B4B4B"/>
                </a:solidFill>
                <a:latin typeface="Arial"/>
                <a:cs typeface="Arial"/>
              </a:rPr>
              <a:t>Testing</a:t>
            </a:r>
            <a:r>
              <a:rPr sz="1000" b="1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4B4B4B"/>
                </a:solidFill>
                <a:latin typeface="Arial"/>
                <a:cs typeface="Arial"/>
              </a:rPr>
              <a:t>Level:</a:t>
            </a:r>
            <a:r>
              <a:rPr sz="1000" b="1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Conceptual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08582" y="1395669"/>
            <a:ext cx="9866630" cy="4002404"/>
            <a:chOff x="1608582" y="1395669"/>
            <a:chExt cx="9866630" cy="4002404"/>
          </a:xfrm>
        </p:grpSpPr>
        <p:sp>
          <p:nvSpPr>
            <p:cNvPr id="33" name="object 33"/>
            <p:cNvSpPr/>
            <p:nvPr/>
          </p:nvSpPr>
          <p:spPr>
            <a:xfrm>
              <a:off x="4700016" y="1471368"/>
              <a:ext cx="87630" cy="126364"/>
            </a:xfrm>
            <a:custGeom>
              <a:avLst/>
              <a:gdLst/>
              <a:ahLst/>
              <a:cxnLst/>
              <a:rect l="l" t="t" r="r" b="b"/>
              <a:pathLst>
                <a:path w="87629" h="126365">
                  <a:moveTo>
                    <a:pt x="87605" y="0"/>
                  </a:moveTo>
                  <a:lnTo>
                    <a:pt x="0" y="0"/>
                  </a:lnTo>
                  <a:lnTo>
                    <a:pt x="0" y="126037"/>
                  </a:lnTo>
                  <a:lnTo>
                    <a:pt x="87605" y="126037"/>
                  </a:lnTo>
                  <a:lnTo>
                    <a:pt x="8760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8582" y="3420084"/>
              <a:ext cx="649858" cy="67731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607219" y="3653764"/>
              <a:ext cx="318770" cy="400050"/>
            </a:xfrm>
            <a:custGeom>
              <a:avLst/>
              <a:gdLst/>
              <a:ahLst/>
              <a:cxnLst/>
              <a:rect l="l" t="t" r="r" b="b"/>
              <a:pathLst>
                <a:path w="318770" h="400050">
                  <a:moveTo>
                    <a:pt x="318439" y="0"/>
                  </a:moveTo>
                  <a:lnTo>
                    <a:pt x="159219" y="0"/>
                  </a:lnTo>
                  <a:lnTo>
                    <a:pt x="157035" y="0"/>
                  </a:lnTo>
                  <a:lnTo>
                    <a:pt x="0" y="0"/>
                  </a:lnTo>
                  <a:lnTo>
                    <a:pt x="0" y="336207"/>
                  </a:lnTo>
                  <a:lnTo>
                    <a:pt x="12522" y="360819"/>
                  </a:lnTo>
                  <a:lnTo>
                    <a:pt x="46634" y="380911"/>
                  </a:lnTo>
                  <a:lnTo>
                    <a:pt x="97243" y="394449"/>
                  </a:lnTo>
                  <a:lnTo>
                    <a:pt x="157035" y="399262"/>
                  </a:lnTo>
                  <a:lnTo>
                    <a:pt x="157035" y="399415"/>
                  </a:lnTo>
                  <a:lnTo>
                    <a:pt x="158064" y="399338"/>
                  </a:lnTo>
                  <a:lnTo>
                    <a:pt x="159219" y="399427"/>
                  </a:lnTo>
                  <a:lnTo>
                    <a:pt x="159219" y="399249"/>
                  </a:lnTo>
                  <a:lnTo>
                    <a:pt x="221195" y="394449"/>
                  </a:lnTo>
                  <a:lnTo>
                    <a:pt x="271805" y="380911"/>
                  </a:lnTo>
                  <a:lnTo>
                    <a:pt x="305917" y="360819"/>
                  </a:lnTo>
                  <a:lnTo>
                    <a:pt x="318439" y="336207"/>
                  </a:lnTo>
                  <a:lnTo>
                    <a:pt x="318439" y="0"/>
                  </a:lnTo>
                  <a:close/>
                </a:path>
              </a:pathLst>
            </a:custGeom>
            <a:solidFill>
              <a:srgbClr val="007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64261" y="3653757"/>
              <a:ext cx="161925" cy="399415"/>
            </a:xfrm>
            <a:custGeom>
              <a:avLst/>
              <a:gdLst/>
              <a:ahLst/>
              <a:cxnLst/>
              <a:rect l="l" t="t" r="r" b="b"/>
              <a:pathLst>
                <a:path w="161925" h="399414">
                  <a:moveTo>
                    <a:pt x="161399" y="0"/>
                  </a:moveTo>
                  <a:lnTo>
                    <a:pt x="0" y="0"/>
                  </a:lnTo>
                  <a:lnTo>
                    <a:pt x="0" y="399413"/>
                  </a:lnTo>
                  <a:lnTo>
                    <a:pt x="64159" y="394448"/>
                  </a:lnTo>
                  <a:lnTo>
                    <a:pt x="114766" y="380906"/>
                  </a:lnTo>
                  <a:lnTo>
                    <a:pt x="148888" y="360817"/>
                  </a:lnTo>
                  <a:lnTo>
                    <a:pt x="161400" y="336213"/>
                  </a:lnTo>
                  <a:lnTo>
                    <a:pt x="161399" y="0"/>
                  </a:ln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07228" y="3590554"/>
              <a:ext cx="318770" cy="127000"/>
            </a:xfrm>
            <a:custGeom>
              <a:avLst/>
              <a:gdLst/>
              <a:ahLst/>
              <a:cxnLst/>
              <a:rect l="l" t="t" r="r" b="b"/>
              <a:pathLst>
                <a:path w="318770" h="127000">
                  <a:moveTo>
                    <a:pt x="159219" y="0"/>
                  </a:moveTo>
                  <a:lnTo>
                    <a:pt x="97244" y="4966"/>
                  </a:lnTo>
                  <a:lnTo>
                    <a:pt x="46634" y="18511"/>
                  </a:lnTo>
                  <a:lnTo>
                    <a:pt x="12512" y="38601"/>
                  </a:lnTo>
                  <a:lnTo>
                    <a:pt x="0" y="63203"/>
                  </a:lnTo>
                  <a:lnTo>
                    <a:pt x="12512" y="87801"/>
                  </a:lnTo>
                  <a:lnTo>
                    <a:pt x="46634" y="107888"/>
                  </a:lnTo>
                  <a:lnTo>
                    <a:pt x="97244" y="121432"/>
                  </a:lnTo>
                  <a:lnTo>
                    <a:pt x="159219" y="126399"/>
                  </a:lnTo>
                  <a:lnTo>
                    <a:pt x="221191" y="121432"/>
                  </a:lnTo>
                  <a:lnTo>
                    <a:pt x="271798" y="107888"/>
                  </a:lnTo>
                  <a:lnTo>
                    <a:pt x="305920" y="87801"/>
                  </a:lnTo>
                  <a:lnTo>
                    <a:pt x="318432" y="63203"/>
                  </a:lnTo>
                  <a:lnTo>
                    <a:pt x="305920" y="38601"/>
                  </a:lnTo>
                  <a:lnTo>
                    <a:pt x="271798" y="18511"/>
                  </a:lnTo>
                  <a:lnTo>
                    <a:pt x="221191" y="4966"/>
                  </a:lnTo>
                  <a:lnTo>
                    <a:pt x="159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9772" y="3608415"/>
              <a:ext cx="253347" cy="83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50433" y="3796800"/>
              <a:ext cx="381532" cy="25928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258441" y="1676018"/>
              <a:ext cx="2362200" cy="2132965"/>
            </a:xfrm>
            <a:custGeom>
              <a:avLst/>
              <a:gdLst/>
              <a:ahLst/>
              <a:cxnLst/>
              <a:rect l="l" t="t" r="r" b="b"/>
              <a:pathLst>
                <a:path w="2362200" h="2132965">
                  <a:moveTo>
                    <a:pt x="514350" y="2085086"/>
                  </a:moveTo>
                  <a:lnTo>
                    <a:pt x="482600" y="2069211"/>
                  </a:lnTo>
                  <a:lnTo>
                    <a:pt x="419100" y="2037461"/>
                  </a:lnTo>
                  <a:lnTo>
                    <a:pt x="419100" y="2069211"/>
                  </a:lnTo>
                  <a:lnTo>
                    <a:pt x="268351" y="2069211"/>
                  </a:lnTo>
                  <a:lnTo>
                    <a:pt x="265938" y="2066798"/>
                  </a:lnTo>
                  <a:lnTo>
                    <a:pt x="0" y="2066798"/>
                  </a:lnTo>
                  <a:lnTo>
                    <a:pt x="0" y="2098548"/>
                  </a:lnTo>
                  <a:lnTo>
                    <a:pt x="245999" y="2098548"/>
                  </a:lnTo>
                  <a:lnTo>
                    <a:pt x="248412" y="2100961"/>
                  </a:lnTo>
                  <a:lnTo>
                    <a:pt x="419100" y="2100961"/>
                  </a:lnTo>
                  <a:lnTo>
                    <a:pt x="419100" y="2132711"/>
                  </a:lnTo>
                  <a:lnTo>
                    <a:pt x="482600" y="2100961"/>
                  </a:lnTo>
                  <a:lnTo>
                    <a:pt x="514350" y="2085086"/>
                  </a:lnTo>
                  <a:close/>
                </a:path>
                <a:path w="2362200" h="2132965">
                  <a:moveTo>
                    <a:pt x="2361819" y="347345"/>
                  </a:moveTo>
                  <a:lnTo>
                    <a:pt x="2330069" y="331470"/>
                  </a:lnTo>
                  <a:lnTo>
                    <a:pt x="2266569" y="299720"/>
                  </a:lnTo>
                  <a:lnTo>
                    <a:pt x="2266569" y="331470"/>
                  </a:lnTo>
                  <a:lnTo>
                    <a:pt x="1704086" y="331470"/>
                  </a:lnTo>
                  <a:lnTo>
                    <a:pt x="1704086" y="31750"/>
                  </a:lnTo>
                  <a:lnTo>
                    <a:pt x="1704086" y="15875"/>
                  </a:lnTo>
                  <a:lnTo>
                    <a:pt x="1704086" y="7112"/>
                  </a:lnTo>
                  <a:lnTo>
                    <a:pt x="1696974" y="0"/>
                  </a:lnTo>
                  <a:lnTo>
                    <a:pt x="209804" y="0"/>
                  </a:lnTo>
                  <a:lnTo>
                    <a:pt x="209804" y="31750"/>
                  </a:lnTo>
                  <a:lnTo>
                    <a:pt x="1672336" y="31750"/>
                  </a:lnTo>
                  <a:lnTo>
                    <a:pt x="1672336" y="356108"/>
                  </a:lnTo>
                  <a:lnTo>
                    <a:pt x="1679448" y="363220"/>
                  </a:lnTo>
                  <a:lnTo>
                    <a:pt x="2266569" y="363220"/>
                  </a:lnTo>
                  <a:lnTo>
                    <a:pt x="2266569" y="394970"/>
                  </a:lnTo>
                  <a:lnTo>
                    <a:pt x="2330069" y="363220"/>
                  </a:lnTo>
                  <a:lnTo>
                    <a:pt x="2361819" y="347345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68282" y="4995265"/>
              <a:ext cx="318770" cy="400050"/>
            </a:xfrm>
            <a:custGeom>
              <a:avLst/>
              <a:gdLst/>
              <a:ahLst/>
              <a:cxnLst/>
              <a:rect l="l" t="t" r="r" b="b"/>
              <a:pathLst>
                <a:path w="318770" h="400050">
                  <a:moveTo>
                    <a:pt x="318439" y="0"/>
                  </a:moveTo>
                  <a:lnTo>
                    <a:pt x="159219" y="0"/>
                  </a:lnTo>
                  <a:lnTo>
                    <a:pt x="157035" y="0"/>
                  </a:lnTo>
                  <a:lnTo>
                    <a:pt x="0" y="0"/>
                  </a:lnTo>
                  <a:lnTo>
                    <a:pt x="0" y="336207"/>
                  </a:lnTo>
                  <a:lnTo>
                    <a:pt x="12522" y="360819"/>
                  </a:lnTo>
                  <a:lnTo>
                    <a:pt x="46634" y="380911"/>
                  </a:lnTo>
                  <a:lnTo>
                    <a:pt x="97243" y="394449"/>
                  </a:lnTo>
                  <a:lnTo>
                    <a:pt x="157035" y="399262"/>
                  </a:lnTo>
                  <a:lnTo>
                    <a:pt x="157035" y="399415"/>
                  </a:lnTo>
                  <a:lnTo>
                    <a:pt x="158064" y="399338"/>
                  </a:lnTo>
                  <a:lnTo>
                    <a:pt x="159219" y="399427"/>
                  </a:lnTo>
                  <a:lnTo>
                    <a:pt x="159219" y="399249"/>
                  </a:lnTo>
                  <a:lnTo>
                    <a:pt x="221195" y="394449"/>
                  </a:lnTo>
                  <a:lnTo>
                    <a:pt x="271805" y="380911"/>
                  </a:lnTo>
                  <a:lnTo>
                    <a:pt x="305917" y="360819"/>
                  </a:lnTo>
                  <a:lnTo>
                    <a:pt x="318439" y="336207"/>
                  </a:lnTo>
                  <a:lnTo>
                    <a:pt x="318439" y="0"/>
                  </a:lnTo>
                  <a:close/>
                </a:path>
              </a:pathLst>
            </a:custGeom>
            <a:solidFill>
              <a:srgbClr val="007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25324" y="4995258"/>
              <a:ext cx="161925" cy="399415"/>
            </a:xfrm>
            <a:custGeom>
              <a:avLst/>
              <a:gdLst/>
              <a:ahLst/>
              <a:cxnLst/>
              <a:rect l="l" t="t" r="r" b="b"/>
              <a:pathLst>
                <a:path w="161925" h="399414">
                  <a:moveTo>
                    <a:pt x="161399" y="0"/>
                  </a:moveTo>
                  <a:lnTo>
                    <a:pt x="0" y="0"/>
                  </a:lnTo>
                  <a:lnTo>
                    <a:pt x="0" y="399413"/>
                  </a:lnTo>
                  <a:lnTo>
                    <a:pt x="64159" y="394448"/>
                  </a:lnTo>
                  <a:lnTo>
                    <a:pt x="114766" y="380906"/>
                  </a:lnTo>
                  <a:lnTo>
                    <a:pt x="148888" y="360817"/>
                  </a:lnTo>
                  <a:lnTo>
                    <a:pt x="161400" y="336213"/>
                  </a:lnTo>
                  <a:lnTo>
                    <a:pt x="161399" y="0"/>
                  </a:ln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68291" y="4932055"/>
              <a:ext cx="318770" cy="127000"/>
            </a:xfrm>
            <a:custGeom>
              <a:avLst/>
              <a:gdLst/>
              <a:ahLst/>
              <a:cxnLst/>
              <a:rect l="l" t="t" r="r" b="b"/>
              <a:pathLst>
                <a:path w="318770" h="127000">
                  <a:moveTo>
                    <a:pt x="159219" y="0"/>
                  </a:moveTo>
                  <a:lnTo>
                    <a:pt x="97244" y="4966"/>
                  </a:lnTo>
                  <a:lnTo>
                    <a:pt x="46634" y="18511"/>
                  </a:lnTo>
                  <a:lnTo>
                    <a:pt x="12512" y="38601"/>
                  </a:lnTo>
                  <a:lnTo>
                    <a:pt x="0" y="63203"/>
                  </a:lnTo>
                  <a:lnTo>
                    <a:pt x="12512" y="87801"/>
                  </a:lnTo>
                  <a:lnTo>
                    <a:pt x="46634" y="107888"/>
                  </a:lnTo>
                  <a:lnTo>
                    <a:pt x="97244" y="121432"/>
                  </a:lnTo>
                  <a:lnTo>
                    <a:pt x="159219" y="126399"/>
                  </a:lnTo>
                  <a:lnTo>
                    <a:pt x="221191" y="121432"/>
                  </a:lnTo>
                  <a:lnTo>
                    <a:pt x="271798" y="107888"/>
                  </a:lnTo>
                  <a:lnTo>
                    <a:pt x="305920" y="87801"/>
                  </a:lnTo>
                  <a:lnTo>
                    <a:pt x="318432" y="63203"/>
                  </a:lnTo>
                  <a:lnTo>
                    <a:pt x="305920" y="38601"/>
                  </a:lnTo>
                  <a:lnTo>
                    <a:pt x="271798" y="18511"/>
                  </a:lnTo>
                  <a:lnTo>
                    <a:pt x="221191" y="4966"/>
                  </a:lnTo>
                  <a:lnTo>
                    <a:pt x="159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00835" y="4949916"/>
              <a:ext cx="253347" cy="833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11496" y="5138301"/>
              <a:ext cx="381532" cy="25928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50641" y="4994402"/>
              <a:ext cx="1254760" cy="95250"/>
            </a:xfrm>
            <a:custGeom>
              <a:avLst/>
              <a:gdLst/>
              <a:ahLst/>
              <a:cxnLst/>
              <a:rect l="l" t="t" r="r" b="b"/>
              <a:pathLst>
                <a:path w="1254760" h="95250">
                  <a:moveTo>
                    <a:pt x="1159383" y="0"/>
                  </a:moveTo>
                  <a:lnTo>
                    <a:pt x="1159383" y="95250"/>
                  </a:lnTo>
                  <a:lnTo>
                    <a:pt x="1222883" y="63500"/>
                  </a:lnTo>
                  <a:lnTo>
                    <a:pt x="1175258" y="63500"/>
                  </a:lnTo>
                  <a:lnTo>
                    <a:pt x="1175258" y="31750"/>
                  </a:lnTo>
                  <a:lnTo>
                    <a:pt x="1222883" y="31750"/>
                  </a:lnTo>
                  <a:lnTo>
                    <a:pt x="1159383" y="0"/>
                  </a:lnTo>
                  <a:close/>
                </a:path>
                <a:path w="1254760" h="95250">
                  <a:moveTo>
                    <a:pt x="1159383" y="31750"/>
                  </a:moveTo>
                  <a:lnTo>
                    <a:pt x="0" y="31750"/>
                  </a:lnTo>
                  <a:lnTo>
                    <a:pt x="0" y="63500"/>
                  </a:lnTo>
                  <a:lnTo>
                    <a:pt x="1159383" y="63500"/>
                  </a:lnTo>
                  <a:lnTo>
                    <a:pt x="1159383" y="31750"/>
                  </a:lnTo>
                  <a:close/>
                </a:path>
                <a:path w="1254760" h="95250">
                  <a:moveTo>
                    <a:pt x="1222883" y="31750"/>
                  </a:moveTo>
                  <a:lnTo>
                    <a:pt x="1175258" y="31750"/>
                  </a:lnTo>
                  <a:lnTo>
                    <a:pt x="1175258" y="63500"/>
                  </a:lnTo>
                  <a:lnTo>
                    <a:pt x="1222883" y="63500"/>
                  </a:lnTo>
                  <a:lnTo>
                    <a:pt x="1254633" y="47625"/>
                  </a:lnTo>
                  <a:lnTo>
                    <a:pt x="1222883" y="31750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58441" y="3742816"/>
              <a:ext cx="342265" cy="910590"/>
            </a:xfrm>
            <a:custGeom>
              <a:avLst/>
              <a:gdLst/>
              <a:ahLst/>
              <a:cxnLst/>
              <a:rect l="l" t="t" r="r" b="b"/>
              <a:pathLst>
                <a:path w="342264" h="910589">
                  <a:moveTo>
                    <a:pt x="278638" y="815212"/>
                  </a:moveTo>
                  <a:lnTo>
                    <a:pt x="246887" y="815212"/>
                  </a:lnTo>
                  <a:lnTo>
                    <a:pt x="294513" y="910462"/>
                  </a:lnTo>
                  <a:lnTo>
                    <a:pt x="334200" y="831087"/>
                  </a:lnTo>
                  <a:lnTo>
                    <a:pt x="278638" y="831087"/>
                  </a:lnTo>
                  <a:lnTo>
                    <a:pt x="278638" y="815212"/>
                  </a:lnTo>
                  <a:close/>
                </a:path>
                <a:path w="342264" h="910589">
                  <a:moveTo>
                    <a:pt x="278638" y="15874"/>
                  </a:moveTo>
                  <a:lnTo>
                    <a:pt x="278638" y="831087"/>
                  </a:lnTo>
                  <a:lnTo>
                    <a:pt x="310388" y="831087"/>
                  </a:lnTo>
                  <a:lnTo>
                    <a:pt x="310388" y="31749"/>
                  </a:lnTo>
                  <a:lnTo>
                    <a:pt x="294513" y="31749"/>
                  </a:lnTo>
                  <a:lnTo>
                    <a:pt x="278638" y="15874"/>
                  </a:lnTo>
                  <a:close/>
                </a:path>
                <a:path w="342264" h="910589">
                  <a:moveTo>
                    <a:pt x="342138" y="815212"/>
                  </a:moveTo>
                  <a:lnTo>
                    <a:pt x="310388" y="815212"/>
                  </a:lnTo>
                  <a:lnTo>
                    <a:pt x="310388" y="831087"/>
                  </a:lnTo>
                  <a:lnTo>
                    <a:pt x="334200" y="831087"/>
                  </a:lnTo>
                  <a:lnTo>
                    <a:pt x="342138" y="815212"/>
                  </a:lnTo>
                  <a:close/>
                </a:path>
                <a:path w="342264" h="910589">
                  <a:moveTo>
                    <a:pt x="303275" y="0"/>
                  </a:moveTo>
                  <a:lnTo>
                    <a:pt x="0" y="0"/>
                  </a:lnTo>
                  <a:lnTo>
                    <a:pt x="0" y="31749"/>
                  </a:lnTo>
                  <a:lnTo>
                    <a:pt x="278638" y="31749"/>
                  </a:lnTo>
                  <a:lnTo>
                    <a:pt x="278638" y="15874"/>
                  </a:lnTo>
                  <a:lnTo>
                    <a:pt x="310388" y="15874"/>
                  </a:lnTo>
                  <a:lnTo>
                    <a:pt x="310388" y="7111"/>
                  </a:lnTo>
                  <a:lnTo>
                    <a:pt x="303275" y="0"/>
                  </a:lnTo>
                  <a:close/>
                </a:path>
                <a:path w="342264" h="910589">
                  <a:moveTo>
                    <a:pt x="310388" y="15874"/>
                  </a:moveTo>
                  <a:lnTo>
                    <a:pt x="278638" y="15874"/>
                  </a:lnTo>
                  <a:lnTo>
                    <a:pt x="294513" y="31749"/>
                  </a:lnTo>
                  <a:lnTo>
                    <a:pt x="310388" y="31749"/>
                  </a:lnTo>
                  <a:lnTo>
                    <a:pt x="310388" y="1587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31154" y="2037587"/>
              <a:ext cx="5247640" cy="95250"/>
            </a:xfrm>
            <a:custGeom>
              <a:avLst/>
              <a:gdLst/>
              <a:ahLst/>
              <a:cxnLst/>
              <a:rect l="l" t="t" r="r" b="b"/>
              <a:pathLst>
                <a:path w="5247640" h="95250">
                  <a:moveTo>
                    <a:pt x="5151882" y="0"/>
                  </a:moveTo>
                  <a:lnTo>
                    <a:pt x="5151924" y="31776"/>
                  </a:lnTo>
                  <a:lnTo>
                    <a:pt x="5152009" y="95250"/>
                  </a:lnTo>
                  <a:lnTo>
                    <a:pt x="5215286" y="63526"/>
                  </a:lnTo>
                  <a:lnTo>
                    <a:pt x="5167884" y="63526"/>
                  </a:lnTo>
                  <a:lnTo>
                    <a:pt x="5167792" y="40512"/>
                  </a:lnTo>
                  <a:lnTo>
                    <a:pt x="5167757" y="31776"/>
                  </a:lnTo>
                  <a:lnTo>
                    <a:pt x="5215690" y="31776"/>
                  </a:lnTo>
                  <a:lnTo>
                    <a:pt x="5151882" y="0"/>
                  </a:lnTo>
                  <a:close/>
                </a:path>
                <a:path w="5247640" h="95250">
                  <a:moveTo>
                    <a:pt x="5151924" y="31776"/>
                  </a:moveTo>
                  <a:lnTo>
                    <a:pt x="0" y="40512"/>
                  </a:lnTo>
                  <a:lnTo>
                    <a:pt x="0" y="72262"/>
                  </a:lnTo>
                  <a:lnTo>
                    <a:pt x="5151966" y="63526"/>
                  </a:lnTo>
                  <a:lnTo>
                    <a:pt x="5151924" y="31776"/>
                  </a:lnTo>
                  <a:close/>
                </a:path>
                <a:path w="5247640" h="95250">
                  <a:moveTo>
                    <a:pt x="5215690" y="31776"/>
                  </a:moveTo>
                  <a:lnTo>
                    <a:pt x="5167757" y="31776"/>
                  </a:lnTo>
                  <a:lnTo>
                    <a:pt x="5167792" y="40512"/>
                  </a:lnTo>
                  <a:lnTo>
                    <a:pt x="5167884" y="63526"/>
                  </a:lnTo>
                  <a:lnTo>
                    <a:pt x="5215286" y="63526"/>
                  </a:lnTo>
                  <a:lnTo>
                    <a:pt x="5247259" y="47498"/>
                  </a:lnTo>
                  <a:lnTo>
                    <a:pt x="5215690" y="31776"/>
                  </a:lnTo>
                  <a:close/>
                </a:path>
              </a:pathLst>
            </a:custGeom>
            <a:solidFill>
              <a:srgbClr val="A0A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80393" y="1924484"/>
              <a:ext cx="694659" cy="40661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729933" y="1395678"/>
              <a:ext cx="420370" cy="297815"/>
            </a:xfrm>
            <a:custGeom>
              <a:avLst/>
              <a:gdLst/>
              <a:ahLst/>
              <a:cxnLst/>
              <a:rect l="l" t="t" r="r" b="b"/>
              <a:pathLst>
                <a:path w="420370" h="297814">
                  <a:moveTo>
                    <a:pt x="400812" y="245541"/>
                  </a:moveTo>
                  <a:lnTo>
                    <a:pt x="400507" y="241261"/>
                  </a:lnTo>
                  <a:lnTo>
                    <a:pt x="397344" y="238506"/>
                  </a:lnTo>
                  <a:lnTo>
                    <a:pt x="396963" y="238239"/>
                  </a:lnTo>
                  <a:lnTo>
                    <a:pt x="396557" y="238010"/>
                  </a:lnTo>
                  <a:lnTo>
                    <a:pt x="381889" y="227520"/>
                  </a:lnTo>
                  <a:lnTo>
                    <a:pt x="381889" y="224409"/>
                  </a:lnTo>
                  <a:lnTo>
                    <a:pt x="381889" y="13538"/>
                  </a:lnTo>
                  <a:lnTo>
                    <a:pt x="381889" y="0"/>
                  </a:lnTo>
                  <a:lnTo>
                    <a:pt x="368439" y="0"/>
                  </a:lnTo>
                  <a:lnTo>
                    <a:pt x="368439" y="224409"/>
                  </a:lnTo>
                  <a:lnTo>
                    <a:pt x="53822" y="224409"/>
                  </a:lnTo>
                  <a:lnTo>
                    <a:pt x="53822" y="13525"/>
                  </a:lnTo>
                  <a:lnTo>
                    <a:pt x="368427" y="13538"/>
                  </a:lnTo>
                  <a:lnTo>
                    <a:pt x="368439" y="224409"/>
                  </a:lnTo>
                  <a:lnTo>
                    <a:pt x="368439" y="0"/>
                  </a:lnTo>
                  <a:lnTo>
                    <a:pt x="40373" y="0"/>
                  </a:lnTo>
                  <a:lnTo>
                    <a:pt x="40373" y="230085"/>
                  </a:lnTo>
                  <a:lnTo>
                    <a:pt x="0" y="261353"/>
                  </a:lnTo>
                  <a:lnTo>
                    <a:pt x="41579" y="295351"/>
                  </a:lnTo>
                  <a:lnTo>
                    <a:pt x="47180" y="297357"/>
                  </a:lnTo>
                  <a:lnTo>
                    <a:pt x="238798" y="297357"/>
                  </a:lnTo>
                  <a:lnTo>
                    <a:pt x="241808" y="294322"/>
                  </a:lnTo>
                  <a:lnTo>
                    <a:pt x="241808" y="286854"/>
                  </a:lnTo>
                  <a:lnTo>
                    <a:pt x="238798" y="283819"/>
                  </a:lnTo>
                  <a:lnTo>
                    <a:pt x="50228" y="283819"/>
                  </a:lnTo>
                  <a:lnTo>
                    <a:pt x="47663" y="282905"/>
                  </a:lnTo>
                  <a:lnTo>
                    <a:pt x="31292" y="269544"/>
                  </a:lnTo>
                  <a:lnTo>
                    <a:pt x="376313" y="269544"/>
                  </a:lnTo>
                  <a:lnTo>
                    <a:pt x="379323" y="266509"/>
                  </a:lnTo>
                  <a:lnTo>
                    <a:pt x="379323" y="259041"/>
                  </a:lnTo>
                  <a:lnTo>
                    <a:pt x="376313" y="256006"/>
                  </a:lnTo>
                  <a:lnTo>
                    <a:pt x="28867" y="256006"/>
                  </a:lnTo>
                  <a:lnTo>
                    <a:pt x="51435" y="238506"/>
                  </a:lnTo>
                  <a:lnTo>
                    <a:pt x="373989" y="238506"/>
                  </a:lnTo>
                  <a:lnTo>
                    <a:pt x="388886" y="249034"/>
                  </a:lnTo>
                  <a:lnTo>
                    <a:pt x="391693" y="251485"/>
                  </a:lnTo>
                  <a:lnTo>
                    <a:pt x="395947" y="251180"/>
                  </a:lnTo>
                  <a:lnTo>
                    <a:pt x="400812" y="245541"/>
                  </a:lnTo>
                  <a:close/>
                </a:path>
                <a:path w="420370" h="297814">
                  <a:moveTo>
                    <a:pt x="419887" y="259321"/>
                  </a:moveTo>
                  <a:lnTo>
                    <a:pt x="417144" y="256006"/>
                  </a:lnTo>
                  <a:lnTo>
                    <a:pt x="414693" y="253250"/>
                  </a:lnTo>
                  <a:lnTo>
                    <a:pt x="410502" y="252984"/>
                  </a:lnTo>
                  <a:lnTo>
                    <a:pt x="382892" y="277456"/>
                  </a:lnTo>
                  <a:lnTo>
                    <a:pt x="378714" y="281724"/>
                  </a:lnTo>
                  <a:lnTo>
                    <a:pt x="373037" y="284149"/>
                  </a:lnTo>
                  <a:lnTo>
                    <a:pt x="260159" y="284226"/>
                  </a:lnTo>
                  <a:lnTo>
                    <a:pt x="257149" y="287261"/>
                  </a:lnTo>
                  <a:lnTo>
                    <a:pt x="257149" y="294728"/>
                  </a:lnTo>
                  <a:lnTo>
                    <a:pt x="260159" y="297764"/>
                  </a:lnTo>
                  <a:lnTo>
                    <a:pt x="367093" y="297764"/>
                  </a:lnTo>
                  <a:lnTo>
                    <a:pt x="419468" y="263575"/>
                  </a:lnTo>
                  <a:lnTo>
                    <a:pt x="419887" y="25932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748653" y="1737106"/>
            <a:ext cx="37973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"/>
                <a:cs typeface="Arial"/>
              </a:rPr>
              <a:t>Client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513332" y="1480692"/>
            <a:ext cx="9985375" cy="3979545"/>
            <a:chOff x="1513332" y="1480692"/>
            <a:chExt cx="9985375" cy="3979545"/>
          </a:xfrm>
        </p:grpSpPr>
        <p:sp>
          <p:nvSpPr>
            <p:cNvPr id="53" name="object 53"/>
            <p:cNvSpPr/>
            <p:nvPr/>
          </p:nvSpPr>
          <p:spPr>
            <a:xfrm>
              <a:off x="3304413" y="2135377"/>
              <a:ext cx="1314450" cy="747395"/>
            </a:xfrm>
            <a:custGeom>
              <a:avLst/>
              <a:gdLst/>
              <a:ahLst/>
              <a:cxnLst/>
              <a:rect l="l" t="t" r="r" b="b"/>
              <a:pathLst>
                <a:path w="1314450" h="747394">
                  <a:moveTo>
                    <a:pt x="641223" y="715263"/>
                  </a:moveTo>
                  <a:lnTo>
                    <a:pt x="0" y="715263"/>
                  </a:lnTo>
                  <a:lnTo>
                    <a:pt x="0" y="747013"/>
                  </a:lnTo>
                  <a:lnTo>
                    <a:pt x="665861" y="747013"/>
                  </a:lnTo>
                  <a:lnTo>
                    <a:pt x="672973" y="739901"/>
                  </a:lnTo>
                  <a:lnTo>
                    <a:pt x="672973" y="731138"/>
                  </a:lnTo>
                  <a:lnTo>
                    <a:pt x="641223" y="731138"/>
                  </a:lnTo>
                  <a:lnTo>
                    <a:pt x="641223" y="715263"/>
                  </a:lnTo>
                  <a:close/>
                </a:path>
                <a:path w="1314450" h="747394">
                  <a:moveTo>
                    <a:pt x="1218946" y="31750"/>
                  </a:moveTo>
                  <a:lnTo>
                    <a:pt x="648335" y="31750"/>
                  </a:lnTo>
                  <a:lnTo>
                    <a:pt x="641223" y="38735"/>
                  </a:lnTo>
                  <a:lnTo>
                    <a:pt x="641223" y="731138"/>
                  </a:lnTo>
                  <a:lnTo>
                    <a:pt x="657098" y="715263"/>
                  </a:lnTo>
                  <a:lnTo>
                    <a:pt x="672973" y="715263"/>
                  </a:lnTo>
                  <a:lnTo>
                    <a:pt x="672973" y="63500"/>
                  </a:lnTo>
                  <a:lnTo>
                    <a:pt x="657098" y="63500"/>
                  </a:lnTo>
                  <a:lnTo>
                    <a:pt x="672973" y="47625"/>
                  </a:lnTo>
                  <a:lnTo>
                    <a:pt x="1218946" y="47625"/>
                  </a:lnTo>
                  <a:lnTo>
                    <a:pt x="1218946" y="31750"/>
                  </a:lnTo>
                  <a:close/>
                </a:path>
                <a:path w="1314450" h="747394">
                  <a:moveTo>
                    <a:pt x="672973" y="715263"/>
                  </a:moveTo>
                  <a:lnTo>
                    <a:pt x="657098" y="715263"/>
                  </a:lnTo>
                  <a:lnTo>
                    <a:pt x="641223" y="731138"/>
                  </a:lnTo>
                  <a:lnTo>
                    <a:pt x="672973" y="731138"/>
                  </a:lnTo>
                  <a:lnTo>
                    <a:pt x="672973" y="715263"/>
                  </a:lnTo>
                  <a:close/>
                </a:path>
                <a:path w="1314450" h="747394">
                  <a:moveTo>
                    <a:pt x="1218946" y="0"/>
                  </a:moveTo>
                  <a:lnTo>
                    <a:pt x="1218946" y="95250"/>
                  </a:lnTo>
                  <a:lnTo>
                    <a:pt x="1282446" y="63500"/>
                  </a:lnTo>
                  <a:lnTo>
                    <a:pt x="1234821" y="63500"/>
                  </a:lnTo>
                  <a:lnTo>
                    <a:pt x="1234821" y="31750"/>
                  </a:lnTo>
                  <a:lnTo>
                    <a:pt x="1282446" y="31750"/>
                  </a:lnTo>
                  <a:lnTo>
                    <a:pt x="1218946" y="0"/>
                  </a:lnTo>
                  <a:close/>
                </a:path>
                <a:path w="1314450" h="747394">
                  <a:moveTo>
                    <a:pt x="672973" y="47625"/>
                  </a:moveTo>
                  <a:lnTo>
                    <a:pt x="657098" y="63500"/>
                  </a:lnTo>
                  <a:lnTo>
                    <a:pt x="672973" y="63500"/>
                  </a:lnTo>
                  <a:lnTo>
                    <a:pt x="672973" y="47625"/>
                  </a:lnTo>
                  <a:close/>
                </a:path>
                <a:path w="1314450" h="747394">
                  <a:moveTo>
                    <a:pt x="1218946" y="47625"/>
                  </a:moveTo>
                  <a:lnTo>
                    <a:pt x="672973" y="47625"/>
                  </a:lnTo>
                  <a:lnTo>
                    <a:pt x="672973" y="63500"/>
                  </a:lnTo>
                  <a:lnTo>
                    <a:pt x="1218946" y="63500"/>
                  </a:lnTo>
                  <a:lnTo>
                    <a:pt x="1218946" y="47625"/>
                  </a:lnTo>
                  <a:close/>
                </a:path>
                <a:path w="1314450" h="747394">
                  <a:moveTo>
                    <a:pt x="1282446" y="31750"/>
                  </a:moveTo>
                  <a:lnTo>
                    <a:pt x="1234821" y="31750"/>
                  </a:lnTo>
                  <a:lnTo>
                    <a:pt x="1234821" y="63500"/>
                  </a:lnTo>
                  <a:lnTo>
                    <a:pt x="1282446" y="63500"/>
                  </a:lnTo>
                  <a:lnTo>
                    <a:pt x="1314196" y="47625"/>
                  </a:lnTo>
                  <a:lnTo>
                    <a:pt x="1282446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994646" y="2344927"/>
              <a:ext cx="1209040" cy="2354580"/>
            </a:xfrm>
            <a:custGeom>
              <a:avLst/>
              <a:gdLst/>
              <a:ahLst/>
              <a:cxnLst/>
              <a:rect l="l" t="t" r="r" b="b"/>
              <a:pathLst>
                <a:path w="1209040" h="2354579">
                  <a:moveTo>
                    <a:pt x="95758" y="2115185"/>
                  </a:moveTo>
                  <a:lnTo>
                    <a:pt x="95415" y="2083562"/>
                  </a:lnTo>
                  <a:lnTo>
                    <a:pt x="95072" y="2051812"/>
                  </a:lnTo>
                  <a:lnTo>
                    <a:pt x="94742" y="2019935"/>
                  </a:lnTo>
                  <a:lnTo>
                    <a:pt x="0" y="2068576"/>
                  </a:lnTo>
                  <a:lnTo>
                    <a:pt x="95758" y="2115185"/>
                  </a:lnTo>
                  <a:close/>
                </a:path>
                <a:path w="1209040" h="2354579">
                  <a:moveTo>
                    <a:pt x="1208659" y="2259330"/>
                  </a:moveTo>
                  <a:lnTo>
                    <a:pt x="1176909" y="2259330"/>
                  </a:lnTo>
                  <a:lnTo>
                    <a:pt x="1176909" y="2255139"/>
                  </a:lnTo>
                  <a:lnTo>
                    <a:pt x="1176909" y="2248027"/>
                  </a:lnTo>
                  <a:lnTo>
                    <a:pt x="1176909" y="2239264"/>
                  </a:lnTo>
                  <a:lnTo>
                    <a:pt x="1176909" y="2223389"/>
                  </a:lnTo>
                  <a:lnTo>
                    <a:pt x="1176909" y="2079752"/>
                  </a:lnTo>
                  <a:lnTo>
                    <a:pt x="1180338" y="2076323"/>
                  </a:lnTo>
                  <a:lnTo>
                    <a:pt x="1180338" y="2067560"/>
                  </a:lnTo>
                  <a:lnTo>
                    <a:pt x="1180338" y="2051812"/>
                  </a:lnTo>
                  <a:lnTo>
                    <a:pt x="1180338" y="0"/>
                  </a:lnTo>
                  <a:lnTo>
                    <a:pt x="1148588" y="0"/>
                  </a:lnTo>
                  <a:lnTo>
                    <a:pt x="1148588" y="2051812"/>
                  </a:lnTo>
                  <a:lnTo>
                    <a:pt x="95072" y="2051812"/>
                  </a:lnTo>
                  <a:lnTo>
                    <a:pt x="95250" y="2067560"/>
                  </a:lnTo>
                  <a:lnTo>
                    <a:pt x="95338" y="2076323"/>
                  </a:lnTo>
                  <a:lnTo>
                    <a:pt x="95415" y="2083562"/>
                  </a:lnTo>
                  <a:lnTo>
                    <a:pt x="1145159" y="2083562"/>
                  </a:lnTo>
                  <a:lnTo>
                    <a:pt x="1145159" y="2230501"/>
                  </a:lnTo>
                  <a:lnTo>
                    <a:pt x="1145159" y="2239264"/>
                  </a:lnTo>
                  <a:lnTo>
                    <a:pt x="1145159" y="2259330"/>
                  </a:lnTo>
                  <a:lnTo>
                    <a:pt x="1113409" y="2259330"/>
                  </a:lnTo>
                  <a:lnTo>
                    <a:pt x="1161034" y="2354580"/>
                  </a:lnTo>
                  <a:lnTo>
                    <a:pt x="1200721" y="2275205"/>
                  </a:lnTo>
                  <a:lnTo>
                    <a:pt x="1208659" y="225933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45926" y="4699507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533400" y="0"/>
                  </a:moveTo>
                  <a:lnTo>
                    <a:pt x="106679" y="0"/>
                  </a:lnTo>
                  <a:lnTo>
                    <a:pt x="65150" y="8399"/>
                  </a:lnTo>
                  <a:lnTo>
                    <a:pt x="31241" y="31289"/>
                  </a:lnTo>
                  <a:lnTo>
                    <a:pt x="8381" y="65204"/>
                  </a:lnTo>
                  <a:lnTo>
                    <a:pt x="0" y="106680"/>
                  </a:lnTo>
                  <a:lnTo>
                    <a:pt x="0" y="533400"/>
                  </a:lnTo>
                  <a:lnTo>
                    <a:pt x="8382" y="574929"/>
                  </a:lnTo>
                  <a:lnTo>
                    <a:pt x="31242" y="608838"/>
                  </a:lnTo>
                  <a:lnTo>
                    <a:pt x="65150" y="631698"/>
                  </a:lnTo>
                  <a:lnTo>
                    <a:pt x="106679" y="640080"/>
                  </a:lnTo>
                  <a:lnTo>
                    <a:pt x="533400" y="640080"/>
                  </a:lnTo>
                  <a:lnTo>
                    <a:pt x="574929" y="631698"/>
                  </a:lnTo>
                  <a:lnTo>
                    <a:pt x="608838" y="608838"/>
                  </a:lnTo>
                  <a:lnTo>
                    <a:pt x="631698" y="574929"/>
                  </a:lnTo>
                  <a:lnTo>
                    <a:pt x="640079" y="533400"/>
                  </a:lnTo>
                  <a:lnTo>
                    <a:pt x="640079" y="106680"/>
                  </a:lnTo>
                  <a:lnTo>
                    <a:pt x="631697" y="65204"/>
                  </a:lnTo>
                  <a:lnTo>
                    <a:pt x="608837" y="31289"/>
                  </a:lnTo>
                  <a:lnTo>
                    <a:pt x="574928" y="839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845926" y="4699507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106680"/>
                  </a:moveTo>
                  <a:lnTo>
                    <a:pt x="8381" y="65204"/>
                  </a:lnTo>
                  <a:lnTo>
                    <a:pt x="31241" y="31289"/>
                  </a:lnTo>
                  <a:lnTo>
                    <a:pt x="65150" y="8399"/>
                  </a:lnTo>
                  <a:lnTo>
                    <a:pt x="106679" y="0"/>
                  </a:lnTo>
                  <a:lnTo>
                    <a:pt x="533400" y="0"/>
                  </a:lnTo>
                  <a:lnTo>
                    <a:pt x="574928" y="8399"/>
                  </a:lnTo>
                  <a:lnTo>
                    <a:pt x="608837" y="31289"/>
                  </a:lnTo>
                  <a:lnTo>
                    <a:pt x="631697" y="65204"/>
                  </a:lnTo>
                  <a:lnTo>
                    <a:pt x="640079" y="106680"/>
                  </a:lnTo>
                  <a:lnTo>
                    <a:pt x="640079" y="533400"/>
                  </a:lnTo>
                  <a:lnTo>
                    <a:pt x="631698" y="574929"/>
                  </a:lnTo>
                  <a:lnTo>
                    <a:pt x="608838" y="608838"/>
                  </a:lnTo>
                  <a:lnTo>
                    <a:pt x="574929" y="631698"/>
                  </a:lnTo>
                  <a:lnTo>
                    <a:pt x="533400" y="640080"/>
                  </a:lnTo>
                  <a:lnTo>
                    <a:pt x="106679" y="640080"/>
                  </a:lnTo>
                  <a:lnTo>
                    <a:pt x="65150" y="631698"/>
                  </a:lnTo>
                  <a:lnTo>
                    <a:pt x="31242" y="608838"/>
                  </a:lnTo>
                  <a:lnTo>
                    <a:pt x="8382" y="574929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25400">
              <a:solidFill>
                <a:srgbClr val="F59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22380" y="4770513"/>
              <a:ext cx="487108" cy="49808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58937" y="4144644"/>
              <a:ext cx="1828292" cy="131533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94864" y="2511805"/>
              <a:ext cx="709549" cy="70954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526032" y="1493392"/>
              <a:ext cx="914400" cy="360680"/>
            </a:xfrm>
            <a:custGeom>
              <a:avLst/>
              <a:gdLst/>
              <a:ahLst/>
              <a:cxnLst/>
              <a:rect l="l" t="t" r="r" b="b"/>
              <a:pathLst>
                <a:path w="914400" h="360680">
                  <a:moveTo>
                    <a:pt x="854456" y="0"/>
                  </a:moveTo>
                  <a:lnTo>
                    <a:pt x="60071" y="0"/>
                  </a:lnTo>
                  <a:lnTo>
                    <a:pt x="36701" y="4724"/>
                  </a:lnTo>
                  <a:lnTo>
                    <a:pt x="17605" y="17605"/>
                  </a:lnTo>
                  <a:lnTo>
                    <a:pt x="4724" y="36701"/>
                  </a:lnTo>
                  <a:lnTo>
                    <a:pt x="0" y="60071"/>
                  </a:lnTo>
                  <a:lnTo>
                    <a:pt x="0" y="300101"/>
                  </a:lnTo>
                  <a:lnTo>
                    <a:pt x="4724" y="323470"/>
                  </a:lnTo>
                  <a:lnTo>
                    <a:pt x="17605" y="342566"/>
                  </a:lnTo>
                  <a:lnTo>
                    <a:pt x="36701" y="355447"/>
                  </a:lnTo>
                  <a:lnTo>
                    <a:pt x="60071" y="360172"/>
                  </a:lnTo>
                  <a:lnTo>
                    <a:pt x="854456" y="360172"/>
                  </a:lnTo>
                  <a:lnTo>
                    <a:pt x="877806" y="355447"/>
                  </a:lnTo>
                  <a:lnTo>
                    <a:pt x="896858" y="342566"/>
                  </a:lnTo>
                  <a:lnTo>
                    <a:pt x="909695" y="323470"/>
                  </a:lnTo>
                  <a:lnTo>
                    <a:pt x="914400" y="300101"/>
                  </a:lnTo>
                  <a:lnTo>
                    <a:pt x="914400" y="60071"/>
                  </a:lnTo>
                  <a:lnTo>
                    <a:pt x="909695" y="36701"/>
                  </a:lnTo>
                  <a:lnTo>
                    <a:pt x="896858" y="17605"/>
                  </a:lnTo>
                  <a:lnTo>
                    <a:pt x="877806" y="4724"/>
                  </a:lnTo>
                  <a:lnTo>
                    <a:pt x="854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26032" y="1493392"/>
              <a:ext cx="914400" cy="360680"/>
            </a:xfrm>
            <a:custGeom>
              <a:avLst/>
              <a:gdLst/>
              <a:ahLst/>
              <a:cxnLst/>
              <a:rect l="l" t="t" r="r" b="b"/>
              <a:pathLst>
                <a:path w="914400" h="360680">
                  <a:moveTo>
                    <a:pt x="0" y="60071"/>
                  </a:moveTo>
                  <a:lnTo>
                    <a:pt x="4724" y="36701"/>
                  </a:lnTo>
                  <a:lnTo>
                    <a:pt x="17605" y="17605"/>
                  </a:lnTo>
                  <a:lnTo>
                    <a:pt x="36701" y="4724"/>
                  </a:lnTo>
                  <a:lnTo>
                    <a:pt x="60071" y="0"/>
                  </a:lnTo>
                  <a:lnTo>
                    <a:pt x="854456" y="0"/>
                  </a:lnTo>
                  <a:lnTo>
                    <a:pt x="877806" y="4724"/>
                  </a:lnTo>
                  <a:lnTo>
                    <a:pt x="896858" y="17605"/>
                  </a:lnTo>
                  <a:lnTo>
                    <a:pt x="909695" y="36701"/>
                  </a:lnTo>
                  <a:lnTo>
                    <a:pt x="914400" y="60071"/>
                  </a:lnTo>
                  <a:lnTo>
                    <a:pt x="914400" y="300101"/>
                  </a:lnTo>
                  <a:lnTo>
                    <a:pt x="909695" y="323470"/>
                  </a:lnTo>
                  <a:lnTo>
                    <a:pt x="896858" y="342566"/>
                  </a:lnTo>
                  <a:lnTo>
                    <a:pt x="877806" y="355447"/>
                  </a:lnTo>
                  <a:lnTo>
                    <a:pt x="854456" y="360172"/>
                  </a:lnTo>
                  <a:lnTo>
                    <a:pt x="60071" y="360172"/>
                  </a:lnTo>
                  <a:lnTo>
                    <a:pt x="36701" y="355447"/>
                  </a:lnTo>
                  <a:lnTo>
                    <a:pt x="17605" y="342566"/>
                  </a:lnTo>
                  <a:lnTo>
                    <a:pt x="4724" y="323470"/>
                  </a:lnTo>
                  <a:lnTo>
                    <a:pt x="0" y="300101"/>
                  </a:lnTo>
                  <a:lnTo>
                    <a:pt x="0" y="60071"/>
                  </a:lnTo>
                  <a:close/>
                </a:path>
              </a:pathLst>
            </a:custGeom>
            <a:ln w="25399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820417" y="1539366"/>
            <a:ext cx="5016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5"/>
              </a:spcBef>
            </a:pPr>
            <a:r>
              <a:rPr sz="800" spc="-35" dirty="0">
                <a:solidFill>
                  <a:srgbClr val="3D4647"/>
                </a:solidFill>
                <a:latin typeface="Arial"/>
                <a:cs typeface="Arial"/>
              </a:rPr>
              <a:t>KEPServer</a:t>
            </a:r>
            <a:r>
              <a:rPr sz="800" spc="-10" dirty="0">
                <a:solidFill>
                  <a:srgbClr val="3D4647"/>
                </a:solidFill>
                <a:latin typeface="Arial"/>
                <a:cs typeface="Arial"/>
              </a:rPr>
              <a:t> Enterprise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53618" y="1495297"/>
            <a:ext cx="10908030" cy="5161915"/>
            <a:chOff x="253618" y="1495297"/>
            <a:chExt cx="10908030" cy="5161915"/>
          </a:xfrm>
        </p:grpSpPr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9785" y="1572894"/>
              <a:ext cx="178816" cy="20116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72790" y="3303905"/>
              <a:ext cx="914400" cy="9144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95754" y="4653280"/>
              <a:ext cx="914400" cy="9144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006906" y="2818891"/>
              <a:ext cx="1588135" cy="1773555"/>
            </a:xfrm>
            <a:custGeom>
              <a:avLst/>
              <a:gdLst/>
              <a:ahLst/>
              <a:cxnLst/>
              <a:rect l="l" t="t" r="r" b="b"/>
              <a:pathLst>
                <a:path w="1588135" h="1773554">
                  <a:moveTo>
                    <a:pt x="974293" y="1373759"/>
                  </a:moveTo>
                  <a:lnTo>
                    <a:pt x="966355" y="1357884"/>
                  </a:lnTo>
                  <a:lnTo>
                    <a:pt x="926668" y="1278509"/>
                  </a:lnTo>
                  <a:lnTo>
                    <a:pt x="879043" y="1373759"/>
                  </a:lnTo>
                  <a:lnTo>
                    <a:pt x="910793" y="1373759"/>
                  </a:lnTo>
                  <a:lnTo>
                    <a:pt x="910793" y="1741297"/>
                  </a:lnTo>
                  <a:lnTo>
                    <a:pt x="0" y="1741297"/>
                  </a:lnTo>
                  <a:lnTo>
                    <a:pt x="0" y="1773047"/>
                  </a:lnTo>
                  <a:lnTo>
                    <a:pt x="935431" y="1773047"/>
                  </a:lnTo>
                  <a:lnTo>
                    <a:pt x="942543" y="1765935"/>
                  </a:lnTo>
                  <a:lnTo>
                    <a:pt x="942543" y="1757172"/>
                  </a:lnTo>
                  <a:lnTo>
                    <a:pt x="942543" y="1741297"/>
                  </a:lnTo>
                  <a:lnTo>
                    <a:pt x="942543" y="1373759"/>
                  </a:lnTo>
                  <a:lnTo>
                    <a:pt x="974293" y="1373759"/>
                  </a:lnTo>
                  <a:close/>
                </a:path>
                <a:path w="1588135" h="1773554">
                  <a:moveTo>
                    <a:pt x="1587957" y="47625"/>
                  </a:moveTo>
                  <a:lnTo>
                    <a:pt x="1556207" y="31750"/>
                  </a:lnTo>
                  <a:lnTo>
                    <a:pt x="1492707" y="0"/>
                  </a:lnTo>
                  <a:lnTo>
                    <a:pt x="1492707" y="31750"/>
                  </a:lnTo>
                  <a:lnTo>
                    <a:pt x="820102" y="31750"/>
                  </a:lnTo>
                  <a:lnTo>
                    <a:pt x="815797" y="27432"/>
                  </a:lnTo>
                  <a:lnTo>
                    <a:pt x="322656" y="27432"/>
                  </a:lnTo>
                  <a:lnTo>
                    <a:pt x="25996" y="27432"/>
                  </a:lnTo>
                  <a:lnTo>
                    <a:pt x="25996" y="59182"/>
                  </a:lnTo>
                  <a:lnTo>
                    <a:pt x="298018" y="59182"/>
                  </a:lnTo>
                  <a:lnTo>
                    <a:pt x="298018" y="948563"/>
                  </a:lnTo>
                  <a:lnTo>
                    <a:pt x="305130" y="955675"/>
                  </a:lnTo>
                  <a:lnTo>
                    <a:pt x="506425" y="955675"/>
                  </a:lnTo>
                  <a:lnTo>
                    <a:pt x="506425" y="987425"/>
                  </a:lnTo>
                  <a:lnTo>
                    <a:pt x="569925" y="955675"/>
                  </a:lnTo>
                  <a:lnTo>
                    <a:pt x="601675" y="939800"/>
                  </a:lnTo>
                  <a:lnTo>
                    <a:pt x="569925" y="923925"/>
                  </a:lnTo>
                  <a:lnTo>
                    <a:pt x="506425" y="892175"/>
                  </a:lnTo>
                  <a:lnTo>
                    <a:pt x="506425" y="923925"/>
                  </a:lnTo>
                  <a:lnTo>
                    <a:pt x="329768" y="923925"/>
                  </a:lnTo>
                  <a:lnTo>
                    <a:pt x="329768" y="59182"/>
                  </a:lnTo>
                  <a:lnTo>
                    <a:pt x="793902" y="59182"/>
                  </a:lnTo>
                  <a:lnTo>
                    <a:pt x="798144" y="63500"/>
                  </a:lnTo>
                  <a:lnTo>
                    <a:pt x="1492707" y="63500"/>
                  </a:lnTo>
                  <a:lnTo>
                    <a:pt x="1492707" y="95250"/>
                  </a:lnTo>
                  <a:lnTo>
                    <a:pt x="1556207" y="63500"/>
                  </a:lnTo>
                  <a:lnTo>
                    <a:pt x="1587957" y="47625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06897" y="5492775"/>
              <a:ext cx="465823" cy="4572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040472" y="1625853"/>
              <a:ext cx="485775" cy="95250"/>
            </a:xfrm>
            <a:custGeom>
              <a:avLst/>
              <a:gdLst/>
              <a:ahLst/>
              <a:cxnLst/>
              <a:rect l="l" t="t" r="r" b="b"/>
              <a:pathLst>
                <a:path w="485775" h="95250">
                  <a:moveTo>
                    <a:pt x="390309" y="0"/>
                  </a:moveTo>
                  <a:lnTo>
                    <a:pt x="390309" y="95250"/>
                  </a:lnTo>
                  <a:lnTo>
                    <a:pt x="453809" y="63500"/>
                  </a:lnTo>
                  <a:lnTo>
                    <a:pt x="406184" y="63500"/>
                  </a:lnTo>
                  <a:lnTo>
                    <a:pt x="406184" y="31750"/>
                  </a:lnTo>
                  <a:lnTo>
                    <a:pt x="453809" y="31750"/>
                  </a:lnTo>
                  <a:lnTo>
                    <a:pt x="390309" y="0"/>
                  </a:lnTo>
                  <a:close/>
                </a:path>
                <a:path w="485775" h="95250">
                  <a:moveTo>
                    <a:pt x="390309" y="31750"/>
                  </a:moveTo>
                  <a:lnTo>
                    <a:pt x="0" y="31750"/>
                  </a:lnTo>
                  <a:lnTo>
                    <a:pt x="0" y="63500"/>
                  </a:lnTo>
                  <a:lnTo>
                    <a:pt x="390309" y="63500"/>
                  </a:lnTo>
                  <a:lnTo>
                    <a:pt x="390309" y="31750"/>
                  </a:lnTo>
                  <a:close/>
                </a:path>
                <a:path w="485775" h="95250">
                  <a:moveTo>
                    <a:pt x="453809" y="31750"/>
                  </a:moveTo>
                  <a:lnTo>
                    <a:pt x="406184" y="31750"/>
                  </a:lnTo>
                  <a:lnTo>
                    <a:pt x="406184" y="63500"/>
                  </a:lnTo>
                  <a:lnTo>
                    <a:pt x="453809" y="63500"/>
                  </a:lnTo>
                  <a:lnTo>
                    <a:pt x="485559" y="47625"/>
                  </a:lnTo>
                  <a:lnTo>
                    <a:pt x="453809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33392" y="3722115"/>
              <a:ext cx="605790" cy="95250"/>
            </a:xfrm>
            <a:custGeom>
              <a:avLst/>
              <a:gdLst/>
              <a:ahLst/>
              <a:cxnLst/>
              <a:rect l="l" t="t" r="r" b="b"/>
              <a:pathLst>
                <a:path w="605789" h="95250">
                  <a:moveTo>
                    <a:pt x="510159" y="0"/>
                  </a:moveTo>
                  <a:lnTo>
                    <a:pt x="510159" y="95249"/>
                  </a:lnTo>
                  <a:lnTo>
                    <a:pt x="573659" y="63499"/>
                  </a:lnTo>
                  <a:lnTo>
                    <a:pt x="526034" y="63499"/>
                  </a:lnTo>
                  <a:lnTo>
                    <a:pt x="526034" y="31749"/>
                  </a:lnTo>
                  <a:lnTo>
                    <a:pt x="573659" y="31749"/>
                  </a:lnTo>
                  <a:lnTo>
                    <a:pt x="510159" y="0"/>
                  </a:lnTo>
                  <a:close/>
                </a:path>
                <a:path w="605789" h="95250">
                  <a:moveTo>
                    <a:pt x="510159" y="31749"/>
                  </a:moveTo>
                  <a:lnTo>
                    <a:pt x="0" y="31749"/>
                  </a:lnTo>
                  <a:lnTo>
                    <a:pt x="0" y="63499"/>
                  </a:lnTo>
                  <a:lnTo>
                    <a:pt x="510159" y="63499"/>
                  </a:lnTo>
                  <a:lnTo>
                    <a:pt x="510159" y="31749"/>
                  </a:lnTo>
                  <a:close/>
                </a:path>
                <a:path w="605789" h="95250">
                  <a:moveTo>
                    <a:pt x="573659" y="31749"/>
                  </a:moveTo>
                  <a:lnTo>
                    <a:pt x="526034" y="31749"/>
                  </a:lnTo>
                  <a:lnTo>
                    <a:pt x="526034" y="63499"/>
                  </a:lnTo>
                  <a:lnTo>
                    <a:pt x="573659" y="63499"/>
                  </a:lnTo>
                  <a:lnTo>
                    <a:pt x="605409" y="47624"/>
                  </a:lnTo>
                  <a:lnTo>
                    <a:pt x="573659" y="31749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101072" y="4704461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533400" y="0"/>
                  </a:moveTo>
                  <a:lnTo>
                    <a:pt x="106679" y="0"/>
                  </a:lnTo>
                  <a:lnTo>
                    <a:pt x="65150" y="8381"/>
                  </a:lnTo>
                  <a:lnTo>
                    <a:pt x="31241" y="31242"/>
                  </a:lnTo>
                  <a:lnTo>
                    <a:pt x="8381" y="65150"/>
                  </a:lnTo>
                  <a:lnTo>
                    <a:pt x="0" y="106680"/>
                  </a:lnTo>
                  <a:lnTo>
                    <a:pt x="0" y="533400"/>
                  </a:lnTo>
                  <a:lnTo>
                    <a:pt x="8382" y="574929"/>
                  </a:lnTo>
                  <a:lnTo>
                    <a:pt x="31242" y="608838"/>
                  </a:lnTo>
                  <a:lnTo>
                    <a:pt x="65150" y="631697"/>
                  </a:lnTo>
                  <a:lnTo>
                    <a:pt x="106679" y="640079"/>
                  </a:lnTo>
                  <a:lnTo>
                    <a:pt x="533400" y="640079"/>
                  </a:lnTo>
                  <a:lnTo>
                    <a:pt x="574929" y="631697"/>
                  </a:lnTo>
                  <a:lnTo>
                    <a:pt x="608838" y="608838"/>
                  </a:lnTo>
                  <a:lnTo>
                    <a:pt x="631698" y="574929"/>
                  </a:lnTo>
                  <a:lnTo>
                    <a:pt x="640079" y="533400"/>
                  </a:lnTo>
                  <a:lnTo>
                    <a:pt x="640079" y="106680"/>
                  </a:lnTo>
                  <a:lnTo>
                    <a:pt x="631697" y="65150"/>
                  </a:lnTo>
                  <a:lnTo>
                    <a:pt x="608837" y="31242"/>
                  </a:lnTo>
                  <a:lnTo>
                    <a:pt x="574928" y="8381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101072" y="4704461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0" y="106680"/>
                  </a:moveTo>
                  <a:lnTo>
                    <a:pt x="8381" y="65150"/>
                  </a:lnTo>
                  <a:lnTo>
                    <a:pt x="31241" y="31242"/>
                  </a:lnTo>
                  <a:lnTo>
                    <a:pt x="65150" y="8381"/>
                  </a:lnTo>
                  <a:lnTo>
                    <a:pt x="106679" y="0"/>
                  </a:lnTo>
                  <a:lnTo>
                    <a:pt x="533400" y="0"/>
                  </a:lnTo>
                  <a:lnTo>
                    <a:pt x="574928" y="8381"/>
                  </a:lnTo>
                  <a:lnTo>
                    <a:pt x="608837" y="31242"/>
                  </a:lnTo>
                  <a:lnTo>
                    <a:pt x="631697" y="65150"/>
                  </a:lnTo>
                  <a:lnTo>
                    <a:pt x="640079" y="106680"/>
                  </a:lnTo>
                  <a:lnTo>
                    <a:pt x="640079" y="533400"/>
                  </a:lnTo>
                  <a:lnTo>
                    <a:pt x="631698" y="574929"/>
                  </a:lnTo>
                  <a:lnTo>
                    <a:pt x="608838" y="608838"/>
                  </a:lnTo>
                  <a:lnTo>
                    <a:pt x="574929" y="631697"/>
                  </a:lnTo>
                  <a:lnTo>
                    <a:pt x="533400" y="640079"/>
                  </a:lnTo>
                  <a:lnTo>
                    <a:pt x="106679" y="640079"/>
                  </a:lnTo>
                  <a:lnTo>
                    <a:pt x="65150" y="631697"/>
                  </a:lnTo>
                  <a:lnTo>
                    <a:pt x="31242" y="608838"/>
                  </a:lnTo>
                  <a:lnTo>
                    <a:pt x="8382" y="574929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25400">
              <a:solidFill>
                <a:srgbClr val="F59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163937" y="4726558"/>
              <a:ext cx="514426" cy="59575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50205" y="2171699"/>
              <a:ext cx="5241925" cy="2853690"/>
            </a:xfrm>
            <a:custGeom>
              <a:avLst/>
              <a:gdLst/>
              <a:ahLst/>
              <a:cxnLst/>
              <a:rect l="l" t="t" r="r" b="b"/>
              <a:pathLst>
                <a:path w="5241925" h="2853690">
                  <a:moveTo>
                    <a:pt x="5228209" y="47625"/>
                  </a:moveTo>
                  <a:lnTo>
                    <a:pt x="5196459" y="31750"/>
                  </a:lnTo>
                  <a:lnTo>
                    <a:pt x="5132959" y="0"/>
                  </a:lnTo>
                  <a:lnTo>
                    <a:pt x="5132959" y="31750"/>
                  </a:lnTo>
                  <a:lnTo>
                    <a:pt x="2605278" y="31750"/>
                  </a:lnTo>
                  <a:lnTo>
                    <a:pt x="2598166" y="38862"/>
                  </a:lnTo>
                  <a:lnTo>
                    <a:pt x="2598166" y="1596517"/>
                  </a:lnTo>
                  <a:lnTo>
                    <a:pt x="0" y="1596517"/>
                  </a:lnTo>
                  <a:lnTo>
                    <a:pt x="0" y="1628267"/>
                  </a:lnTo>
                  <a:lnTo>
                    <a:pt x="2622804" y="1628267"/>
                  </a:lnTo>
                  <a:lnTo>
                    <a:pt x="2629916" y="1621155"/>
                  </a:lnTo>
                  <a:lnTo>
                    <a:pt x="2629916" y="1612392"/>
                  </a:lnTo>
                  <a:lnTo>
                    <a:pt x="2629916" y="1596517"/>
                  </a:lnTo>
                  <a:lnTo>
                    <a:pt x="2629916" y="63500"/>
                  </a:lnTo>
                  <a:lnTo>
                    <a:pt x="5132959" y="63500"/>
                  </a:lnTo>
                  <a:lnTo>
                    <a:pt x="5132959" y="95250"/>
                  </a:lnTo>
                  <a:lnTo>
                    <a:pt x="5196459" y="63500"/>
                  </a:lnTo>
                  <a:lnTo>
                    <a:pt x="5228209" y="47625"/>
                  </a:lnTo>
                  <a:close/>
                </a:path>
                <a:path w="5241925" h="2853690">
                  <a:moveTo>
                    <a:pt x="5241925" y="173228"/>
                  </a:moveTo>
                  <a:lnTo>
                    <a:pt x="5210175" y="157353"/>
                  </a:lnTo>
                  <a:lnTo>
                    <a:pt x="5146675" y="125603"/>
                  </a:lnTo>
                  <a:lnTo>
                    <a:pt x="5146675" y="157353"/>
                  </a:lnTo>
                  <a:lnTo>
                    <a:pt x="2714117" y="157353"/>
                  </a:lnTo>
                  <a:lnTo>
                    <a:pt x="2707005" y="164465"/>
                  </a:lnTo>
                  <a:lnTo>
                    <a:pt x="2707005" y="2821698"/>
                  </a:lnTo>
                  <a:lnTo>
                    <a:pt x="57404" y="2821698"/>
                  </a:lnTo>
                  <a:lnTo>
                    <a:pt x="57404" y="2853436"/>
                  </a:lnTo>
                  <a:lnTo>
                    <a:pt x="2731643" y="2853436"/>
                  </a:lnTo>
                  <a:lnTo>
                    <a:pt x="2738755" y="2846324"/>
                  </a:lnTo>
                  <a:lnTo>
                    <a:pt x="2738755" y="2837561"/>
                  </a:lnTo>
                  <a:lnTo>
                    <a:pt x="2738755" y="2821698"/>
                  </a:lnTo>
                  <a:lnTo>
                    <a:pt x="2738755" y="189103"/>
                  </a:lnTo>
                  <a:lnTo>
                    <a:pt x="5146675" y="189103"/>
                  </a:lnTo>
                  <a:lnTo>
                    <a:pt x="5146675" y="220853"/>
                  </a:lnTo>
                  <a:lnTo>
                    <a:pt x="5210175" y="189103"/>
                  </a:lnTo>
                  <a:lnTo>
                    <a:pt x="5241925" y="173228"/>
                  </a:lnTo>
                  <a:close/>
                </a:path>
              </a:pathLst>
            </a:custGeom>
            <a:solidFill>
              <a:srgbClr val="A0A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3618" y="6125121"/>
              <a:ext cx="591185" cy="95250"/>
            </a:xfrm>
            <a:custGeom>
              <a:avLst/>
              <a:gdLst/>
              <a:ahLst/>
              <a:cxnLst/>
              <a:rect l="l" t="t" r="r" b="b"/>
              <a:pathLst>
                <a:path w="591185" h="95250">
                  <a:moveTo>
                    <a:pt x="495871" y="0"/>
                  </a:moveTo>
                  <a:lnTo>
                    <a:pt x="495871" y="95249"/>
                  </a:lnTo>
                  <a:lnTo>
                    <a:pt x="559371" y="63499"/>
                  </a:lnTo>
                  <a:lnTo>
                    <a:pt x="511746" y="63499"/>
                  </a:lnTo>
                  <a:lnTo>
                    <a:pt x="511746" y="31749"/>
                  </a:lnTo>
                  <a:lnTo>
                    <a:pt x="559371" y="31749"/>
                  </a:lnTo>
                  <a:lnTo>
                    <a:pt x="495871" y="0"/>
                  </a:lnTo>
                  <a:close/>
                </a:path>
                <a:path w="591185" h="95250">
                  <a:moveTo>
                    <a:pt x="495871" y="31749"/>
                  </a:moveTo>
                  <a:lnTo>
                    <a:pt x="0" y="31749"/>
                  </a:lnTo>
                  <a:lnTo>
                    <a:pt x="0" y="63499"/>
                  </a:lnTo>
                  <a:lnTo>
                    <a:pt x="495871" y="63499"/>
                  </a:lnTo>
                  <a:lnTo>
                    <a:pt x="495871" y="31749"/>
                  </a:lnTo>
                  <a:close/>
                </a:path>
                <a:path w="591185" h="95250">
                  <a:moveTo>
                    <a:pt x="559371" y="31749"/>
                  </a:moveTo>
                  <a:lnTo>
                    <a:pt x="511746" y="31749"/>
                  </a:lnTo>
                  <a:lnTo>
                    <a:pt x="511746" y="63499"/>
                  </a:lnTo>
                  <a:lnTo>
                    <a:pt x="559371" y="63499"/>
                  </a:lnTo>
                  <a:lnTo>
                    <a:pt x="591121" y="47624"/>
                  </a:lnTo>
                  <a:lnTo>
                    <a:pt x="559371" y="31749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3618" y="6338620"/>
              <a:ext cx="591185" cy="95250"/>
            </a:xfrm>
            <a:custGeom>
              <a:avLst/>
              <a:gdLst/>
              <a:ahLst/>
              <a:cxnLst/>
              <a:rect l="l" t="t" r="r" b="b"/>
              <a:pathLst>
                <a:path w="591185" h="95250">
                  <a:moveTo>
                    <a:pt x="495871" y="0"/>
                  </a:moveTo>
                  <a:lnTo>
                    <a:pt x="495871" y="95250"/>
                  </a:lnTo>
                  <a:lnTo>
                    <a:pt x="559388" y="63500"/>
                  </a:lnTo>
                  <a:lnTo>
                    <a:pt x="511746" y="63500"/>
                  </a:lnTo>
                  <a:lnTo>
                    <a:pt x="511746" y="31750"/>
                  </a:lnTo>
                  <a:lnTo>
                    <a:pt x="559354" y="31750"/>
                  </a:lnTo>
                  <a:lnTo>
                    <a:pt x="495871" y="0"/>
                  </a:lnTo>
                  <a:close/>
                </a:path>
                <a:path w="591185" h="95250">
                  <a:moveTo>
                    <a:pt x="495871" y="31750"/>
                  </a:moveTo>
                  <a:lnTo>
                    <a:pt x="0" y="31750"/>
                  </a:lnTo>
                  <a:lnTo>
                    <a:pt x="0" y="63500"/>
                  </a:lnTo>
                  <a:lnTo>
                    <a:pt x="495871" y="63500"/>
                  </a:lnTo>
                  <a:lnTo>
                    <a:pt x="495871" y="31750"/>
                  </a:lnTo>
                  <a:close/>
                </a:path>
                <a:path w="591185" h="95250">
                  <a:moveTo>
                    <a:pt x="559354" y="31750"/>
                  </a:moveTo>
                  <a:lnTo>
                    <a:pt x="511746" y="31750"/>
                  </a:lnTo>
                  <a:lnTo>
                    <a:pt x="511746" y="63500"/>
                  </a:lnTo>
                  <a:lnTo>
                    <a:pt x="559388" y="63500"/>
                  </a:lnTo>
                  <a:lnTo>
                    <a:pt x="591121" y="47637"/>
                  </a:lnTo>
                  <a:lnTo>
                    <a:pt x="559354" y="3175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619" y="1495297"/>
              <a:ext cx="10908030" cy="5161915"/>
            </a:xfrm>
            <a:custGeom>
              <a:avLst/>
              <a:gdLst/>
              <a:ahLst/>
              <a:cxnLst/>
              <a:rect l="l" t="t" r="r" b="b"/>
              <a:pathLst>
                <a:path w="10908030" h="5161915">
                  <a:moveTo>
                    <a:pt x="591121" y="5113985"/>
                  </a:moveTo>
                  <a:lnTo>
                    <a:pt x="559371" y="5098110"/>
                  </a:lnTo>
                  <a:lnTo>
                    <a:pt x="495871" y="5066360"/>
                  </a:lnTo>
                  <a:lnTo>
                    <a:pt x="495871" y="5098110"/>
                  </a:lnTo>
                  <a:lnTo>
                    <a:pt x="0" y="5098110"/>
                  </a:lnTo>
                  <a:lnTo>
                    <a:pt x="0" y="5129860"/>
                  </a:lnTo>
                  <a:lnTo>
                    <a:pt x="495871" y="5129860"/>
                  </a:lnTo>
                  <a:lnTo>
                    <a:pt x="495871" y="5161610"/>
                  </a:lnTo>
                  <a:lnTo>
                    <a:pt x="559371" y="5129860"/>
                  </a:lnTo>
                  <a:lnTo>
                    <a:pt x="591121" y="5113985"/>
                  </a:lnTo>
                  <a:close/>
                </a:path>
                <a:path w="10908030" h="5161915">
                  <a:moveTo>
                    <a:pt x="10907903" y="38862"/>
                  </a:moveTo>
                  <a:lnTo>
                    <a:pt x="10900791" y="31750"/>
                  </a:lnTo>
                  <a:lnTo>
                    <a:pt x="6993128" y="31750"/>
                  </a:lnTo>
                  <a:lnTo>
                    <a:pt x="6993128" y="0"/>
                  </a:lnTo>
                  <a:lnTo>
                    <a:pt x="6897878" y="47625"/>
                  </a:lnTo>
                  <a:lnTo>
                    <a:pt x="6993128" y="95250"/>
                  </a:lnTo>
                  <a:lnTo>
                    <a:pt x="6993128" y="63500"/>
                  </a:lnTo>
                  <a:lnTo>
                    <a:pt x="10876153" y="63500"/>
                  </a:lnTo>
                  <a:lnTo>
                    <a:pt x="10876153" y="358013"/>
                  </a:lnTo>
                  <a:lnTo>
                    <a:pt x="10883265" y="365125"/>
                  </a:lnTo>
                  <a:lnTo>
                    <a:pt x="10897870" y="365125"/>
                  </a:lnTo>
                  <a:lnTo>
                    <a:pt x="10897870" y="339229"/>
                  </a:lnTo>
                  <a:lnTo>
                    <a:pt x="10907903" y="349250"/>
                  </a:lnTo>
                  <a:lnTo>
                    <a:pt x="10907903" y="333375"/>
                  </a:lnTo>
                  <a:lnTo>
                    <a:pt x="10907903" y="63500"/>
                  </a:lnTo>
                  <a:lnTo>
                    <a:pt x="10907903" y="47625"/>
                  </a:lnTo>
                  <a:lnTo>
                    <a:pt x="10907903" y="38862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93209" y="4552061"/>
              <a:ext cx="914400" cy="914400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013561" y="6022035"/>
            <a:ext cx="1493520" cy="6756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000" spc="-40" dirty="0">
                <a:solidFill>
                  <a:srgbClr val="4B4B4B"/>
                </a:solidFill>
                <a:latin typeface="Arial"/>
                <a:cs typeface="Arial"/>
              </a:rPr>
              <a:t>General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4B4B4B"/>
                </a:solidFill>
                <a:latin typeface="Arial"/>
                <a:cs typeface="Arial"/>
              </a:rPr>
              <a:t>Data 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Flow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750"/>
              </a:lnSpc>
              <a:spcBef>
                <a:spcPts val="40"/>
              </a:spcBef>
            </a:pPr>
            <a:r>
              <a:rPr sz="1000" spc="-40" dirty="0">
                <a:solidFill>
                  <a:srgbClr val="4B4B4B"/>
                </a:solidFill>
                <a:latin typeface="Arial"/>
                <a:cs typeface="Arial"/>
              </a:rPr>
              <a:t>Data</a:t>
            </a:r>
            <a:r>
              <a:rPr sz="10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Flow</a:t>
            </a:r>
            <a:r>
              <a:rPr sz="10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0" dirty="0">
                <a:solidFill>
                  <a:srgbClr val="4B4B4B"/>
                </a:solidFill>
                <a:latin typeface="Arial"/>
                <a:cs typeface="Arial"/>
              </a:rPr>
              <a:t>+</a:t>
            </a:r>
            <a:r>
              <a:rPr sz="10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4B4B4B"/>
                </a:solidFill>
                <a:latin typeface="Arial"/>
                <a:cs typeface="Arial"/>
              </a:rPr>
              <a:t>Model</a:t>
            </a:r>
            <a:r>
              <a:rPr sz="10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Context Presentation</a:t>
            </a:r>
            <a:r>
              <a:rPr sz="1000" spc="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Content</a:t>
            </a:r>
            <a:r>
              <a:rPr sz="1000" spc="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Flow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766817" y="5262498"/>
            <a:ext cx="5302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70" dirty="0">
                <a:latin typeface="Arial"/>
                <a:cs typeface="Arial"/>
              </a:rPr>
              <a:t>DB</a:t>
            </a:r>
            <a:r>
              <a:rPr sz="700" b="1" spc="-5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Extractor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535804" y="3326968"/>
            <a:ext cx="914400" cy="1958339"/>
            <a:chOff x="4535804" y="3326968"/>
            <a:chExt cx="914400" cy="1958339"/>
          </a:xfrm>
        </p:grpSpPr>
        <p:pic>
          <p:nvPicPr>
            <p:cNvPr id="82" name="object 8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98177" y="5180266"/>
              <a:ext cx="131595" cy="10474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35804" y="3326968"/>
              <a:ext cx="914400" cy="914323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4773548" y="4037203"/>
            <a:ext cx="4025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95"/>
              </a:spcBef>
            </a:pPr>
            <a:r>
              <a:rPr sz="700" b="1" spc="-30" dirty="0">
                <a:latin typeface="Arial"/>
                <a:cs typeface="Arial"/>
              </a:rPr>
              <a:t>Historian</a:t>
            </a:r>
            <a:r>
              <a:rPr sz="700" b="1" spc="50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Extractor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516754" y="1636776"/>
            <a:ext cx="914400" cy="2423795"/>
            <a:chOff x="4516754" y="1636776"/>
            <a:chExt cx="914400" cy="2423795"/>
          </a:xfrm>
        </p:grpSpPr>
        <p:pic>
          <p:nvPicPr>
            <p:cNvPr id="86" name="object 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40773" y="3955225"/>
              <a:ext cx="131595" cy="10474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16754" y="1636776"/>
              <a:ext cx="914400" cy="9144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4754371" y="2346451"/>
            <a:ext cx="4025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sz="700" b="1" spc="-90" dirty="0">
                <a:latin typeface="Arial"/>
                <a:cs typeface="Arial"/>
              </a:rPr>
              <a:t>OPC</a:t>
            </a:r>
            <a:r>
              <a:rPr sz="700" b="1" spc="-4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UA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00" b="1" spc="-10" dirty="0">
                <a:latin typeface="Arial"/>
                <a:cs typeface="Arial"/>
              </a:rPr>
              <a:t>Extractor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221723" y="2264982"/>
            <a:ext cx="5223510" cy="2433320"/>
            <a:chOff x="5221723" y="2264982"/>
            <a:chExt cx="5223510" cy="2433320"/>
          </a:xfrm>
        </p:grpSpPr>
        <p:pic>
          <p:nvPicPr>
            <p:cNvPr id="90" name="object 9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21723" y="2264982"/>
              <a:ext cx="131595" cy="104745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0349484" y="441172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31750" y="190881"/>
                  </a:moveTo>
                  <a:lnTo>
                    <a:pt x="0" y="190881"/>
                  </a:lnTo>
                  <a:lnTo>
                    <a:pt x="47625" y="286131"/>
                  </a:lnTo>
                  <a:lnTo>
                    <a:pt x="87312" y="206756"/>
                  </a:lnTo>
                  <a:lnTo>
                    <a:pt x="31750" y="206756"/>
                  </a:lnTo>
                  <a:lnTo>
                    <a:pt x="31750" y="190881"/>
                  </a:lnTo>
                  <a:close/>
                </a:path>
                <a:path w="95250" h="286385">
                  <a:moveTo>
                    <a:pt x="63500" y="154812"/>
                  </a:moveTo>
                  <a:lnTo>
                    <a:pt x="47625" y="154812"/>
                  </a:lnTo>
                  <a:lnTo>
                    <a:pt x="31750" y="170687"/>
                  </a:lnTo>
                  <a:lnTo>
                    <a:pt x="31750" y="206756"/>
                  </a:lnTo>
                  <a:lnTo>
                    <a:pt x="63500" y="206756"/>
                  </a:lnTo>
                  <a:lnTo>
                    <a:pt x="63500" y="186562"/>
                  </a:lnTo>
                  <a:lnTo>
                    <a:pt x="47625" y="186562"/>
                  </a:lnTo>
                  <a:lnTo>
                    <a:pt x="63500" y="170687"/>
                  </a:lnTo>
                  <a:lnTo>
                    <a:pt x="63500" y="154812"/>
                  </a:lnTo>
                  <a:close/>
                </a:path>
                <a:path w="95250" h="286385">
                  <a:moveTo>
                    <a:pt x="95250" y="190881"/>
                  </a:moveTo>
                  <a:lnTo>
                    <a:pt x="63500" y="190881"/>
                  </a:lnTo>
                  <a:lnTo>
                    <a:pt x="63500" y="206756"/>
                  </a:lnTo>
                  <a:lnTo>
                    <a:pt x="87312" y="206756"/>
                  </a:lnTo>
                  <a:lnTo>
                    <a:pt x="95250" y="190881"/>
                  </a:lnTo>
                  <a:close/>
                </a:path>
                <a:path w="95250" h="286385">
                  <a:moveTo>
                    <a:pt x="63500" y="170687"/>
                  </a:moveTo>
                  <a:lnTo>
                    <a:pt x="47625" y="186562"/>
                  </a:lnTo>
                  <a:lnTo>
                    <a:pt x="56388" y="186562"/>
                  </a:lnTo>
                  <a:lnTo>
                    <a:pt x="63500" y="179450"/>
                  </a:lnTo>
                  <a:lnTo>
                    <a:pt x="63500" y="170687"/>
                  </a:lnTo>
                  <a:close/>
                </a:path>
                <a:path w="95250" h="286385">
                  <a:moveTo>
                    <a:pt x="63500" y="179450"/>
                  </a:moveTo>
                  <a:lnTo>
                    <a:pt x="56388" y="186562"/>
                  </a:lnTo>
                  <a:lnTo>
                    <a:pt x="63500" y="186562"/>
                  </a:lnTo>
                  <a:lnTo>
                    <a:pt x="63500" y="179450"/>
                  </a:lnTo>
                  <a:close/>
                </a:path>
                <a:path w="95250" h="286385">
                  <a:moveTo>
                    <a:pt x="47625" y="154812"/>
                  </a:moveTo>
                  <a:lnTo>
                    <a:pt x="38862" y="154812"/>
                  </a:lnTo>
                  <a:lnTo>
                    <a:pt x="31750" y="161925"/>
                  </a:lnTo>
                  <a:lnTo>
                    <a:pt x="31750" y="170687"/>
                  </a:lnTo>
                  <a:lnTo>
                    <a:pt x="47625" y="154812"/>
                  </a:lnTo>
                  <a:close/>
                </a:path>
                <a:path w="95250" h="286385">
                  <a:moveTo>
                    <a:pt x="63500" y="0"/>
                  </a:moveTo>
                  <a:lnTo>
                    <a:pt x="31750" y="0"/>
                  </a:lnTo>
                  <a:lnTo>
                    <a:pt x="31750" y="161925"/>
                  </a:lnTo>
                  <a:lnTo>
                    <a:pt x="38862" y="154812"/>
                  </a:lnTo>
                  <a:lnTo>
                    <a:pt x="63500" y="154812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1503299"/>
            <a:ext cx="12192000" cy="4359910"/>
            <a:chOff x="0" y="1503299"/>
            <a:chExt cx="12192000" cy="4359910"/>
          </a:xfrm>
        </p:grpSpPr>
        <p:sp>
          <p:nvSpPr>
            <p:cNvPr id="6" name="object 6"/>
            <p:cNvSpPr/>
            <p:nvPr/>
          </p:nvSpPr>
          <p:spPr>
            <a:xfrm>
              <a:off x="0" y="1846922"/>
              <a:ext cx="12192000" cy="4015740"/>
            </a:xfrm>
            <a:custGeom>
              <a:avLst/>
              <a:gdLst/>
              <a:ahLst/>
              <a:cxnLst/>
              <a:rect l="l" t="t" r="r" b="b"/>
              <a:pathLst>
                <a:path w="12192000" h="4015740">
                  <a:moveTo>
                    <a:pt x="12192000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12192000" y="40157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266" y="1503299"/>
              <a:ext cx="3844480" cy="40347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36951" y="2757043"/>
              <a:ext cx="1007110" cy="1515745"/>
            </a:xfrm>
            <a:custGeom>
              <a:avLst/>
              <a:gdLst/>
              <a:ahLst/>
              <a:cxnLst/>
              <a:rect l="l" t="t" r="r" b="b"/>
              <a:pathLst>
                <a:path w="1007110" h="1515745">
                  <a:moveTo>
                    <a:pt x="1006538" y="0"/>
                  </a:moveTo>
                  <a:lnTo>
                    <a:pt x="0" y="0"/>
                  </a:lnTo>
                  <a:lnTo>
                    <a:pt x="0" y="1515236"/>
                  </a:lnTo>
                  <a:lnTo>
                    <a:pt x="1006538" y="1515236"/>
                  </a:lnTo>
                  <a:lnTo>
                    <a:pt x="1006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88208" y="290626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57982" y="3091052"/>
              <a:ext cx="221615" cy="1022350"/>
            </a:xfrm>
            <a:custGeom>
              <a:avLst/>
              <a:gdLst/>
              <a:ahLst/>
              <a:cxnLst/>
              <a:rect l="l" t="t" r="r" b="b"/>
              <a:pathLst>
                <a:path w="221614" h="1022350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221614" h="1022350">
                  <a:moveTo>
                    <a:pt x="131699" y="936752"/>
                  </a:moveTo>
                  <a:lnTo>
                    <a:pt x="46609" y="936752"/>
                  </a:lnTo>
                  <a:lnTo>
                    <a:pt x="46609" y="1021842"/>
                  </a:lnTo>
                  <a:lnTo>
                    <a:pt x="131699" y="1021842"/>
                  </a:lnTo>
                  <a:lnTo>
                    <a:pt x="131699" y="936752"/>
                  </a:lnTo>
                  <a:close/>
                </a:path>
                <a:path w="221614" h="1022350">
                  <a:moveTo>
                    <a:pt x="221107" y="584708"/>
                  </a:moveTo>
                  <a:lnTo>
                    <a:pt x="136017" y="584708"/>
                  </a:lnTo>
                  <a:lnTo>
                    <a:pt x="136017" y="669798"/>
                  </a:lnTo>
                  <a:lnTo>
                    <a:pt x="221107" y="669798"/>
                  </a:lnTo>
                  <a:lnTo>
                    <a:pt x="221107" y="584708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5160" y="363461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57982" y="3065017"/>
              <a:ext cx="279400" cy="850900"/>
            </a:xfrm>
            <a:custGeom>
              <a:avLst/>
              <a:gdLst/>
              <a:ahLst/>
              <a:cxnLst/>
              <a:rect l="l" t="t" r="r" b="b"/>
              <a:pathLst>
                <a:path w="279400" h="850900">
                  <a:moveTo>
                    <a:pt x="85090" y="205359"/>
                  </a:moveTo>
                  <a:lnTo>
                    <a:pt x="0" y="205359"/>
                  </a:lnTo>
                  <a:lnTo>
                    <a:pt x="0" y="290449"/>
                  </a:lnTo>
                  <a:lnTo>
                    <a:pt x="85090" y="290449"/>
                  </a:lnTo>
                  <a:lnTo>
                    <a:pt x="85090" y="205359"/>
                  </a:lnTo>
                  <a:close/>
                </a:path>
                <a:path w="279400" h="850900">
                  <a:moveTo>
                    <a:pt x="244856" y="0"/>
                  </a:moveTo>
                  <a:lnTo>
                    <a:pt x="159766" y="0"/>
                  </a:lnTo>
                  <a:lnTo>
                    <a:pt x="159766" y="85090"/>
                  </a:lnTo>
                  <a:lnTo>
                    <a:pt x="244856" y="85090"/>
                  </a:lnTo>
                  <a:lnTo>
                    <a:pt x="244856" y="0"/>
                  </a:lnTo>
                  <a:close/>
                </a:path>
                <a:path w="279400" h="850900">
                  <a:moveTo>
                    <a:pt x="279146" y="765810"/>
                  </a:moveTo>
                  <a:lnTo>
                    <a:pt x="194056" y="765810"/>
                  </a:lnTo>
                  <a:lnTo>
                    <a:pt x="194056" y="850900"/>
                  </a:lnTo>
                  <a:lnTo>
                    <a:pt x="279146" y="850900"/>
                  </a:lnTo>
                  <a:lnTo>
                    <a:pt x="279146" y="76581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982" y="3240658"/>
              <a:ext cx="219075" cy="690245"/>
            </a:xfrm>
            <a:custGeom>
              <a:avLst/>
              <a:gdLst/>
              <a:ahLst/>
              <a:cxnLst/>
              <a:rect l="l" t="t" r="r" b="b"/>
              <a:pathLst>
                <a:path w="219075" h="690245">
                  <a:moveTo>
                    <a:pt x="85090" y="605155"/>
                  </a:moveTo>
                  <a:lnTo>
                    <a:pt x="0" y="605155"/>
                  </a:lnTo>
                  <a:lnTo>
                    <a:pt x="0" y="690245"/>
                  </a:lnTo>
                  <a:lnTo>
                    <a:pt x="85090" y="690245"/>
                  </a:lnTo>
                  <a:lnTo>
                    <a:pt x="85090" y="605155"/>
                  </a:lnTo>
                  <a:close/>
                </a:path>
                <a:path w="219075" h="690245">
                  <a:moveTo>
                    <a:pt x="177419" y="219837"/>
                  </a:moveTo>
                  <a:lnTo>
                    <a:pt x="92329" y="219837"/>
                  </a:lnTo>
                  <a:lnTo>
                    <a:pt x="92329" y="304927"/>
                  </a:lnTo>
                  <a:lnTo>
                    <a:pt x="177419" y="304927"/>
                  </a:lnTo>
                  <a:lnTo>
                    <a:pt x="177419" y="219837"/>
                  </a:lnTo>
                  <a:close/>
                </a:path>
                <a:path w="219075" h="690245">
                  <a:moveTo>
                    <a:pt x="218948" y="0"/>
                  </a:moveTo>
                  <a:lnTo>
                    <a:pt x="133858" y="0"/>
                  </a:lnTo>
                  <a:lnTo>
                    <a:pt x="133858" y="85090"/>
                  </a:lnTo>
                  <a:lnTo>
                    <a:pt x="218948" y="85090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52038" y="341617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0107" y="3367277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566" y="0"/>
                  </a:moveTo>
                  <a:lnTo>
                    <a:pt x="125476" y="0"/>
                  </a:lnTo>
                  <a:lnTo>
                    <a:pt x="125476" y="85090"/>
                  </a:lnTo>
                  <a:lnTo>
                    <a:pt x="210566" y="85090"/>
                  </a:lnTo>
                  <a:lnTo>
                    <a:pt x="210566" y="0"/>
                  </a:lnTo>
                  <a:close/>
                </a:path>
                <a:path w="336550" h="85089">
                  <a:moveTo>
                    <a:pt x="336042" y="0"/>
                  </a:moveTo>
                  <a:lnTo>
                    <a:pt x="250952" y="0"/>
                  </a:lnTo>
                  <a:lnTo>
                    <a:pt x="250952" y="85090"/>
                  </a:lnTo>
                  <a:lnTo>
                    <a:pt x="336042" y="85090"/>
                  </a:lnTo>
                  <a:lnTo>
                    <a:pt x="336042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49980" y="3233673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3501008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3634612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37230" y="2787269"/>
              <a:ext cx="393700" cy="1426210"/>
            </a:xfrm>
            <a:custGeom>
              <a:avLst/>
              <a:gdLst/>
              <a:ahLst/>
              <a:cxnLst/>
              <a:rect l="l" t="t" r="r" b="b"/>
              <a:pathLst>
                <a:path w="393700" h="1426210">
                  <a:moveTo>
                    <a:pt x="0" y="0"/>
                  </a:moveTo>
                  <a:lnTo>
                    <a:pt x="390144" y="382904"/>
                  </a:lnTo>
                </a:path>
                <a:path w="393700" h="1426210">
                  <a:moveTo>
                    <a:pt x="53212" y="1425701"/>
                  </a:moveTo>
                  <a:lnTo>
                    <a:pt x="393572" y="989329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88856" y="1693418"/>
              <a:ext cx="2456815" cy="313055"/>
            </a:xfrm>
            <a:custGeom>
              <a:avLst/>
              <a:gdLst/>
              <a:ahLst/>
              <a:cxnLst/>
              <a:rect l="l" t="t" r="r" b="b"/>
              <a:pathLst>
                <a:path w="2456815" h="313055">
                  <a:moveTo>
                    <a:pt x="2299843" y="0"/>
                  </a:moveTo>
                  <a:lnTo>
                    <a:pt x="0" y="0"/>
                  </a:lnTo>
                  <a:lnTo>
                    <a:pt x="156591" y="156591"/>
                  </a:lnTo>
                  <a:lnTo>
                    <a:pt x="0" y="313055"/>
                  </a:lnTo>
                  <a:lnTo>
                    <a:pt x="2299843" y="313055"/>
                  </a:lnTo>
                  <a:lnTo>
                    <a:pt x="2456434" y="156591"/>
                  </a:lnTo>
                  <a:lnTo>
                    <a:pt x="2299843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6263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solidFill>
                  <a:srgbClr val="000000"/>
                </a:solidFill>
              </a:rPr>
              <a:t>Haga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los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datos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estén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110" dirty="0">
                <a:solidFill>
                  <a:srgbClr val="000000"/>
                </a:solidFill>
              </a:rPr>
              <a:t>disponibles</a:t>
            </a:r>
            <a:endParaRPr sz="3000"/>
          </a:p>
        </p:txBody>
      </p:sp>
      <p:sp>
        <p:nvSpPr>
          <p:cNvPr id="22" name="object 22"/>
          <p:cNvSpPr txBox="1"/>
          <p:nvPr/>
        </p:nvSpPr>
        <p:spPr>
          <a:xfrm>
            <a:off x="513994" y="1059941"/>
            <a:ext cx="399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Libere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silos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47606" y="1731010"/>
            <a:ext cx="2138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Otórgueles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57160" y="1693417"/>
            <a:ext cx="2070735" cy="313055"/>
          </a:xfrm>
          <a:custGeom>
            <a:avLst/>
            <a:gdLst/>
            <a:ahLst/>
            <a:cxnLst/>
            <a:rect l="l" t="t" r="r" b="b"/>
            <a:pathLst>
              <a:path w="2070734" h="313055">
                <a:moveTo>
                  <a:pt x="1914271" y="0"/>
                </a:moveTo>
                <a:lnTo>
                  <a:pt x="0" y="0"/>
                </a:lnTo>
                <a:lnTo>
                  <a:pt x="156464" y="156591"/>
                </a:lnTo>
                <a:lnTo>
                  <a:pt x="0" y="313055"/>
                </a:lnTo>
                <a:lnTo>
                  <a:pt x="1914271" y="313055"/>
                </a:lnTo>
                <a:lnTo>
                  <a:pt x="2070735" y="156591"/>
                </a:lnTo>
                <a:lnTo>
                  <a:pt x="1914271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557643" y="1623187"/>
            <a:ext cx="1471295" cy="41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4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1270" algn="ctr">
              <a:lnSpc>
                <a:spcPts val="1540"/>
              </a:lnSpc>
            </a:pP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útiles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41445" y="1693417"/>
            <a:ext cx="3255010" cy="313055"/>
          </a:xfrm>
          <a:custGeom>
            <a:avLst/>
            <a:gdLst/>
            <a:ahLst/>
            <a:cxnLst/>
            <a:rect l="l" t="t" r="r" b="b"/>
            <a:pathLst>
              <a:path w="3255009" h="313055">
                <a:moveTo>
                  <a:pt x="3098164" y="0"/>
                </a:moveTo>
                <a:lnTo>
                  <a:pt x="0" y="0"/>
                </a:lnTo>
                <a:lnTo>
                  <a:pt x="156463" y="156591"/>
                </a:lnTo>
                <a:lnTo>
                  <a:pt x="0" y="313055"/>
                </a:lnTo>
                <a:lnTo>
                  <a:pt x="3098164" y="313055"/>
                </a:lnTo>
                <a:lnTo>
                  <a:pt x="3254755" y="156591"/>
                </a:lnTo>
                <a:lnTo>
                  <a:pt x="309816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095115" y="1731010"/>
            <a:ext cx="29470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significativos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68701" y="2119122"/>
            <a:ext cx="14173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 marR="170815" algn="ctr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Integración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híbrida </a:t>
            </a:r>
            <a:r>
              <a:rPr sz="1000" b="1" spc="-55" dirty="0">
                <a:latin typeface="Arial"/>
                <a:cs typeface="Arial"/>
              </a:rPr>
              <a:t>y </a:t>
            </a: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b="1" spc="-35" dirty="0">
                <a:latin typeface="Arial"/>
                <a:cs typeface="Arial"/>
              </a:rPr>
              <a:t>transformación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12767" y="2119122"/>
            <a:ext cx="102996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ET/OT/IT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35" dirty="0">
                <a:latin typeface="Arial"/>
                <a:cs typeface="Arial"/>
              </a:rPr>
              <a:t>contextualización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50433" y="2119122"/>
            <a:ext cx="8693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-55" dirty="0">
                <a:latin typeface="Arial"/>
                <a:cs typeface="Arial"/>
              </a:rPr>
              <a:t>Conocimientos </a:t>
            </a:r>
            <a:r>
              <a:rPr sz="1000" b="1" spc="-10" dirty="0">
                <a:latin typeface="Arial"/>
                <a:cs typeface="Arial"/>
              </a:rPr>
              <a:t>industriales </a:t>
            </a:r>
            <a:r>
              <a:rPr sz="1000" spc="-10" dirty="0">
                <a:latin typeface="Arial"/>
                <a:cs typeface="Arial"/>
              </a:rPr>
              <a:t>Gráfico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56328" y="45087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Emparejamiento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entidades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98134" y="4437633"/>
            <a:ext cx="63690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Análisis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del diagrama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ingeniería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7161" y="4516958"/>
            <a:ext cx="790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Análisis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documentos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08398" y="2698940"/>
            <a:ext cx="2745105" cy="1553845"/>
            <a:chOff x="4208398" y="2698940"/>
            <a:chExt cx="2745105" cy="1553845"/>
          </a:xfrm>
        </p:grpSpPr>
        <p:sp>
          <p:nvSpPr>
            <p:cNvPr id="35" name="object 35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759332" y="0"/>
                  </a:moveTo>
                  <a:lnTo>
                    <a:pt x="711313" y="1493"/>
                  </a:lnTo>
                  <a:lnTo>
                    <a:pt x="664086" y="5916"/>
                  </a:lnTo>
                  <a:lnTo>
                    <a:pt x="617742" y="13178"/>
                  </a:lnTo>
                  <a:lnTo>
                    <a:pt x="572370" y="23191"/>
                  </a:lnTo>
                  <a:lnTo>
                    <a:pt x="528057" y="35866"/>
                  </a:lnTo>
                  <a:lnTo>
                    <a:pt x="484894" y="51113"/>
                  </a:lnTo>
                  <a:lnTo>
                    <a:pt x="442970" y="68844"/>
                  </a:lnTo>
                  <a:lnTo>
                    <a:pt x="402372" y="88970"/>
                  </a:lnTo>
                  <a:lnTo>
                    <a:pt x="363191" y="111402"/>
                  </a:lnTo>
                  <a:lnTo>
                    <a:pt x="325515" y="136050"/>
                  </a:lnTo>
                  <a:lnTo>
                    <a:pt x="289434" y="162827"/>
                  </a:lnTo>
                  <a:lnTo>
                    <a:pt x="255035" y="191643"/>
                  </a:lnTo>
                  <a:lnTo>
                    <a:pt x="222408" y="222408"/>
                  </a:lnTo>
                  <a:lnTo>
                    <a:pt x="191643" y="255035"/>
                  </a:lnTo>
                  <a:lnTo>
                    <a:pt x="162827" y="289434"/>
                  </a:lnTo>
                  <a:lnTo>
                    <a:pt x="136050" y="325515"/>
                  </a:lnTo>
                  <a:lnTo>
                    <a:pt x="111402" y="363191"/>
                  </a:lnTo>
                  <a:lnTo>
                    <a:pt x="88970" y="402372"/>
                  </a:lnTo>
                  <a:lnTo>
                    <a:pt x="68844" y="442970"/>
                  </a:lnTo>
                  <a:lnTo>
                    <a:pt x="51113" y="484894"/>
                  </a:lnTo>
                  <a:lnTo>
                    <a:pt x="35866" y="528057"/>
                  </a:lnTo>
                  <a:lnTo>
                    <a:pt x="23191" y="572370"/>
                  </a:lnTo>
                  <a:lnTo>
                    <a:pt x="13178" y="617742"/>
                  </a:lnTo>
                  <a:lnTo>
                    <a:pt x="5916" y="664086"/>
                  </a:lnTo>
                  <a:lnTo>
                    <a:pt x="1493" y="711313"/>
                  </a:lnTo>
                  <a:lnTo>
                    <a:pt x="0" y="759333"/>
                  </a:lnTo>
                  <a:lnTo>
                    <a:pt x="1493" y="807352"/>
                  </a:lnTo>
                  <a:lnTo>
                    <a:pt x="5916" y="854577"/>
                  </a:lnTo>
                  <a:lnTo>
                    <a:pt x="13178" y="900918"/>
                  </a:lnTo>
                  <a:lnTo>
                    <a:pt x="23191" y="946287"/>
                  </a:lnTo>
                  <a:lnTo>
                    <a:pt x="35866" y="990595"/>
                  </a:lnTo>
                  <a:lnTo>
                    <a:pt x="51113" y="1033753"/>
                  </a:lnTo>
                  <a:lnTo>
                    <a:pt x="68844" y="1075673"/>
                  </a:lnTo>
                  <a:lnTo>
                    <a:pt x="88970" y="1116264"/>
                  </a:lnTo>
                  <a:lnTo>
                    <a:pt x="111402" y="1155439"/>
                  </a:lnTo>
                  <a:lnTo>
                    <a:pt x="136050" y="1193108"/>
                  </a:lnTo>
                  <a:lnTo>
                    <a:pt x="162827" y="1229182"/>
                  </a:lnTo>
                  <a:lnTo>
                    <a:pt x="191643" y="1263574"/>
                  </a:lnTo>
                  <a:lnTo>
                    <a:pt x="222408" y="1296193"/>
                  </a:lnTo>
                  <a:lnTo>
                    <a:pt x="255035" y="1326952"/>
                  </a:lnTo>
                  <a:lnTo>
                    <a:pt x="289434" y="1355760"/>
                  </a:lnTo>
                  <a:lnTo>
                    <a:pt x="325515" y="1382529"/>
                  </a:lnTo>
                  <a:lnTo>
                    <a:pt x="363191" y="1407171"/>
                  </a:lnTo>
                  <a:lnTo>
                    <a:pt x="402372" y="1429597"/>
                  </a:lnTo>
                  <a:lnTo>
                    <a:pt x="442970" y="1449717"/>
                  </a:lnTo>
                  <a:lnTo>
                    <a:pt x="484894" y="1467442"/>
                  </a:lnTo>
                  <a:lnTo>
                    <a:pt x="528057" y="1482685"/>
                  </a:lnTo>
                  <a:lnTo>
                    <a:pt x="572370" y="1495355"/>
                  </a:lnTo>
                  <a:lnTo>
                    <a:pt x="617742" y="1505364"/>
                  </a:lnTo>
                  <a:lnTo>
                    <a:pt x="664086" y="1512624"/>
                  </a:lnTo>
                  <a:lnTo>
                    <a:pt x="711313" y="1517045"/>
                  </a:lnTo>
                  <a:lnTo>
                    <a:pt x="759332" y="1518539"/>
                  </a:lnTo>
                  <a:lnTo>
                    <a:pt x="807352" y="1517045"/>
                  </a:lnTo>
                  <a:lnTo>
                    <a:pt x="854579" y="1512624"/>
                  </a:lnTo>
                  <a:lnTo>
                    <a:pt x="900923" y="1505364"/>
                  </a:lnTo>
                  <a:lnTo>
                    <a:pt x="946295" y="1495355"/>
                  </a:lnTo>
                  <a:lnTo>
                    <a:pt x="990608" y="1482685"/>
                  </a:lnTo>
                  <a:lnTo>
                    <a:pt x="1033771" y="1467442"/>
                  </a:lnTo>
                  <a:lnTo>
                    <a:pt x="1075695" y="1449717"/>
                  </a:lnTo>
                  <a:lnTo>
                    <a:pt x="1116293" y="1429597"/>
                  </a:lnTo>
                  <a:lnTo>
                    <a:pt x="1155474" y="1407171"/>
                  </a:lnTo>
                  <a:lnTo>
                    <a:pt x="1193150" y="1382529"/>
                  </a:lnTo>
                  <a:lnTo>
                    <a:pt x="1229231" y="1355760"/>
                  </a:lnTo>
                  <a:lnTo>
                    <a:pt x="1263630" y="1326952"/>
                  </a:lnTo>
                  <a:lnTo>
                    <a:pt x="1296257" y="1296193"/>
                  </a:lnTo>
                  <a:lnTo>
                    <a:pt x="1327022" y="1263574"/>
                  </a:lnTo>
                  <a:lnTo>
                    <a:pt x="1355838" y="1229182"/>
                  </a:lnTo>
                  <a:lnTo>
                    <a:pt x="1382615" y="1193108"/>
                  </a:lnTo>
                  <a:lnTo>
                    <a:pt x="1407263" y="1155439"/>
                  </a:lnTo>
                  <a:lnTo>
                    <a:pt x="1429695" y="1116264"/>
                  </a:lnTo>
                  <a:lnTo>
                    <a:pt x="1449821" y="1075673"/>
                  </a:lnTo>
                  <a:lnTo>
                    <a:pt x="1467552" y="1033753"/>
                  </a:lnTo>
                  <a:lnTo>
                    <a:pt x="1482799" y="990595"/>
                  </a:lnTo>
                  <a:lnTo>
                    <a:pt x="1495474" y="946287"/>
                  </a:lnTo>
                  <a:lnTo>
                    <a:pt x="1505487" y="900918"/>
                  </a:lnTo>
                  <a:lnTo>
                    <a:pt x="1512749" y="854577"/>
                  </a:lnTo>
                  <a:lnTo>
                    <a:pt x="1517172" y="807352"/>
                  </a:lnTo>
                  <a:lnTo>
                    <a:pt x="1518665" y="759333"/>
                  </a:lnTo>
                  <a:lnTo>
                    <a:pt x="1517172" y="711313"/>
                  </a:lnTo>
                  <a:lnTo>
                    <a:pt x="1512749" y="664086"/>
                  </a:lnTo>
                  <a:lnTo>
                    <a:pt x="1505487" y="617742"/>
                  </a:lnTo>
                  <a:lnTo>
                    <a:pt x="1495474" y="572370"/>
                  </a:lnTo>
                  <a:lnTo>
                    <a:pt x="1482799" y="528057"/>
                  </a:lnTo>
                  <a:lnTo>
                    <a:pt x="1467552" y="484894"/>
                  </a:lnTo>
                  <a:lnTo>
                    <a:pt x="1449821" y="442970"/>
                  </a:lnTo>
                  <a:lnTo>
                    <a:pt x="1429695" y="402372"/>
                  </a:lnTo>
                  <a:lnTo>
                    <a:pt x="1407263" y="363191"/>
                  </a:lnTo>
                  <a:lnTo>
                    <a:pt x="1382615" y="325515"/>
                  </a:lnTo>
                  <a:lnTo>
                    <a:pt x="1355838" y="289434"/>
                  </a:lnTo>
                  <a:lnTo>
                    <a:pt x="1327022" y="255035"/>
                  </a:lnTo>
                  <a:lnTo>
                    <a:pt x="1296257" y="222408"/>
                  </a:lnTo>
                  <a:lnTo>
                    <a:pt x="1263630" y="191643"/>
                  </a:lnTo>
                  <a:lnTo>
                    <a:pt x="1229231" y="162827"/>
                  </a:lnTo>
                  <a:lnTo>
                    <a:pt x="1193150" y="136050"/>
                  </a:lnTo>
                  <a:lnTo>
                    <a:pt x="1155474" y="111402"/>
                  </a:lnTo>
                  <a:lnTo>
                    <a:pt x="1116293" y="88970"/>
                  </a:lnTo>
                  <a:lnTo>
                    <a:pt x="1075695" y="68844"/>
                  </a:lnTo>
                  <a:lnTo>
                    <a:pt x="1033771" y="51113"/>
                  </a:lnTo>
                  <a:lnTo>
                    <a:pt x="990608" y="35866"/>
                  </a:lnTo>
                  <a:lnTo>
                    <a:pt x="946295" y="23191"/>
                  </a:lnTo>
                  <a:lnTo>
                    <a:pt x="900923" y="13178"/>
                  </a:lnTo>
                  <a:lnTo>
                    <a:pt x="854579" y="5916"/>
                  </a:lnTo>
                  <a:lnTo>
                    <a:pt x="807352" y="1493"/>
                  </a:lnTo>
                  <a:lnTo>
                    <a:pt x="75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0" y="759333"/>
                  </a:moveTo>
                  <a:lnTo>
                    <a:pt x="1493" y="711313"/>
                  </a:lnTo>
                  <a:lnTo>
                    <a:pt x="5916" y="664086"/>
                  </a:lnTo>
                  <a:lnTo>
                    <a:pt x="13178" y="617742"/>
                  </a:lnTo>
                  <a:lnTo>
                    <a:pt x="23191" y="572370"/>
                  </a:lnTo>
                  <a:lnTo>
                    <a:pt x="35866" y="528057"/>
                  </a:lnTo>
                  <a:lnTo>
                    <a:pt x="51113" y="484894"/>
                  </a:lnTo>
                  <a:lnTo>
                    <a:pt x="68844" y="442970"/>
                  </a:lnTo>
                  <a:lnTo>
                    <a:pt x="88970" y="402372"/>
                  </a:lnTo>
                  <a:lnTo>
                    <a:pt x="111402" y="363191"/>
                  </a:lnTo>
                  <a:lnTo>
                    <a:pt x="136050" y="325515"/>
                  </a:lnTo>
                  <a:lnTo>
                    <a:pt x="162827" y="289434"/>
                  </a:lnTo>
                  <a:lnTo>
                    <a:pt x="191643" y="255035"/>
                  </a:lnTo>
                  <a:lnTo>
                    <a:pt x="222408" y="222408"/>
                  </a:lnTo>
                  <a:lnTo>
                    <a:pt x="255035" y="191643"/>
                  </a:lnTo>
                  <a:lnTo>
                    <a:pt x="289434" y="162827"/>
                  </a:lnTo>
                  <a:lnTo>
                    <a:pt x="325515" y="136050"/>
                  </a:lnTo>
                  <a:lnTo>
                    <a:pt x="363191" y="111402"/>
                  </a:lnTo>
                  <a:lnTo>
                    <a:pt x="402372" y="88970"/>
                  </a:lnTo>
                  <a:lnTo>
                    <a:pt x="442970" y="68844"/>
                  </a:lnTo>
                  <a:lnTo>
                    <a:pt x="484894" y="51113"/>
                  </a:lnTo>
                  <a:lnTo>
                    <a:pt x="528057" y="35866"/>
                  </a:lnTo>
                  <a:lnTo>
                    <a:pt x="572370" y="23191"/>
                  </a:lnTo>
                  <a:lnTo>
                    <a:pt x="617742" y="13178"/>
                  </a:lnTo>
                  <a:lnTo>
                    <a:pt x="664086" y="5916"/>
                  </a:lnTo>
                  <a:lnTo>
                    <a:pt x="711313" y="1493"/>
                  </a:lnTo>
                  <a:lnTo>
                    <a:pt x="759332" y="0"/>
                  </a:lnTo>
                  <a:lnTo>
                    <a:pt x="807352" y="1493"/>
                  </a:lnTo>
                  <a:lnTo>
                    <a:pt x="854579" y="5916"/>
                  </a:lnTo>
                  <a:lnTo>
                    <a:pt x="900923" y="13178"/>
                  </a:lnTo>
                  <a:lnTo>
                    <a:pt x="946295" y="23191"/>
                  </a:lnTo>
                  <a:lnTo>
                    <a:pt x="990608" y="35866"/>
                  </a:lnTo>
                  <a:lnTo>
                    <a:pt x="1033771" y="51113"/>
                  </a:lnTo>
                  <a:lnTo>
                    <a:pt x="1075695" y="68844"/>
                  </a:lnTo>
                  <a:lnTo>
                    <a:pt x="1116293" y="88970"/>
                  </a:lnTo>
                  <a:lnTo>
                    <a:pt x="1155474" y="111402"/>
                  </a:lnTo>
                  <a:lnTo>
                    <a:pt x="1193150" y="136050"/>
                  </a:lnTo>
                  <a:lnTo>
                    <a:pt x="1229231" y="162827"/>
                  </a:lnTo>
                  <a:lnTo>
                    <a:pt x="1263630" y="191643"/>
                  </a:lnTo>
                  <a:lnTo>
                    <a:pt x="1296257" y="222408"/>
                  </a:lnTo>
                  <a:lnTo>
                    <a:pt x="1327022" y="255035"/>
                  </a:lnTo>
                  <a:lnTo>
                    <a:pt x="1355838" y="289434"/>
                  </a:lnTo>
                  <a:lnTo>
                    <a:pt x="1382615" y="325515"/>
                  </a:lnTo>
                  <a:lnTo>
                    <a:pt x="1407263" y="363191"/>
                  </a:lnTo>
                  <a:lnTo>
                    <a:pt x="1429695" y="402372"/>
                  </a:lnTo>
                  <a:lnTo>
                    <a:pt x="1449821" y="442970"/>
                  </a:lnTo>
                  <a:lnTo>
                    <a:pt x="1467552" y="484894"/>
                  </a:lnTo>
                  <a:lnTo>
                    <a:pt x="1482799" y="528057"/>
                  </a:lnTo>
                  <a:lnTo>
                    <a:pt x="1495474" y="572370"/>
                  </a:lnTo>
                  <a:lnTo>
                    <a:pt x="1505487" y="617742"/>
                  </a:lnTo>
                  <a:lnTo>
                    <a:pt x="1512749" y="664086"/>
                  </a:lnTo>
                  <a:lnTo>
                    <a:pt x="1517172" y="711313"/>
                  </a:lnTo>
                  <a:lnTo>
                    <a:pt x="1518665" y="759333"/>
                  </a:lnTo>
                  <a:lnTo>
                    <a:pt x="1517172" y="807352"/>
                  </a:lnTo>
                  <a:lnTo>
                    <a:pt x="1512749" y="854577"/>
                  </a:lnTo>
                  <a:lnTo>
                    <a:pt x="1505487" y="900918"/>
                  </a:lnTo>
                  <a:lnTo>
                    <a:pt x="1495474" y="946287"/>
                  </a:lnTo>
                  <a:lnTo>
                    <a:pt x="1482799" y="990595"/>
                  </a:lnTo>
                  <a:lnTo>
                    <a:pt x="1467552" y="1033753"/>
                  </a:lnTo>
                  <a:lnTo>
                    <a:pt x="1449821" y="1075673"/>
                  </a:lnTo>
                  <a:lnTo>
                    <a:pt x="1429695" y="1116264"/>
                  </a:lnTo>
                  <a:lnTo>
                    <a:pt x="1407263" y="1155439"/>
                  </a:lnTo>
                  <a:lnTo>
                    <a:pt x="1382615" y="1193108"/>
                  </a:lnTo>
                  <a:lnTo>
                    <a:pt x="1355838" y="1229182"/>
                  </a:lnTo>
                  <a:lnTo>
                    <a:pt x="1327022" y="1263574"/>
                  </a:lnTo>
                  <a:lnTo>
                    <a:pt x="1296257" y="1296193"/>
                  </a:lnTo>
                  <a:lnTo>
                    <a:pt x="1263630" y="1326952"/>
                  </a:lnTo>
                  <a:lnTo>
                    <a:pt x="1229231" y="1355760"/>
                  </a:lnTo>
                  <a:lnTo>
                    <a:pt x="1193150" y="1382529"/>
                  </a:lnTo>
                  <a:lnTo>
                    <a:pt x="1155474" y="1407171"/>
                  </a:lnTo>
                  <a:lnTo>
                    <a:pt x="1116293" y="1429597"/>
                  </a:lnTo>
                  <a:lnTo>
                    <a:pt x="1075695" y="1449717"/>
                  </a:lnTo>
                  <a:lnTo>
                    <a:pt x="1033771" y="1467442"/>
                  </a:lnTo>
                  <a:lnTo>
                    <a:pt x="990608" y="1482685"/>
                  </a:lnTo>
                  <a:lnTo>
                    <a:pt x="946295" y="1495355"/>
                  </a:lnTo>
                  <a:lnTo>
                    <a:pt x="900923" y="1505364"/>
                  </a:lnTo>
                  <a:lnTo>
                    <a:pt x="854579" y="1512624"/>
                  </a:lnTo>
                  <a:lnTo>
                    <a:pt x="807352" y="1517045"/>
                  </a:lnTo>
                  <a:lnTo>
                    <a:pt x="759332" y="1518539"/>
                  </a:lnTo>
                  <a:lnTo>
                    <a:pt x="711313" y="1517045"/>
                  </a:lnTo>
                  <a:lnTo>
                    <a:pt x="664086" y="1512624"/>
                  </a:lnTo>
                  <a:lnTo>
                    <a:pt x="617742" y="1505364"/>
                  </a:lnTo>
                  <a:lnTo>
                    <a:pt x="572370" y="1495355"/>
                  </a:lnTo>
                  <a:lnTo>
                    <a:pt x="528057" y="1482685"/>
                  </a:lnTo>
                  <a:lnTo>
                    <a:pt x="484894" y="1467442"/>
                  </a:lnTo>
                  <a:lnTo>
                    <a:pt x="442970" y="1449717"/>
                  </a:lnTo>
                  <a:lnTo>
                    <a:pt x="402372" y="1429597"/>
                  </a:lnTo>
                  <a:lnTo>
                    <a:pt x="363191" y="1407171"/>
                  </a:lnTo>
                  <a:lnTo>
                    <a:pt x="325515" y="1382529"/>
                  </a:lnTo>
                  <a:lnTo>
                    <a:pt x="289434" y="1355760"/>
                  </a:lnTo>
                  <a:lnTo>
                    <a:pt x="255035" y="1326952"/>
                  </a:lnTo>
                  <a:lnTo>
                    <a:pt x="222408" y="1296193"/>
                  </a:lnTo>
                  <a:lnTo>
                    <a:pt x="191643" y="1263574"/>
                  </a:lnTo>
                  <a:lnTo>
                    <a:pt x="162827" y="1229182"/>
                  </a:lnTo>
                  <a:lnTo>
                    <a:pt x="136050" y="1193108"/>
                  </a:lnTo>
                  <a:lnTo>
                    <a:pt x="111402" y="1155439"/>
                  </a:lnTo>
                  <a:lnTo>
                    <a:pt x="88970" y="1116264"/>
                  </a:lnTo>
                  <a:lnTo>
                    <a:pt x="68844" y="1075673"/>
                  </a:lnTo>
                  <a:lnTo>
                    <a:pt x="51113" y="1033753"/>
                  </a:lnTo>
                  <a:lnTo>
                    <a:pt x="35866" y="990595"/>
                  </a:lnTo>
                  <a:lnTo>
                    <a:pt x="23191" y="946287"/>
                  </a:lnTo>
                  <a:lnTo>
                    <a:pt x="13178" y="900918"/>
                  </a:lnTo>
                  <a:lnTo>
                    <a:pt x="5916" y="854577"/>
                  </a:lnTo>
                  <a:lnTo>
                    <a:pt x="1493" y="807352"/>
                  </a:lnTo>
                  <a:lnTo>
                    <a:pt x="0" y="759333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5124" y="2828416"/>
              <a:ext cx="1485900" cy="12572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208398" y="2737484"/>
              <a:ext cx="814069" cy="1515745"/>
            </a:xfrm>
            <a:custGeom>
              <a:avLst/>
              <a:gdLst/>
              <a:ahLst/>
              <a:cxnLst/>
              <a:rect l="l" t="t" r="r" b="b"/>
              <a:pathLst>
                <a:path w="814070" h="1515745">
                  <a:moveTo>
                    <a:pt x="813815" y="0"/>
                  </a:moveTo>
                  <a:lnTo>
                    <a:pt x="0" y="0"/>
                  </a:lnTo>
                  <a:lnTo>
                    <a:pt x="0" y="1515237"/>
                  </a:lnTo>
                  <a:lnTo>
                    <a:pt x="813815" y="1515237"/>
                  </a:lnTo>
                  <a:lnTo>
                    <a:pt x="8138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268851" y="281891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800" spc="-75" dirty="0">
                <a:latin typeface="Arial"/>
                <a:cs typeface="Arial"/>
              </a:rPr>
              <a:t>SME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68851" y="352757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6355" marR="36195" indent="12192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personalizada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68851" y="3881780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13970" marR="4445" indent="15367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-10" dirty="0">
                <a:latin typeface="Arial"/>
                <a:cs typeface="Arial"/>
              </a:rPr>
              <a:t> preconfigurada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68851" y="317324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218440" marR="114300" indent="-94615">
              <a:lnSpc>
                <a:spcPct val="100000"/>
              </a:lnSpc>
              <a:spcBef>
                <a:spcPts val="140"/>
              </a:spcBef>
            </a:pPr>
            <a:r>
              <a:rPr sz="800" spc="-35" dirty="0">
                <a:latin typeface="Arial"/>
                <a:cs typeface="Arial"/>
              </a:rPr>
              <a:t>Basado </a:t>
            </a:r>
            <a:r>
              <a:rPr sz="800" spc="-25" dirty="0">
                <a:latin typeface="Arial"/>
                <a:cs typeface="Arial"/>
              </a:rPr>
              <a:t>en</a:t>
            </a:r>
            <a:r>
              <a:rPr sz="800" spc="-10" dirty="0">
                <a:latin typeface="Arial"/>
                <a:cs typeface="Arial"/>
              </a:rPr>
              <a:t> reglas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11551" y="2743580"/>
            <a:ext cx="303530" cy="1518920"/>
          </a:xfrm>
          <a:custGeom>
            <a:avLst/>
            <a:gdLst/>
            <a:ahLst/>
            <a:cxnLst/>
            <a:rect l="l" t="t" r="r" b="b"/>
            <a:pathLst>
              <a:path w="303530" h="1518920">
                <a:moveTo>
                  <a:pt x="303275" y="0"/>
                </a:moveTo>
                <a:lnTo>
                  <a:pt x="0" y="0"/>
                </a:lnTo>
                <a:lnTo>
                  <a:pt x="0" y="1518539"/>
                </a:lnTo>
                <a:lnTo>
                  <a:pt x="303275" y="1518539"/>
                </a:lnTo>
                <a:lnTo>
                  <a:pt x="303275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544317" y="3042140"/>
            <a:ext cx="239395" cy="92329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75588" y="2898648"/>
            <a:ext cx="5006975" cy="1853564"/>
            <a:chOff x="1275588" y="2898648"/>
            <a:chExt cx="5006975" cy="1853564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4827" y="3462909"/>
              <a:ext cx="222123" cy="7975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017389" y="3465576"/>
              <a:ext cx="412750" cy="74930"/>
            </a:xfrm>
            <a:custGeom>
              <a:avLst/>
              <a:gdLst/>
              <a:ahLst/>
              <a:cxnLst/>
              <a:rect l="l" t="t" r="r" b="b"/>
              <a:pathLst>
                <a:path w="412750" h="74929">
                  <a:moveTo>
                    <a:pt x="59562" y="0"/>
                  </a:moveTo>
                  <a:lnTo>
                    <a:pt x="57276" y="1397"/>
                  </a:lnTo>
                  <a:lnTo>
                    <a:pt x="0" y="37211"/>
                  </a:lnTo>
                  <a:lnTo>
                    <a:pt x="57276" y="73025"/>
                  </a:lnTo>
                  <a:lnTo>
                    <a:pt x="59562" y="74422"/>
                  </a:lnTo>
                  <a:lnTo>
                    <a:pt x="62484" y="73787"/>
                  </a:lnTo>
                  <a:lnTo>
                    <a:pt x="65277" y="69214"/>
                  </a:lnTo>
                  <a:lnTo>
                    <a:pt x="64515" y="66294"/>
                  </a:lnTo>
                  <a:lnTo>
                    <a:pt x="62357" y="64897"/>
                  </a:lnTo>
                  <a:lnTo>
                    <a:pt x="25781" y="42037"/>
                  </a:lnTo>
                  <a:lnTo>
                    <a:pt x="9016" y="42037"/>
                  </a:lnTo>
                  <a:lnTo>
                    <a:pt x="9016" y="32512"/>
                  </a:lnTo>
                  <a:lnTo>
                    <a:pt x="25577" y="32512"/>
                  </a:lnTo>
                  <a:lnTo>
                    <a:pt x="62357" y="9525"/>
                  </a:lnTo>
                  <a:lnTo>
                    <a:pt x="64515" y="8127"/>
                  </a:lnTo>
                  <a:lnTo>
                    <a:pt x="65277" y="5207"/>
                  </a:lnTo>
                  <a:lnTo>
                    <a:pt x="63881" y="2921"/>
                  </a:lnTo>
                  <a:lnTo>
                    <a:pt x="62484" y="762"/>
                  </a:lnTo>
                  <a:lnTo>
                    <a:pt x="59562" y="0"/>
                  </a:lnTo>
                  <a:close/>
                </a:path>
                <a:path w="412750" h="74929">
                  <a:moveTo>
                    <a:pt x="394436" y="37211"/>
                  </a:moveTo>
                  <a:lnTo>
                    <a:pt x="350138" y="64897"/>
                  </a:lnTo>
                  <a:lnTo>
                    <a:pt x="347980" y="66294"/>
                  </a:lnTo>
                  <a:lnTo>
                    <a:pt x="347218" y="69214"/>
                  </a:lnTo>
                  <a:lnTo>
                    <a:pt x="350012" y="73787"/>
                  </a:lnTo>
                  <a:lnTo>
                    <a:pt x="352933" y="74422"/>
                  </a:lnTo>
                  <a:lnTo>
                    <a:pt x="355219" y="73025"/>
                  </a:lnTo>
                  <a:lnTo>
                    <a:pt x="404777" y="42037"/>
                  </a:lnTo>
                  <a:lnTo>
                    <a:pt x="403478" y="42037"/>
                  </a:lnTo>
                  <a:lnTo>
                    <a:pt x="403478" y="41275"/>
                  </a:lnTo>
                  <a:lnTo>
                    <a:pt x="400938" y="41275"/>
                  </a:lnTo>
                  <a:lnTo>
                    <a:pt x="394436" y="37211"/>
                  </a:lnTo>
                  <a:close/>
                </a:path>
                <a:path w="412750" h="74929">
                  <a:moveTo>
                    <a:pt x="25577" y="32512"/>
                  </a:moveTo>
                  <a:lnTo>
                    <a:pt x="9016" y="32512"/>
                  </a:lnTo>
                  <a:lnTo>
                    <a:pt x="9016" y="42037"/>
                  </a:lnTo>
                  <a:lnTo>
                    <a:pt x="25781" y="42037"/>
                  </a:lnTo>
                  <a:lnTo>
                    <a:pt x="24561" y="41275"/>
                  </a:lnTo>
                  <a:lnTo>
                    <a:pt x="11557" y="41275"/>
                  </a:lnTo>
                  <a:lnTo>
                    <a:pt x="11557" y="33147"/>
                  </a:lnTo>
                  <a:lnTo>
                    <a:pt x="24561" y="33147"/>
                  </a:lnTo>
                  <a:lnTo>
                    <a:pt x="25577" y="32512"/>
                  </a:lnTo>
                  <a:close/>
                </a:path>
                <a:path w="412750" h="74929">
                  <a:moveTo>
                    <a:pt x="386918" y="32512"/>
                  </a:moveTo>
                  <a:lnTo>
                    <a:pt x="25577" y="32512"/>
                  </a:lnTo>
                  <a:lnTo>
                    <a:pt x="18059" y="37211"/>
                  </a:lnTo>
                  <a:lnTo>
                    <a:pt x="25781" y="42037"/>
                  </a:lnTo>
                  <a:lnTo>
                    <a:pt x="386714" y="42037"/>
                  </a:lnTo>
                  <a:lnTo>
                    <a:pt x="394436" y="37211"/>
                  </a:lnTo>
                  <a:lnTo>
                    <a:pt x="386918" y="32512"/>
                  </a:lnTo>
                  <a:close/>
                </a:path>
                <a:path w="412750" h="74929">
                  <a:moveTo>
                    <a:pt x="404980" y="32512"/>
                  </a:moveTo>
                  <a:lnTo>
                    <a:pt x="403478" y="32512"/>
                  </a:lnTo>
                  <a:lnTo>
                    <a:pt x="403478" y="42037"/>
                  </a:lnTo>
                  <a:lnTo>
                    <a:pt x="404777" y="42037"/>
                  </a:lnTo>
                  <a:lnTo>
                    <a:pt x="412496" y="37211"/>
                  </a:lnTo>
                  <a:lnTo>
                    <a:pt x="404980" y="32512"/>
                  </a:lnTo>
                  <a:close/>
                </a:path>
                <a:path w="412750" h="74929">
                  <a:moveTo>
                    <a:pt x="11557" y="33147"/>
                  </a:moveTo>
                  <a:lnTo>
                    <a:pt x="11557" y="41275"/>
                  </a:lnTo>
                  <a:lnTo>
                    <a:pt x="18059" y="37211"/>
                  </a:lnTo>
                  <a:lnTo>
                    <a:pt x="11557" y="33147"/>
                  </a:lnTo>
                  <a:close/>
                </a:path>
                <a:path w="412750" h="74929">
                  <a:moveTo>
                    <a:pt x="18059" y="37211"/>
                  </a:moveTo>
                  <a:lnTo>
                    <a:pt x="11557" y="41275"/>
                  </a:lnTo>
                  <a:lnTo>
                    <a:pt x="24561" y="41275"/>
                  </a:lnTo>
                  <a:lnTo>
                    <a:pt x="18059" y="37211"/>
                  </a:lnTo>
                  <a:close/>
                </a:path>
                <a:path w="412750" h="74929">
                  <a:moveTo>
                    <a:pt x="400938" y="33147"/>
                  </a:moveTo>
                  <a:lnTo>
                    <a:pt x="394436" y="37211"/>
                  </a:lnTo>
                  <a:lnTo>
                    <a:pt x="400938" y="41275"/>
                  </a:lnTo>
                  <a:lnTo>
                    <a:pt x="400938" y="33147"/>
                  </a:lnTo>
                  <a:close/>
                </a:path>
                <a:path w="412750" h="74929">
                  <a:moveTo>
                    <a:pt x="403478" y="33147"/>
                  </a:moveTo>
                  <a:lnTo>
                    <a:pt x="400938" y="33147"/>
                  </a:lnTo>
                  <a:lnTo>
                    <a:pt x="400938" y="41275"/>
                  </a:lnTo>
                  <a:lnTo>
                    <a:pt x="403478" y="41275"/>
                  </a:lnTo>
                  <a:lnTo>
                    <a:pt x="403478" y="33147"/>
                  </a:lnTo>
                  <a:close/>
                </a:path>
                <a:path w="412750" h="74929">
                  <a:moveTo>
                    <a:pt x="24561" y="33147"/>
                  </a:moveTo>
                  <a:lnTo>
                    <a:pt x="11557" y="33147"/>
                  </a:lnTo>
                  <a:lnTo>
                    <a:pt x="18059" y="37211"/>
                  </a:lnTo>
                  <a:lnTo>
                    <a:pt x="24561" y="33147"/>
                  </a:lnTo>
                  <a:close/>
                </a:path>
                <a:path w="412750" h="74929">
                  <a:moveTo>
                    <a:pt x="352933" y="0"/>
                  </a:moveTo>
                  <a:lnTo>
                    <a:pt x="350012" y="762"/>
                  </a:lnTo>
                  <a:lnTo>
                    <a:pt x="348614" y="2921"/>
                  </a:lnTo>
                  <a:lnTo>
                    <a:pt x="347218" y="5207"/>
                  </a:lnTo>
                  <a:lnTo>
                    <a:pt x="347980" y="8127"/>
                  </a:lnTo>
                  <a:lnTo>
                    <a:pt x="350138" y="9525"/>
                  </a:lnTo>
                  <a:lnTo>
                    <a:pt x="394436" y="37211"/>
                  </a:lnTo>
                  <a:lnTo>
                    <a:pt x="400938" y="33147"/>
                  </a:lnTo>
                  <a:lnTo>
                    <a:pt x="403478" y="33147"/>
                  </a:lnTo>
                  <a:lnTo>
                    <a:pt x="403478" y="32512"/>
                  </a:lnTo>
                  <a:lnTo>
                    <a:pt x="404980" y="32512"/>
                  </a:lnTo>
                  <a:lnTo>
                    <a:pt x="355219" y="1397"/>
                  </a:lnTo>
                  <a:lnTo>
                    <a:pt x="3529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68980" y="4408678"/>
              <a:ext cx="3509010" cy="338455"/>
            </a:xfrm>
            <a:custGeom>
              <a:avLst/>
              <a:gdLst/>
              <a:ahLst/>
              <a:cxnLst/>
              <a:rect l="l" t="t" r="r" b="b"/>
              <a:pathLst>
                <a:path w="3509010" h="338454">
                  <a:moveTo>
                    <a:pt x="0" y="338455"/>
                  </a:moveTo>
                  <a:lnTo>
                    <a:pt x="0" y="0"/>
                  </a:lnTo>
                  <a:lnTo>
                    <a:pt x="3508629" y="0"/>
                  </a:lnTo>
                  <a:lnTo>
                    <a:pt x="3508629" y="338455"/>
                  </a:lnTo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8096" y="4254373"/>
              <a:ext cx="74294" cy="15570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5588" y="2898648"/>
              <a:ext cx="284225" cy="32080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009599" y="2567432"/>
            <a:ext cx="122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Series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temporales FactoryTalk® </a:t>
            </a:r>
            <a:r>
              <a:rPr sz="1200" dirty="0">
                <a:latin typeface="Arial"/>
                <a:cs typeface="Arial"/>
              </a:rPr>
              <a:t>Optix</a:t>
            </a:r>
            <a:r>
              <a:rPr sz="1200" spc="40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9599" y="3731767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Alarmas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eventos, </a:t>
            </a:r>
            <a:r>
              <a:rPr sz="1200" dirty="0">
                <a:latin typeface="Arial"/>
                <a:cs typeface="Arial"/>
              </a:rPr>
              <a:t>métricas,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09599" y="4918024"/>
            <a:ext cx="11195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Documentos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ingeniería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P&amp;ID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8794" y="2119122"/>
            <a:ext cx="100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Fuentes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81000" y="2356675"/>
            <a:ext cx="11390630" cy="3745229"/>
            <a:chOff x="381000" y="2356675"/>
            <a:chExt cx="11390630" cy="3745229"/>
          </a:xfrm>
        </p:grpSpPr>
        <p:sp>
          <p:nvSpPr>
            <p:cNvPr id="56" name="object 56"/>
            <p:cNvSpPr/>
            <p:nvPr/>
          </p:nvSpPr>
          <p:spPr>
            <a:xfrm>
              <a:off x="2214752" y="2361438"/>
              <a:ext cx="119380" cy="2549525"/>
            </a:xfrm>
            <a:custGeom>
              <a:avLst/>
              <a:gdLst/>
              <a:ahLst/>
              <a:cxnLst/>
              <a:rect l="l" t="t" r="r" b="b"/>
              <a:pathLst>
                <a:path w="119380" h="2549525">
                  <a:moveTo>
                    <a:pt x="0" y="0"/>
                  </a:moveTo>
                  <a:lnTo>
                    <a:pt x="118872" y="0"/>
                  </a:lnTo>
                  <a:lnTo>
                    <a:pt x="118872" y="2549525"/>
                  </a:lnTo>
                  <a:lnTo>
                    <a:pt x="0" y="2549525"/>
                  </a:lnTo>
                </a:path>
              </a:pathLst>
            </a:custGeom>
            <a:ln w="9524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6705" y="3434588"/>
              <a:ext cx="144271" cy="7442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5687402"/>
              <a:ext cx="11390376" cy="41421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568190" y="5745886"/>
            <a:ext cx="301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Gobernanza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calidad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27551" y="2558288"/>
            <a:ext cx="5187950" cy="2880360"/>
            <a:chOff x="4027551" y="2558288"/>
            <a:chExt cx="5187950" cy="2880360"/>
          </a:xfrm>
        </p:grpSpPr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27551" y="3464560"/>
              <a:ext cx="180848" cy="7645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892794" y="2558288"/>
              <a:ext cx="322580" cy="2880360"/>
            </a:xfrm>
            <a:custGeom>
              <a:avLst/>
              <a:gdLst/>
              <a:ahLst/>
              <a:cxnLst/>
              <a:rect l="l" t="t" r="r" b="b"/>
              <a:pathLst>
                <a:path w="322579" h="2880360">
                  <a:moveTo>
                    <a:pt x="322541" y="0"/>
                  </a:moveTo>
                  <a:lnTo>
                    <a:pt x="0" y="0"/>
                  </a:lnTo>
                  <a:lnTo>
                    <a:pt x="0" y="2879979"/>
                  </a:lnTo>
                  <a:lnTo>
                    <a:pt x="322541" y="2879979"/>
                  </a:lnTo>
                  <a:lnTo>
                    <a:pt x="32254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540243" y="2119122"/>
            <a:ext cx="15030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desarrollador de</a:t>
            </a:r>
            <a:r>
              <a:rPr sz="1000" b="1" spc="-7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aplicaciones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61246" y="3541425"/>
            <a:ext cx="188595" cy="91694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7860" algn="l"/>
              </a:tabLst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GUI</a:t>
            </a:r>
            <a:r>
              <a:rPr sz="1050" spc="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50" spc="-6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70687" y="2295144"/>
            <a:ext cx="7172959" cy="3369310"/>
            <a:chOff x="170687" y="2295144"/>
            <a:chExt cx="7172959" cy="3369310"/>
          </a:xfrm>
        </p:grpSpPr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687" y="3459480"/>
              <a:ext cx="979678" cy="97967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6567" y="3677285"/>
              <a:ext cx="502030" cy="5019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578" y="3804680"/>
              <a:ext cx="229418" cy="24904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687" y="4646676"/>
              <a:ext cx="979678" cy="97967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6567" y="4863845"/>
              <a:ext cx="502030" cy="50203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754" y="5014674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5" h="201295">
                  <a:moveTo>
                    <a:pt x="274580" y="53286"/>
                  </a:moveTo>
                  <a:lnTo>
                    <a:pt x="274580" y="0"/>
                  </a:lnTo>
                  <a:lnTo>
                    <a:pt x="0" y="0"/>
                  </a:lnTo>
                  <a:lnTo>
                    <a:pt x="0" y="201241"/>
                  </a:lnTo>
                  <a:lnTo>
                    <a:pt x="225404" y="201241"/>
                  </a:lnTo>
                  <a:lnTo>
                    <a:pt x="227515" y="199142"/>
                  </a:lnTo>
                  <a:lnTo>
                    <a:pt x="227515" y="196551"/>
                  </a:lnTo>
                  <a:lnTo>
                    <a:pt x="227515" y="193961"/>
                  </a:lnTo>
                  <a:lnTo>
                    <a:pt x="225404" y="191862"/>
                  </a:lnTo>
                  <a:lnTo>
                    <a:pt x="9460" y="191861"/>
                  </a:lnTo>
                  <a:lnTo>
                    <a:pt x="9460" y="9380"/>
                  </a:lnTo>
                  <a:lnTo>
                    <a:pt x="265167" y="9380"/>
                  </a:lnTo>
                  <a:lnTo>
                    <a:pt x="265167" y="53286"/>
                  </a:lnTo>
                  <a:lnTo>
                    <a:pt x="267274" y="55385"/>
                  </a:lnTo>
                  <a:lnTo>
                    <a:pt x="272469" y="55385"/>
                  </a:lnTo>
                  <a:lnTo>
                    <a:pt x="274580" y="5328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5918" y="5044850"/>
              <a:ext cx="208416" cy="16847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687" y="2295144"/>
              <a:ext cx="979678" cy="97967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6567" y="2513203"/>
              <a:ext cx="502030" cy="50190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36206" y="2646895"/>
              <a:ext cx="283845" cy="236220"/>
            </a:xfrm>
            <a:custGeom>
              <a:avLst/>
              <a:gdLst/>
              <a:ahLst/>
              <a:cxnLst/>
              <a:rect l="l" t="t" r="r" b="b"/>
              <a:pathLst>
                <a:path w="283844" h="236219">
                  <a:moveTo>
                    <a:pt x="42506" y="105371"/>
                  </a:moveTo>
                  <a:lnTo>
                    <a:pt x="40386" y="103276"/>
                  </a:lnTo>
                  <a:lnTo>
                    <a:pt x="35128" y="103276"/>
                  </a:lnTo>
                  <a:lnTo>
                    <a:pt x="33007" y="105371"/>
                  </a:lnTo>
                  <a:lnTo>
                    <a:pt x="33007" y="107962"/>
                  </a:lnTo>
                  <a:lnTo>
                    <a:pt x="33007" y="137731"/>
                  </a:lnTo>
                  <a:lnTo>
                    <a:pt x="35128" y="139827"/>
                  </a:lnTo>
                  <a:lnTo>
                    <a:pt x="40386" y="139827"/>
                  </a:lnTo>
                  <a:lnTo>
                    <a:pt x="42506" y="137731"/>
                  </a:lnTo>
                  <a:lnTo>
                    <a:pt x="42506" y="105371"/>
                  </a:lnTo>
                  <a:close/>
                </a:path>
                <a:path w="283844" h="236219">
                  <a:moveTo>
                    <a:pt x="60401" y="105371"/>
                  </a:moveTo>
                  <a:lnTo>
                    <a:pt x="58267" y="103276"/>
                  </a:lnTo>
                  <a:lnTo>
                    <a:pt x="53009" y="103276"/>
                  </a:lnTo>
                  <a:lnTo>
                    <a:pt x="50888" y="105371"/>
                  </a:lnTo>
                  <a:lnTo>
                    <a:pt x="50888" y="107962"/>
                  </a:lnTo>
                  <a:lnTo>
                    <a:pt x="50888" y="137731"/>
                  </a:lnTo>
                  <a:lnTo>
                    <a:pt x="53009" y="139827"/>
                  </a:lnTo>
                  <a:lnTo>
                    <a:pt x="58267" y="139827"/>
                  </a:lnTo>
                  <a:lnTo>
                    <a:pt x="60401" y="137731"/>
                  </a:lnTo>
                  <a:lnTo>
                    <a:pt x="60401" y="105371"/>
                  </a:lnTo>
                  <a:close/>
                </a:path>
                <a:path w="283844" h="236219">
                  <a:moveTo>
                    <a:pt x="78282" y="105371"/>
                  </a:moveTo>
                  <a:lnTo>
                    <a:pt x="76149" y="103276"/>
                  </a:lnTo>
                  <a:lnTo>
                    <a:pt x="70891" y="103276"/>
                  </a:lnTo>
                  <a:lnTo>
                    <a:pt x="68770" y="105371"/>
                  </a:lnTo>
                  <a:lnTo>
                    <a:pt x="68770" y="107962"/>
                  </a:lnTo>
                  <a:lnTo>
                    <a:pt x="68770" y="137731"/>
                  </a:lnTo>
                  <a:lnTo>
                    <a:pt x="70891" y="139827"/>
                  </a:lnTo>
                  <a:lnTo>
                    <a:pt x="76149" y="139827"/>
                  </a:lnTo>
                  <a:lnTo>
                    <a:pt x="78282" y="137731"/>
                  </a:lnTo>
                  <a:lnTo>
                    <a:pt x="78282" y="105371"/>
                  </a:lnTo>
                  <a:close/>
                </a:path>
                <a:path w="283844" h="236219">
                  <a:moveTo>
                    <a:pt x="221081" y="204762"/>
                  </a:moveTo>
                  <a:lnTo>
                    <a:pt x="219252" y="202907"/>
                  </a:lnTo>
                  <a:lnTo>
                    <a:pt x="217373" y="201091"/>
                  </a:lnTo>
                  <a:lnTo>
                    <a:pt x="214325" y="201091"/>
                  </a:lnTo>
                  <a:lnTo>
                    <a:pt x="197370" y="217792"/>
                  </a:lnTo>
                  <a:lnTo>
                    <a:pt x="197370" y="167335"/>
                  </a:lnTo>
                  <a:lnTo>
                    <a:pt x="195237" y="165239"/>
                  </a:lnTo>
                  <a:lnTo>
                    <a:pt x="189992" y="165239"/>
                  </a:lnTo>
                  <a:lnTo>
                    <a:pt x="187858" y="167335"/>
                  </a:lnTo>
                  <a:lnTo>
                    <a:pt x="187858" y="217792"/>
                  </a:lnTo>
                  <a:lnTo>
                    <a:pt x="170840" y="201091"/>
                  </a:lnTo>
                  <a:lnTo>
                    <a:pt x="167805" y="201091"/>
                  </a:lnTo>
                  <a:lnTo>
                    <a:pt x="164109" y="204762"/>
                  </a:lnTo>
                  <a:lnTo>
                    <a:pt x="164122" y="207733"/>
                  </a:lnTo>
                  <a:lnTo>
                    <a:pt x="192620" y="235712"/>
                  </a:lnTo>
                  <a:lnTo>
                    <a:pt x="210807" y="217792"/>
                  </a:lnTo>
                  <a:lnTo>
                    <a:pt x="221018" y="207733"/>
                  </a:lnTo>
                  <a:lnTo>
                    <a:pt x="221081" y="204762"/>
                  </a:lnTo>
                  <a:close/>
                </a:path>
                <a:path w="283844" h="236219">
                  <a:moveTo>
                    <a:pt x="226809" y="99961"/>
                  </a:moveTo>
                  <a:lnTo>
                    <a:pt x="217297" y="99961"/>
                  </a:lnTo>
                  <a:lnTo>
                    <a:pt x="217297" y="109308"/>
                  </a:lnTo>
                  <a:lnTo>
                    <a:pt x="217297" y="125780"/>
                  </a:lnTo>
                  <a:lnTo>
                    <a:pt x="200609" y="125780"/>
                  </a:lnTo>
                  <a:lnTo>
                    <a:pt x="200609" y="109308"/>
                  </a:lnTo>
                  <a:lnTo>
                    <a:pt x="217297" y="109308"/>
                  </a:lnTo>
                  <a:lnTo>
                    <a:pt x="217297" y="99961"/>
                  </a:lnTo>
                  <a:lnTo>
                    <a:pt x="191096" y="99961"/>
                  </a:lnTo>
                  <a:lnTo>
                    <a:pt x="191096" y="135140"/>
                  </a:lnTo>
                  <a:lnTo>
                    <a:pt x="226809" y="135140"/>
                  </a:lnTo>
                  <a:lnTo>
                    <a:pt x="226809" y="125780"/>
                  </a:lnTo>
                  <a:lnTo>
                    <a:pt x="226809" y="109308"/>
                  </a:lnTo>
                  <a:lnTo>
                    <a:pt x="226809" y="99961"/>
                  </a:lnTo>
                  <a:close/>
                </a:path>
                <a:path w="283844" h="236219">
                  <a:moveTo>
                    <a:pt x="253923" y="28028"/>
                  </a:moveTo>
                  <a:lnTo>
                    <a:pt x="252120" y="26212"/>
                  </a:lnTo>
                  <a:lnTo>
                    <a:pt x="243624" y="17919"/>
                  </a:lnTo>
                  <a:lnTo>
                    <a:pt x="225285" y="0"/>
                  </a:lnTo>
                  <a:lnTo>
                    <a:pt x="198704" y="26212"/>
                  </a:lnTo>
                  <a:lnTo>
                    <a:pt x="196837" y="28028"/>
                  </a:lnTo>
                  <a:lnTo>
                    <a:pt x="196837" y="31000"/>
                  </a:lnTo>
                  <a:lnTo>
                    <a:pt x="199593" y="33731"/>
                  </a:lnTo>
                  <a:lnTo>
                    <a:pt x="200812" y="34213"/>
                  </a:lnTo>
                  <a:lnTo>
                    <a:pt x="203301" y="34213"/>
                  </a:lnTo>
                  <a:lnTo>
                    <a:pt x="204431" y="33731"/>
                  </a:lnTo>
                  <a:lnTo>
                    <a:pt x="205460" y="32753"/>
                  </a:lnTo>
                  <a:lnTo>
                    <a:pt x="220484" y="17919"/>
                  </a:lnTo>
                  <a:lnTo>
                    <a:pt x="220535" y="68376"/>
                  </a:lnTo>
                  <a:lnTo>
                    <a:pt x="222656" y="70472"/>
                  </a:lnTo>
                  <a:lnTo>
                    <a:pt x="227914" y="70472"/>
                  </a:lnTo>
                  <a:lnTo>
                    <a:pt x="230047" y="68376"/>
                  </a:lnTo>
                  <a:lnTo>
                    <a:pt x="230047" y="17919"/>
                  </a:lnTo>
                  <a:lnTo>
                    <a:pt x="245211" y="32753"/>
                  </a:lnTo>
                  <a:lnTo>
                    <a:pt x="247103" y="34645"/>
                  </a:lnTo>
                  <a:lnTo>
                    <a:pt x="250101" y="34645"/>
                  </a:lnTo>
                  <a:lnTo>
                    <a:pt x="253885" y="31000"/>
                  </a:lnTo>
                  <a:lnTo>
                    <a:pt x="253923" y="28028"/>
                  </a:lnTo>
                  <a:close/>
                </a:path>
                <a:path w="283844" h="236219">
                  <a:moveTo>
                    <a:pt x="282752" y="125082"/>
                  </a:moveTo>
                  <a:lnTo>
                    <a:pt x="279069" y="121386"/>
                  </a:lnTo>
                  <a:lnTo>
                    <a:pt x="276059" y="121361"/>
                  </a:lnTo>
                  <a:lnTo>
                    <a:pt x="274180" y="123164"/>
                  </a:lnTo>
                  <a:lnTo>
                    <a:pt x="251002" y="145694"/>
                  </a:lnTo>
                  <a:lnTo>
                    <a:pt x="246405" y="147574"/>
                  </a:lnTo>
                  <a:lnTo>
                    <a:pt x="156032" y="147599"/>
                  </a:lnTo>
                  <a:lnTo>
                    <a:pt x="153898" y="149682"/>
                  </a:lnTo>
                  <a:lnTo>
                    <a:pt x="153898" y="154863"/>
                  </a:lnTo>
                  <a:lnTo>
                    <a:pt x="156032" y="156946"/>
                  </a:lnTo>
                  <a:lnTo>
                    <a:pt x="248920" y="156921"/>
                  </a:lnTo>
                  <a:lnTo>
                    <a:pt x="255917" y="154063"/>
                  </a:lnTo>
                  <a:lnTo>
                    <a:pt x="282714" y="128054"/>
                  </a:lnTo>
                  <a:lnTo>
                    <a:pt x="282752" y="125082"/>
                  </a:lnTo>
                  <a:close/>
                </a:path>
                <a:path w="283844" h="236219">
                  <a:moveTo>
                    <a:pt x="283743" y="78574"/>
                  </a:moveTo>
                  <a:lnTo>
                    <a:pt x="0" y="78574"/>
                  </a:lnTo>
                  <a:lnTo>
                    <a:pt x="0" y="156578"/>
                  </a:lnTo>
                  <a:lnTo>
                    <a:pt x="142163" y="156578"/>
                  </a:lnTo>
                  <a:lnTo>
                    <a:pt x="144297" y="154482"/>
                  </a:lnTo>
                  <a:lnTo>
                    <a:pt x="144297" y="149313"/>
                  </a:lnTo>
                  <a:lnTo>
                    <a:pt x="142163" y="147218"/>
                  </a:lnTo>
                  <a:lnTo>
                    <a:pt x="9512" y="147218"/>
                  </a:lnTo>
                  <a:lnTo>
                    <a:pt x="9512" y="87922"/>
                  </a:lnTo>
                  <a:lnTo>
                    <a:pt x="274231" y="87922"/>
                  </a:lnTo>
                  <a:lnTo>
                    <a:pt x="274231" y="112979"/>
                  </a:lnTo>
                  <a:lnTo>
                    <a:pt x="276364" y="115074"/>
                  </a:lnTo>
                  <a:lnTo>
                    <a:pt x="281609" y="115074"/>
                  </a:lnTo>
                  <a:lnTo>
                    <a:pt x="283743" y="112979"/>
                  </a:lnTo>
                  <a:lnTo>
                    <a:pt x="283743" y="7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23971" y="4683251"/>
              <a:ext cx="979677" cy="98115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80130" y="4901819"/>
              <a:ext cx="502031" cy="50190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220948" y="5002263"/>
              <a:ext cx="221615" cy="302260"/>
            </a:xfrm>
            <a:custGeom>
              <a:avLst/>
              <a:gdLst/>
              <a:ahLst/>
              <a:cxnLst/>
              <a:rect l="l" t="t" r="r" b="b"/>
              <a:pathLst>
                <a:path w="221614" h="302260">
                  <a:moveTo>
                    <a:pt x="198882" y="49796"/>
                  </a:moveTo>
                  <a:lnTo>
                    <a:pt x="196570" y="47485"/>
                  </a:lnTo>
                  <a:lnTo>
                    <a:pt x="172161" y="47485"/>
                  </a:lnTo>
                  <a:lnTo>
                    <a:pt x="172161" y="23037"/>
                  </a:lnTo>
                  <a:lnTo>
                    <a:pt x="169849" y="20713"/>
                  </a:lnTo>
                  <a:lnTo>
                    <a:pt x="167005" y="20713"/>
                  </a:lnTo>
                  <a:lnTo>
                    <a:pt x="164147" y="20713"/>
                  </a:lnTo>
                  <a:lnTo>
                    <a:pt x="161836" y="23037"/>
                  </a:lnTo>
                  <a:lnTo>
                    <a:pt x="161836" y="57835"/>
                  </a:lnTo>
                  <a:lnTo>
                    <a:pt x="196570" y="57835"/>
                  </a:lnTo>
                  <a:lnTo>
                    <a:pt x="198882" y="55511"/>
                  </a:lnTo>
                  <a:lnTo>
                    <a:pt x="198882" y="49796"/>
                  </a:lnTo>
                  <a:close/>
                </a:path>
                <a:path w="221614" h="302260">
                  <a:moveTo>
                    <a:pt x="218528" y="35572"/>
                  </a:moveTo>
                  <a:lnTo>
                    <a:pt x="185369" y="2273"/>
                  </a:lnTo>
                  <a:lnTo>
                    <a:pt x="179908" y="0"/>
                  </a:lnTo>
                  <a:lnTo>
                    <a:pt x="73761" y="0"/>
                  </a:lnTo>
                  <a:lnTo>
                    <a:pt x="71450" y="2324"/>
                  </a:lnTo>
                  <a:lnTo>
                    <a:pt x="71450" y="8039"/>
                  </a:lnTo>
                  <a:lnTo>
                    <a:pt x="73761" y="10363"/>
                  </a:lnTo>
                  <a:lnTo>
                    <a:pt x="76619" y="10363"/>
                  </a:lnTo>
                  <a:lnTo>
                    <a:pt x="177165" y="10363"/>
                  </a:lnTo>
                  <a:lnTo>
                    <a:pt x="179984" y="11544"/>
                  </a:lnTo>
                  <a:lnTo>
                    <a:pt x="211264" y="42862"/>
                  </a:lnTo>
                  <a:lnTo>
                    <a:pt x="214515" y="42862"/>
                  </a:lnTo>
                  <a:lnTo>
                    <a:pt x="218528" y="38836"/>
                  </a:lnTo>
                  <a:lnTo>
                    <a:pt x="218528" y="35572"/>
                  </a:lnTo>
                  <a:close/>
                </a:path>
                <a:path w="221614" h="302260">
                  <a:moveTo>
                    <a:pt x="221373" y="54102"/>
                  </a:moveTo>
                  <a:lnTo>
                    <a:pt x="219062" y="51777"/>
                  </a:lnTo>
                  <a:lnTo>
                    <a:pt x="216217" y="51777"/>
                  </a:lnTo>
                  <a:lnTo>
                    <a:pt x="213360" y="51777"/>
                  </a:lnTo>
                  <a:lnTo>
                    <a:pt x="211061" y="54102"/>
                  </a:lnTo>
                  <a:lnTo>
                    <a:pt x="211061" y="291642"/>
                  </a:lnTo>
                  <a:lnTo>
                    <a:pt x="10325" y="291642"/>
                  </a:lnTo>
                  <a:lnTo>
                    <a:pt x="10325" y="10363"/>
                  </a:lnTo>
                  <a:lnTo>
                    <a:pt x="58623" y="10363"/>
                  </a:lnTo>
                  <a:lnTo>
                    <a:pt x="60934" y="8039"/>
                  </a:lnTo>
                  <a:lnTo>
                    <a:pt x="60934" y="2324"/>
                  </a:lnTo>
                  <a:lnTo>
                    <a:pt x="58623" y="0"/>
                  </a:lnTo>
                  <a:lnTo>
                    <a:pt x="0" y="0"/>
                  </a:lnTo>
                  <a:lnTo>
                    <a:pt x="0" y="302044"/>
                  </a:lnTo>
                  <a:lnTo>
                    <a:pt x="221373" y="302044"/>
                  </a:lnTo>
                  <a:lnTo>
                    <a:pt x="221373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09032" y="4683251"/>
              <a:ext cx="979677" cy="9811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64428" y="4901819"/>
              <a:ext cx="502031" cy="50190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68187" y="5006187"/>
              <a:ext cx="294538" cy="29301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15740" y="4683251"/>
              <a:ext cx="981151" cy="9811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72279" y="4901819"/>
              <a:ext cx="502031" cy="5019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02328" y="5046598"/>
              <a:ext cx="239649" cy="7175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363847" y="5014722"/>
              <a:ext cx="316865" cy="134620"/>
            </a:xfrm>
            <a:custGeom>
              <a:avLst/>
              <a:gdLst/>
              <a:ahLst/>
              <a:cxnLst/>
              <a:rect l="l" t="t" r="r" b="b"/>
              <a:pathLst>
                <a:path w="316864" h="134620">
                  <a:moveTo>
                    <a:pt x="2539" y="134365"/>
                  </a:moveTo>
                  <a:lnTo>
                    <a:pt x="316483" y="130428"/>
                  </a:lnTo>
                </a:path>
                <a:path w="316864" h="134620">
                  <a:moveTo>
                    <a:pt x="0" y="0"/>
                  </a:moveTo>
                  <a:lnTo>
                    <a:pt x="167258" y="0"/>
                  </a:lnTo>
                </a:path>
                <a:path w="316864" h="134620">
                  <a:moveTo>
                    <a:pt x="0" y="0"/>
                  </a:moveTo>
                  <a:lnTo>
                    <a:pt x="0" y="134365"/>
                  </a:lnTo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56505" y="5009514"/>
              <a:ext cx="129412" cy="13487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562602" y="5168645"/>
              <a:ext cx="60325" cy="57785"/>
            </a:xfrm>
            <a:custGeom>
              <a:avLst/>
              <a:gdLst/>
              <a:ahLst/>
              <a:cxnLst/>
              <a:rect l="l" t="t" r="r" b="b"/>
              <a:pathLst>
                <a:path w="60325" h="57785">
                  <a:moveTo>
                    <a:pt x="11049" y="0"/>
                  </a:moveTo>
                  <a:lnTo>
                    <a:pt x="60198" y="39369"/>
                  </a:lnTo>
                  <a:lnTo>
                    <a:pt x="0" y="57657"/>
                  </a:lnTo>
                  <a:lnTo>
                    <a:pt x="11049" y="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80052" y="523659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20">
                  <a:moveTo>
                    <a:pt x="0" y="29210"/>
                  </a:moveTo>
                  <a:lnTo>
                    <a:pt x="2341" y="17841"/>
                  </a:lnTo>
                  <a:lnTo>
                    <a:pt x="8731" y="8556"/>
                  </a:lnTo>
                  <a:lnTo>
                    <a:pt x="18216" y="2295"/>
                  </a:lnTo>
                  <a:lnTo>
                    <a:pt x="29845" y="0"/>
                  </a:lnTo>
                  <a:lnTo>
                    <a:pt x="41473" y="2295"/>
                  </a:lnTo>
                  <a:lnTo>
                    <a:pt x="50958" y="8556"/>
                  </a:lnTo>
                  <a:lnTo>
                    <a:pt x="57348" y="17841"/>
                  </a:lnTo>
                  <a:lnTo>
                    <a:pt x="59689" y="29210"/>
                  </a:lnTo>
                  <a:lnTo>
                    <a:pt x="57348" y="40578"/>
                  </a:lnTo>
                  <a:lnTo>
                    <a:pt x="50958" y="49863"/>
                  </a:lnTo>
                  <a:lnTo>
                    <a:pt x="41473" y="56124"/>
                  </a:lnTo>
                  <a:lnTo>
                    <a:pt x="29845" y="58420"/>
                  </a:lnTo>
                  <a:lnTo>
                    <a:pt x="18216" y="56124"/>
                  </a:lnTo>
                  <a:lnTo>
                    <a:pt x="8731" y="49863"/>
                  </a:lnTo>
                  <a:lnTo>
                    <a:pt x="2341" y="40578"/>
                  </a:lnTo>
                  <a:lnTo>
                    <a:pt x="0" y="2921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385055" y="5165470"/>
              <a:ext cx="93345" cy="89535"/>
            </a:xfrm>
            <a:custGeom>
              <a:avLst/>
              <a:gdLst/>
              <a:ahLst/>
              <a:cxnLst/>
              <a:rect l="l" t="t" r="r" b="b"/>
              <a:pathLst>
                <a:path w="93345" h="89535">
                  <a:moveTo>
                    <a:pt x="33782" y="0"/>
                  </a:moveTo>
                  <a:lnTo>
                    <a:pt x="93091" y="45338"/>
                  </a:lnTo>
                  <a:lnTo>
                    <a:pt x="59309" y="89534"/>
                  </a:lnTo>
                  <a:lnTo>
                    <a:pt x="0" y="44322"/>
                  </a:lnTo>
                  <a:lnTo>
                    <a:pt x="33782" y="0"/>
                  </a:lnTo>
                  <a:close/>
                </a:path>
              </a:pathLst>
            </a:custGeom>
            <a:ln w="6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81266" y="3434588"/>
              <a:ext cx="262255" cy="74930"/>
            </a:xfrm>
            <a:custGeom>
              <a:avLst/>
              <a:gdLst/>
              <a:ahLst/>
              <a:cxnLst/>
              <a:rect l="l" t="t" r="r" b="b"/>
              <a:pathLst>
                <a:path w="262254" h="74929">
                  <a:moveTo>
                    <a:pt x="244195" y="37211"/>
                  </a:moveTo>
                  <a:lnTo>
                    <a:pt x="199898" y="64897"/>
                  </a:lnTo>
                  <a:lnTo>
                    <a:pt x="197738" y="66294"/>
                  </a:lnTo>
                  <a:lnTo>
                    <a:pt x="196976" y="69214"/>
                  </a:lnTo>
                  <a:lnTo>
                    <a:pt x="198374" y="71500"/>
                  </a:lnTo>
                  <a:lnTo>
                    <a:pt x="199770" y="73660"/>
                  </a:lnTo>
                  <a:lnTo>
                    <a:pt x="202818" y="74422"/>
                  </a:lnTo>
                  <a:lnTo>
                    <a:pt x="204977" y="73025"/>
                  </a:lnTo>
                  <a:lnTo>
                    <a:pt x="254739" y="41910"/>
                  </a:lnTo>
                  <a:lnTo>
                    <a:pt x="253237" y="41910"/>
                  </a:lnTo>
                  <a:lnTo>
                    <a:pt x="253237" y="41275"/>
                  </a:lnTo>
                  <a:lnTo>
                    <a:pt x="250698" y="41275"/>
                  </a:lnTo>
                  <a:lnTo>
                    <a:pt x="244195" y="37211"/>
                  </a:lnTo>
                  <a:close/>
                </a:path>
                <a:path w="262254" h="74929">
                  <a:moveTo>
                    <a:pt x="236474" y="32385"/>
                  </a:moveTo>
                  <a:lnTo>
                    <a:pt x="0" y="32385"/>
                  </a:lnTo>
                  <a:lnTo>
                    <a:pt x="0" y="41910"/>
                  </a:lnTo>
                  <a:lnTo>
                    <a:pt x="236677" y="41910"/>
                  </a:lnTo>
                  <a:lnTo>
                    <a:pt x="244195" y="37211"/>
                  </a:lnTo>
                  <a:lnTo>
                    <a:pt x="236474" y="32385"/>
                  </a:lnTo>
                  <a:close/>
                </a:path>
                <a:path w="262254" h="74929">
                  <a:moveTo>
                    <a:pt x="254536" y="32385"/>
                  </a:moveTo>
                  <a:lnTo>
                    <a:pt x="253237" y="32385"/>
                  </a:lnTo>
                  <a:lnTo>
                    <a:pt x="253237" y="41910"/>
                  </a:lnTo>
                  <a:lnTo>
                    <a:pt x="254739" y="41910"/>
                  </a:lnTo>
                  <a:lnTo>
                    <a:pt x="262254" y="37211"/>
                  </a:lnTo>
                  <a:lnTo>
                    <a:pt x="254536" y="32385"/>
                  </a:lnTo>
                  <a:close/>
                </a:path>
                <a:path w="262254" h="74929">
                  <a:moveTo>
                    <a:pt x="250698" y="33147"/>
                  </a:moveTo>
                  <a:lnTo>
                    <a:pt x="244195" y="37211"/>
                  </a:lnTo>
                  <a:lnTo>
                    <a:pt x="250698" y="41275"/>
                  </a:lnTo>
                  <a:lnTo>
                    <a:pt x="250698" y="33147"/>
                  </a:lnTo>
                  <a:close/>
                </a:path>
                <a:path w="262254" h="74929">
                  <a:moveTo>
                    <a:pt x="253237" y="33147"/>
                  </a:moveTo>
                  <a:lnTo>
                    <a:pt x="250698" y="33147"/>
                  </a:lnTo>
                  <a:lnTo>
                    <a:pt x="250698" y="41275"/>
                  </a:lnTo>
                  <a:lnTo>
                    <a:pt x="253237" y="41275"/>
                  </a:lnTo>
                  <a:lnTo>
                    <a:pt x="253237" y="33147"/>
                  </a:lnTo>
                  <a:close/>
                </a:path>
                <a:path w="262254" h="74929">
                  <a:moveTo>
                    <a:pt x="202818" y="0"/>
                  </a:moveTo>
                  <a:lnTo>
                    <a:pt x="199770" y="635"/>
                  </a:lnTo>
                  <a:lnTo>
                    <a:pt x="196976" y="5207"/>
                  </a:lnTo>
                  <a:lnTo>
                    <a:pt x="197738" y="8127"/>
                  </a:lnTo>
                  <a:lnTo>
                    <a:pt x="199898" y="9525"/>
                  </a:lnTo>
                  <a:lnTo>
                    <a:pt x="244195" y="37211"/>
                  </a:lnTo>
                  <a:lnTo>
                    <a:pt x="250698" y="33147"/>
                  </a:lnTo>
                  <a:lnTo>
                    <a:pt x="253237" y="33147"/>
                  </a:lnTo>
                  <a:lnTo>
                    <a:pt x="253237" y="32385"/>
                  </a:lnTo>
                  <a:lnTo>
                    <a:pt x="254536" y="32385"/>
                  </a:lnTo>
                  <a:lnTo>
                    <a:pt x="204977" y="1397"/>
                  </a:lnTo>
                  <a:lnTo>
                    <a:pt x="20281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9940543" y="2119122"/>
            <a:ext cx="1432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260" marR="5080" indent="-54419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Ciencia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aplicaciones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2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263378" y="2660650"/>
            <a:ext cx="1402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Exploración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9401556" y="2295144"/>
            <a:ext cx="979805" cy="979805"/>
            <a:chOff x="9401556" y="2295144"/>
            <a:chExt cx="979805" cy="979805"/>
          </a:xfrm>
        </p:grpSpPr>
        <p:pic>
          <p:nvPicPr>
            <p:cNvPr id="94" name="object 9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01556" y="2295144"/>
              <a:ext cx="979677" cy="97967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57588" y="2513203"/>
              <a:ext cx="502030" cy="50190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06259" y="2654524"/>
              <a:ext cx="205681" cy="221297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10263378" y="373298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Aplicaciones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soluciones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industriales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401556" y="3459479"/>
            <a:ext cx="979805" cy="979805"/>
            <a:chOff x="9401556" y="3459479"/>
            <a:chExt cx="979805" cy="979805"/>
          </a:xfrm>
        </p:grpSpPr>
        <p:pic>
          <p:nvPicPr>
            <p:cNvPr id="99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1556" y="3459479"/>
              <a:ext cx="979677" cy="97967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57588" y="3677284"/>
              <a:ext cx="502030" cy="50190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777810" y="3831810"/>
              <a:ext cx="262624" cy="194350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10284079" y="4920233"/>
            <a:ext cx="139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Ciencia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analítica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42900" y="1693417"/>
            <a:ext cx="11417935" cy="3933190"/>
            <a:chOff x="342900" y="1693417"/>
            <a:chExt cx="11417935" cy="3933190"/>
          </a:xfrm>
        </p:grpSpPr>
        <p:pic>
          <p:nvPicPr>
            <p:cNvPr id="104" name="object 1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401556" y="4646675"/>
              <a:ext cx="979677" cy="97967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57588" y="4863845"/>
              <a:ext cx="502030" cy="502031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98265" y="5020711"/>
              <a:ext cx="221789" cy="18916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15911" y="3346195"/>
              <a:ext cx="10840085" cy="1164590"/>
            </a:xfrm>
            <a:custGeom>
              <a:avLst/>
              <a:gdLst/>
              <a:ahLst/>
              <a:cxnLst/>
              <a:rect l="l" t="t" r="r" b="b"/>
              <a:pathLst>
                <a:path w="10840085" h="1164589">
                  <a:moveTo>
                    <a:pt x="9230880" y="0"/>
                  </a:moveTo>
                  <a:lnTo>
                    <a:pt x="10839970" y="0"/>
                  </a:lnTo>
                </a:path>
                <a:path w="10840085" h="1164589">
                  <a:moveTo>
                    <a:pt x="9230880" y="1164081"/>
                  </a:moveTo>
                  <a:lnTo>
                    <a:pt x="10839970" y="1164081"/>
                  </a:lnTo>
                </a:path>
                <a:path w="10840085" h="1164589">
                  <a:moveTo>
                    <a:pt x="0" y="0"/>
                  </a:moveTo>
                  <a:lnTo>
                    <a:pt x="1351927" y="0"/>
                  </a:lnTo>
                </a:path>
                <a:path w="10840085" h="1164589">
                  <a:moveTo>
                    <a:pt x="0" y="1164081"/>
                  </a:moveTo>
                  <a:lnTo>
                    <a:pt x="1351927" y="1164081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2900" y="1693417"/>
              <a:ext cx="3537585" cy="313055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396036" y="1715769"/>
            <a:ext cx="334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estén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7369809" y="2556891"/>
            <a:ext cx="1471930" cy="2882900"/>
          </a:xfrm>
          <a:custGeom>
            <a:avLst/>
            <a:gdLst/>
            <a:ahLst/>
            <a:cxnLst/>
            <a:rect l="l" t="t" r="r" b="b"/>
            <a:pathLst>
              <a:path w="1471929" h="2882900">
                <a:moveTo>
                  <a:pt x="1471422" y="0"/>
                </a:moveTo>
                <a:lnTo>
                  <a:pt x="0" y="0"/>
                </a:lnTo>
                <a:lnTo>
                  <a:pt x="0" y="2882773"/>
                </a:lnTo>
                <a:lnTo>
                  <a:pt x="1471422" y="2882773"/>
                </a:lnTo>
                <a:lnTo>
                  <a:pt x="1471422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7449311" y="2648165"/>
            <a:ext cx="1312545" cy="3263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517525" marR="64769" indent="-445134">
              <a:lnSpc>
                <a:spcPct val="100000"/>
              </a:lnSpc>
              <a:spcBef>
                <a:spcPts val="204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calidad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9" name="object 1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20" name="object 1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7449311" y="3355314"/>
            <a:ext cx="1312545" cy="3867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6515" rIns="0" bIns="0" rtlCol="0">
            <a:spAutoFit/>
          </a:bodyPr>
          <a:lstStyle/>
          <a:p>
            <a:pPr marL="195580" marR="35560" indent="-1524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tiempo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real </a:t>
            </a:r>
            <a:r>
              <a:rPr sz="900" spc="-30" dirty="0">
                <a:latin typeface="Arial"/>
                <a:cs typeface="Arial"/>
              </a:rPr>
              <a:t>basado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449311" y="3819385"/>
            <a:ext cx="1312545" cy="316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3180" marR="35560" indent="354965">
              <a:lnSpc>
                <a:spcPct val="100000"/>
              </a:lnSpc>
              <a:spcBef>
                <a:spcPts val="170"/>
              </a:spcBef>
            </a:pPr>
            <a:r>
              <a:rPr sz="900" spc="-30" dirty="0">
                <a:latin typeface="Arial"/>
                <a:cs typeface="Arial"/>
              </a:rPr>
              <a:t>Catálogo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 descubrimiento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464170" y="5123192"/>
            <a:ext cx="1282700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350"/>
              </a:spcBef>
            </a:pPr>
            <a:r>
              <a:rPr sz="900" spc="-25" dirty="0">
                <a:latin typeface="Arial"/>
                <a:cs typeface="Arial"/>
              </a:rPr>
              <a:t>+++</a:t>
            </a:r>
            <a:endParaRPr sz="9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449311" y="482004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Generación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gráficos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49311" y="4516894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Imagen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3D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449311" y="4213745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Servicios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esquemas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449311" y="305220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Alojamiento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39239"/>
              <a:ext cx="12038838" cy="28489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694814"/>
              <a:ext cx="11810365" cy="2557780"/>
            </a:xfrm>
            <a:custGeom>
              <a:avLst/>
              <a:gdLst/>
              <a:ahLst/>
              <a:cxnLst/>
              <a:rect l="l" t="t" r="r" b="b"/>
              <a:pathLst>
                <a:path w="11810365" h="2557779">
                  <a:moveTo>
                    <a:pt x="11810238" y="0"/>
                  </a:moveTo>
                  <a:lnTo>
                    <a:pt x="0" y="0"/>
                  </a:lnTo>
                  <a:lnTo>
                    <a:pt x="0" y="2557272"/>
                  </a:lnTo>
                  <a:lnTo>
                    <a:pt x="11810238" y="2557272"/>
                  </a:lnTo>
                  <a:lnTo>
                    <a:pt x="11810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4461" y="418122"/>
              <a:ext cx="6489699" cy="56153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34811" y="657605"/>
              <a:ext cx="5953760" cy="3381375"/>
            </a:xfrm>
            <a:custGeom>
              <a:avLst/>
              <a:gdLst/>
              <a:ahLst/>
              <a:cxnLst/>
              <a:rect l="l" t="t" r="r" b="b"/>
              <a:pathLst>
                <a:path w="5953759" h="3381375">
                  <a:moveTo>
                    <a:pt x="5953251" y="0"/>
                  </a:moveTo>
                  <a:lnTo>
                    <a:pt x="0" y="0"/>
                  </a:lnTo>
                  <a:lnTo>
                    <a:pt x="0" y="3380994"/>
                  </a:lnTo>
                  <a:lnTo>
                    <a:pt x="5953251" y="3380994"/>
                  </a:lnTo>
                  <a:lnTo>
                    <a:pt x="59532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214" y="278714"/>
            <a:ext cx="34112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0" dirty="0">
                <a:solidFill>
                  <a:srgbClr val="000000"/>
                </a:solidFill>
              </a:rPr>
              <a:t>Extracción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50" dirty="0">
                <a:solidFill>
                  <a:srgbClr val="000000"/>
                </a:solidFill>
              </a:rPr>
              <a:t>datos</a:t>
            </a:r>
            <a:endParaRPr sz="3000"/>
          </a:p>
        </p:txBody>
      </p:sp>
      <p:grpSp>
        <p:nvGrpSpPr>
          <p:cNvPr id="8" name="object 8"/>
          <p:cNvGrpSpPr/>
          <p:nvPr/>
        </p:nvGrpSpPr>
        <p:grpSpPr>
          <a:xfrm>
            <a:off x="381749" y="694436"/>
            <a:ext cx="11306810" cy="5710555"/>
            <a:chOff x="381749" y="694436"/>
            <a:chExt cx="11306810" cy="57105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0559" y="694436"/>
              <a:ext cx="5937376" cy="29471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0331" y="3302000"/>
              <a:ext cx="4190746" cy="31025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86603" y="3582543"/>
              <a:ext cx="3364865" cy="2557780"/>
            </a:xfrm>
            <a:custGeom>
              <a:avLst/>
              <a:gdLst/>
              <a:ahLst/>
              <a:cxnLst/>
              <a:rect l="l" t="t" r="r" b="b"/>
              <a:pathLst>
                <a:path w="3364865" h="2557779">
                  <a:moveTo>
                    <a:pt x="3297047" y="0"/>
                  </a:moveTo>
                  <a:lnTo>
                    <a:pt x="67818" y="0"/>
                  </a:lnTo>
                  <a:lnTo>
                    <a:pt x="41415" y="5328"/>
                  </a:lnTo>
                  <a:lnTo>
                    <a:pt x="19859" y="19859"/>
                  </a:lnTo>
                  <a:lnTo>
                    <a:pt x="5328" y="41415"/>
                  </a:lnTo>
                  <a:lnTo>
                    <a:pt x="0" y="67818"/>
                  </a:lnTo>
                  <a:lnTo>
                    <a:pt x="0" y="2489555"/>
                  </a:lnTo>
                  <a:lnTo>
                    <a:pt x="5328" y="2515952"/>
                  </a:lnTo>
                  <a:lnTo>
                    <a:pt x="19859" y="2537509"/>
                  </a:lnTo>
                  <a:lnTo>
                    <a:pt x="41415" y="2552043"/>
                  </a:lnTo>
                  <a:lnTo>
                    <a:pt x="67818" y="2557373"/>
                  </a:lnTo>
                  <a:lnTo>
                    <a:pt x="3297047" y="2557373"/>
                  </a:lnTo>
                  <a:lnTo>
                    <a:pt x="3323395" y="2552043"/>
                  </a:lnTo>
                  <a:lnTo>
                    <a:pt x="3344957" y="2537509"/>
                  </a:lnTo>
                  <a:lnTo>
                    <a:pt x="3359519" y="2515952"/>
                  </a:lnTo>
                  <a:lnTo>
                    <a:pt x="3364865" y="2489555"/>
                  </a:lnTo>
                  <a:lnTo>
                    <a:pt x="3364865" y="67818"/>
                  </a:lnTo>
                  <a:lnTo>
                    <a:pt x="3359519" y="41415"/>
                  </a:lnTo>
                  <a:lnTo>
                    <a:pt x="3344957" y="19859"/>
                  </a:lnTo>
                  <a:lnTo>
                    <a:pt x="3323395" y="5328"/>
                  </a:lnTo>
                  <a:lnTo>
                    <a:pt x="3297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6603" y="3775963"/>
              <a:ext cx="3364865" cy="21545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749" y="3898900"/>
              <a:ext cx="2088019" cy="68757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0875" y="3898900"/>
              <a:ext cx="2088007" cy="68757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59740" y="3437382"/>
            <a:ext cx="4097654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i="1" spc="-90" dirty="0">
                <a:latin typeface="Arial"/>
                <a:cs typeface="Arial"/>
              </a:rPr>
              <a:t>¡Más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1200" b="1" i="1" spc="-30" dirty="0">
                <a:latin typeface="Arial"/>
                <a:cs typeface="Arial"/>
              </a:rPr>
              <a:t>extractores</a:t>
            </a:r>
            <a:r>
              <a:rPr sz="1200" b="1" i="1" spc="-45" dirty="0">
                <a:latin typeface="Arial"/>
                <a:cs typeface="Arial"/>
              </a:rPr>
              <a:t> </a:t>
            </a:r>
            <a:r>
              <a:rPr sz="1200" b="1" i="1" spc="-40" dirty="0">
                <a:latin typeface="Arial"/>
                <a:cs typeface="Arial"/>
              </a:rPr>
              <a:t>para </a:t>
            </a:r>
            <a:r>
              <a:rPr sz="1200" b="1" i="1" spc="-85" dirty="0">
                <a:latin typeface="Arial"/>
                <a:cs typeface="Arial"/>
              </a:rPr>
              <a:t>los</a:t>
            </a:r>
            <a:r>
              <a:rPr sz="1200" b="1" i="1" spc="-45" dirty="0">
                <a:latin typeface="Arial"/>
                <a:cs typeface="Arial"/>
              </a:rPr>
              <a:t> </a:t>
            </a:r>
            <a:r>
              <a:rPr sz="1200" b="1" i="1" spc="-70" dirty="0">
                <a:latin typeface="Arial"/>
                <a:cs typeface="Arial"/>
              </a:rPr>
              <a:t>productos</a:t>
            </a:r>
            <a:r>
              <a:rPr sz="1200" b="1" i="1" spc="-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FactoryTalk®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disponibles próximamente!</a:t>
            </a:r>
            <a:endParaRPr sz="12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spcBef>
                <a:spcPts val="85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Plantillas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4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tabLst>
                <a:tab pos="2379980" algn="l"/>
              </a:tabLst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extractores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Modelos</a:t>
            </a:r>
            <a:r>
              <a:rPr sz="14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3D</a:t>
            </a:r>
            <a:endParaRPr sz="14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personalizadas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654" y="4761357"/>
            <a:ext cx="186308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Funcionalidad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prediseñada </a:t>
            </a:r>
            <a:r>
              <a:rPr sz="1200" spc="-20" dirty="0">
                <a:latin typeface="Arial"/>
                <a:cs typeface="Arial"/>
              </a:rPr>
              <a:t>para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desarrollar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rapidez </a:t>
            </a:r>
            <a:r>
              <a:rPr sz="1200" dirty="0">
                <a:latin typeface="Arial"/>
                <a:cs typeface="Arial"/>
              </a:rPr>
              <a:t>extractores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para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soluciones </a:t>
            </a:r>
            <a:r>
              <a:rPr sz="1200" spc="-20" dirty="0">
                <a:latin typeface="Arial"/>
                <a:cs typeface="Arial"/>
              </a:rPr>
              <a:t>sumamente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personalizadas como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SAP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69870" y="4761357"/>
            <a:ext cx="1920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Integre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modelos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CAD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o</a:t>
            </a:r>
            <a:r>
              <a:rPr sz="1200" spc="50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nubes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punto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modelos</a:t>
            </a:r>
            <a:r>
              <a:rPr sz="1200" spc="-1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 </a:t>
            </a:r>
            <a:r>
              <a:rPr sz="1200" dirty="0">
                <a:latin typeface="Arial"/>
                <a:cs typeface="Arial"/>
              </a:rPr>
              <a:t>control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6999" y="2383535"/>
            <a:ext cx="2680970" cy="3672840"/>
            <a:chOff x="476999" y="2383535"/>
            <a:chExt cx="2680970" cy="3672840"/>
          </a:xfrm>
        </p:grpSpPr>
        <p:sp>
          <p:nvSpPr>
            <p:cNvPr id="19" name="object 19"/>
            <p:cNvSpPr/>
            <p:nvPr/>
          </p:nvSpPr>
          <p:spPr>
            <a:xfrm>
              <a:off x="476999" y="6010579"/>
              <a:ext cx="2680970" cy="45720"/>
            </a:xfrm>
            <a:custGeom>
              <a:avLst/>
              <a:gdLst/>
              <a:ahLst/>
              <a:cxnLst/>
              <a:rect l="l" t="t" r="r" b="b"/>
              <a:pathLst>
                <a:path w="2680970" h="45720">
                  <a:moveTo>
                    <a:pt x="380250" y="0"/>
                  </a:moveTo>
                  <a:lnTo>
                    <a:pt x="0" y="0"/>
                  </a:lnTo>
                  <a:lnTo>
                    <a:pt x="0" y="45707"/>
                  </a:lnTo>
                  <a:lnTo>
                    <a:pt x="380250" y="45707"/>
                  </a:lnTo>
                  <a:lnTo>
                    <a:pt x="380250" y="0"/>
                  </a:lnTo>
                  <a:close/>
                </a:path>
                <a:path w="2680970" h="45720">
                  <a:moveTo>
                    <a:pt x="2680868" y="0"/>
                  </a:moveTo>
                  <a:lnTo>
                    <a:pt x="2300617" y="0"/>
                  </a:lnTo>
                  <a:lnTo>
                    <a:pt x="2300617" y="45707"/>
                  </a:lnTo>
                  <a:lnTo>
                    <a:pt x="2680868" y="45707"/>
                  </a:lnTo>
                  <a:lnTo>
                    <a:pt x="268086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0031" y="2383535"/>
              <a:ext cx="284225" cy="3208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59130" y="2341625"/>
            <a:ext cx="1894205" cy="1062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7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45" dirty="0">
                <a:latin typeface="Arial"/>
                <a:cs typeface="Arial"/>
              </a:rPr>
              <a:t>FactoryTalk®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Optix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5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45" dirty="0">
                <a:latin typeface="Arial"/>
                <a:cs typeface="Arial"/>
              </a:rPr>
              <a:t>FactoryTalk®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Historian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SE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120" dirty="0">
                <a:latin typeface="Arial"/>
                <a:cs typeface="Arial"/>
              </a:rPr>
              <a:t>OSI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PI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2711" y="2341625"/>
            <a:ext cx="1090295" cy="1062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7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10" dirty="0">
                <a:latin typeface="Arial"/>
                <a:cs typeface="Arial"/>
              </a:rPr>
              <a:t>KEPServer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5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10" dirty="0">
                <a:latin typeface="Arial"/>
                <a:cs typeface="Arial"/>
              </a:rPr>
              <a:t>PostgreSQL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10" dirty="0">
                <a:latin typeface="Arial"/>
                <a:cs typeface="Arial"/>
              </a:rPr>
              <a:t>Documentum</a:t>
            </a:r>
            <a:endParaRPr sz="1200">
              <a:latin typeface="Arial"/>
              <a:cs typeface="Arial"/>
            </a:endParaRPr>
          </a:p>
          <a:p>
            <a:pPr marL="186055" indent="-173355">
              <a:lnSpc>
                <a:spcPct val="100000"/>
              </a:lnSpc>
              <a:spcBef>
                <a:spcPts val="600"/>
              </a:spcBef>
              <a:buClr>
                <a:srgbClr val="CD163E"/>
              </a:buClr>
              <a:buChar char="•"/>
              <a:tabLst>
                <a:tab pos="186055" algn="l"/>
              </a:tabLst>
            </a:pPr>
            <a:r>
              <a:rPr sz="1200" spc="-20" dirty="0">
                <a:latin typeface="Arial"/>
                <a:cs typeface="Arial"/>
              </a:rPr>
              <a:t>MQTT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749" y="1374139"/>
            <a:ext cx="4397133" cy="68757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59130" y="1492376"/>
            <a:ext cx="3303904" cy="852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 marR="508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Extractores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prediseñados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fuentes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industriales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85" dirty="0">
                <a:latin typeface="Arial"/>
                <a:cs typeface="Arial"/>
              </a:rPr>
              <a:t>Más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30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extractores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prediseñados,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incluidos: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011172" y="1537811"/>
            <a:ext cx="2607945" cy="2885440"/>
            <a:chOff x="2011172" y="1537811"/>
            <a:chExt cx="2607945" cy="2885440"/>
          </a:xfrm>
        </p:grpSpPr>
        <p:sp>
          <p:nvSpPr>
            <p:cNvPr id="26" name="object 26"/>
            <p:cNvSpPr/>
            <p:nvPr/>
          </p:nvSpPr>
          <p:spPr>
            <a:xfrm>
              <a:off x="4265295" y="154495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297179" y="195580"/>
                  </a:moveTo>
                  <a:lnTo>
                    <a:pt x="325447" y="195580"/>
                  </a:lnTo>
                  <a:lnTo>
                    <a:pt x="339963" y="195580"/>
                  </a:lnTo>
                  <a:lnTo>
                    <a:pt x="345311" y="195580"/>
                  </a:lnTo>
                  <a:lnTo>
                    <a:pt x="346075" y="195580"/>
                  </a:lnTo>
                  <a:lnTo>
                    <a:pt x="346075" y="169515"/>
                  </a:lnTo>
                  <a:lnTo>
                    <a:pt x="346075" y="156130"/>
                  </a:lnTo>
                  <a:lnTo>
                    <a:pt x="346075" y="151199"/>
                  </a:lnTo>
                  <a:lnTo>
                    <a:pt x="346075" y="150495"/>
                  </a:lnTo>
                  <a:lnTo>
                    <a:pt x="317807" y="150495"/>
                  </a:lnTo>
                  <a:lnTo>
                    <a:pt x="303291" y="150495"/>
                  </a:lnTo>
                  <a:lnTo>
                    <a:pt x="297943" y="150495"/>
                  </a:lnTo>
                  <a:lnTo>
                    <a:pt x="297179" y="150495"/>
                  </a:lnTo>
                  <a:lnTo>
                    <a:pt x="294264" y="140251"/>
                  </a:lnTo>
                  <a:lnTo>
                    <a:pt x="291004" y="127889"/>
                  </a:lnTo>
                  <a:lnTo>
                    <a:pt x="287053" y="115526"/>
                  </a:lnTo>
                  <a:lnTo>
                    <a:pt x="282066" y="105283"/>
                  </a:lnTo>
                  <a:lnTo>
                    <a:pt x="301670" y="85752"/>
                  </a:lnTo>
                  <a:lnTo>
                    <a:pt x="311737" y="75723"/>
                  </a:lnTo>
                  <a:lnTo>
                    <a:pt x="315446" y="72028"/>
                  </a:lnTo>
                  <a:lnTo>
                    <a:pt x="315975" y="71500"/>
                  </a:lnTo>
                  <a:lnTo>
                    <a:pt x="292040" y="47565"/>
                  </a:lnTo>
                  <a:lnTo>
                    <a:pt x="279749" y="35274"/>
                  </a:lnTo>
                  <a:lnTo>
                    <a:pt x="275220" y="30745"/>
                  </a:lnTo>
                  <a:lnTo>
                    <a:pt x="274574" y="30099"/>
                  </a:lnTo>
                  <a:lnTo>
                    <a:pt x="254970" y="49629"/>
                  </a:lnTo>
                  <a:lnTo>
                    <a:pt x="244903" y="59658"/>
                  </a:lnTo>
                  <a:lnTo>
                    <a:pt x="241194" y="63353"/>
                  </a:lnTo>
                  <a:lnTo>
                    <a:pt x="240664" y="63881"/>
                  </a:lnTo>
                  <a:lnTo>
                    <a:pt x="230441" y="58914"/>
                  </a:lnTo>
                  <a:lnTo>
                    <a:pt x="218122" y="55006"/>
                  </a:lnTo>
                  <a:lnTo>
                    <a:pt x="205803" y="51790"/>
                  </a:lnTo>
                  <a:lnTo>
                    <a:pt x="195579" y="48895"/>
                  </a:lnTo>
                  <a:lnTo>
                    <a:pt x="195579" y="20627"/>
                  </a:lnTo>
                  <a:lnTo>
                    <a:pt x="195579" y="6111"/>
                  </a:lnTo>
                  <a:lnTo>
                    <a:pt x="195579" y="763"/>
                  </a:lnTo>
                  <a:lnTo>
                    <a:pt x="195579" y="0"/>
                  </a:lnTo>
                  <a:lnTo>
                    <a:pt x="169441" y="0"/>
                  </a:lnTo>
                  <a:lnTo>
                    <a:pt x="156019" y="0"/>
                  </a:lnTo>
                  <a:lnTo>
                    <a:pt x="151074" y="0"/>
                  </a:lnTo>
                  <a:lnTo>
                    <a:pt x="150367" y="0"/>
                  </a:lnTo>
                  <a:lnTo>
                    <a:pt x="150367" y="28267"/>
                  </a:lnTo>
                  <a:lnTo>
                    <a:pt x="150367" y="42783"/>
                  </a:lnTo>
                  <a:lnTo>
                    <a:pt x="150367" y="48131"/>
                  </a:lnTo>
                  <a:lnTo>
                    <a:pt x="150367" y="48895"/>
                  </a:lnTo>
                  <a:lnTo>
                    <a:pt x="140198" y="51790"/>
                  </a:lnTo>
                  <a:lnTo>
                    <a:pt x="127873" y="55006"/>
                  </a:lnTo>
                  <a:lnTo>
                    <a:pt x="115524" y="58914"/>
                  </a:lnTo>
                  <a:lnTo>
                    <a:pt x="105282" y="63881"/>
                  </a:lnTo>
                  <a:lnTo>
                    <a:pt x="85679" y="44350"/>
                  </a:lnTo>
                  <a:lnTo>
                    <a:pt x="75612" y="34321"/>
                  </a:lnTo>
                  <a:lnTo>
                    <a:pt x="71903" y="30626"/>
                  </a:lnTo>
                  <a:lnTo>
                    <a:pt x="71374" y="30099"/>
                  </a:lnTo>
                  <a:lnTo>
                    <a:pt x="47511" y="54034"/>
                  </a:lnTo>
                  <a:lnTo>
                    <a:pt x="35258" y="66325"/>
                  </a:lnTo>
                  <a:lnTo>
                    <a:pt x="30743" y="70854"/>
                  </a:lnTo>
                  <a:lnTo>
                    <a:pt x="30099" y="71500"/>
                  </a:lnTo>
                  <a:lnTo>
                    <a:pt x="49629" y="91031"/>
                  </a:lnTo>
                  <a:lnTo>
                    <a:pt x="59658" y="101060"/>
                  </a:lnTo>
                  <a:lnTo>
                    <a:pt x="63353" y="104755"/>
                  </a:lnTo>
                  <a:lnTo>
                    <a:pt x="63880" y="105283"/>
                  </a:lnTo>
                  <a:lnTo>
                    <a:pt x="58896" y="115526"/>
                  </a:lnTo>
                  <a:lnTo>
                    <a:pt x="54959" y="127888"/>
                  </a:lnTo>
                  <a:lnTo>
                    <a:pt x="51736" y="140251"/>
                  </a:lnTo>
                  <a:lnTo>
                    <a:pt x="48894" y="150495"/>
                  </a:lnTo>
                  <a:lnTo>
                    <a:pt x="20627" y="150495"/>
                  </a:lnTo>
                  <a:lnTo>
                    <a:pt x="6111" y="150495"/>
                  </a:lnTo>
                  <a:lnTo>
                    <a:pt x="763" y="150495"/>
                  </a:lnTo>
                  <a:lnTo>
                    <a:pt x="0" y="150495"/>
                  </a:lnTo>
                  <a:lnTo>
                    <a:pt x="0" y="176559"/>
                  </a:lnTo>
                  <a:lnTo>
                    <a:pt x="0" y="189944"/>
                  </a:lnTo>
                  <a:lnTo>
                    <a:pt x="0" y="194875"/>
                  </a:lnTo>
                  <a:lnTo>
                    <a:pt x="0" y="195580"/>
                  </a:lnTo>
                  <a:lnTo>
                    <a:pt x="28267" y="195580"/>
                  </a:lnTo>
                  <a:lnTo>
                    <a:pt x="42783" y="195580"/>
                  </a:lnTo>
                  <a:lnTo>
                    <a:pt x="48131" y="195580"/>
                  </a:lnTo>
                  <a:lnTo>
                    <a:pt x="48894" y="195580"/>
                  </a:lnTo>
                  <a:lnTo>
                    <a:pt x="51736" y="205821"/>
                  </a:lnTo>
                  <a:lnTo>
                    <a:pt x="54959" y="218170"/>
                  </a:lnTo>
                  <a:lnTo>
                    <a:pt x="58896" y="230495"/>
                  </a:lnTo>
                  <a:lnTo>
                    <a:pt x="63880" y="240665"/>
                  </a:lnTo>
                  <a:lnTo>
                    <a:pt x="44350" y="260268"/>
                  </a:lnTo>
                  <a:lnTo>
                    <a:pt x="34321" y="270335"/>
                  </a:lnTo>
                  <a:lnTo>
                    <a:pt x="30626" y="274044"/>
                  </a:lnTo>
                  <a:lnTo>
                    <a:pt x="30099" y="274574"/>
                  </a:lnTo>
                  <a:lnTo>
                    <a:pt x="53961" y="298509"/>
                  </a:lnTo>
                  <a:lnTo>
                    <a:pt x="66214" y="310800"/>
                  </a:lnTo>
                  <a:lnTo>
                    <a:pt x="70729" y="315329"/>
                  </a:lnTo>
                  <a:lnTo>
                    <a:pt x="71374" y="315975"/>
                  </a:lnTo>
                  <a:lnTo>
                    <a:pt x="90977" y="296372"/>
                  </a:lnTo>
                  <a:lnTo>
                    <a:pt x="101044" y="286305"/>
                  </a:lnTo>
                  <a:lnTo>
                    <a:pt x="104753" y="282596"/>
                  </a:lnTo>
                  <a:lnTo>
                    <a:pt x="105282" y="282067"/>
                  </a:lnTo>
                  <a:lnTo>
                    <a:pt x="115524" y="287107"/>
                  </a:lnTo>
                  <a:lnTo>
                    <a:pt x="127873" y="291052"/>
                  </a:lnTo>
                  <a:lnTo>
                    <a:pt x="140198" y="294282"/>
                  </a:lnTo>
                  <a:lnTo>
                    <a:pt x="150367" y="297180"/>
                  </a:lnTo>
                  <a:lnTo>
                    <a:pt x="150367" y="325447"/>
                  </a:lnTo>
                  <a:lnTo>
                    <a:pt x="150367" y="339963"/>
                  </a:lnTo>
                  <a:lnTo>
                    <a:pt x="150367" y="345311"/>
                  </a:lnTo>
                  <a:lnTo>
                    <a:pt x="150367" y="346075"/>
                  </a:lnTo>
                  <a:lnTo>
                    <a:pt x="176506" y="346075"/>
                  </a:lnTo>
                  <a:lnTo>
                    <a:pt x="189928" y="346075"/>
                  </a:lnTo>
                  <a:lnTo>
                    <a:pt x="194873" y="346075"/>
                  </a:lnTo>
                  <a:lnTo>
                    <a:pt x="195579" y="346075"/>
                  </a:lnTo>
                  <a:lnTo>
                    <a:pt x="195579" y="317807"/>
                  </a:lnTo>
                  <a:lnTo>
                    <a:pt x="195579" y="303291"/>
                  </a:lnTo>
                  <a:lnTo>
                    <a:pt x="195579" y="297943"/>
                  </a:lnTo>
                  <a:lnTo>
                    <a:pt x="195579" y="297180"/>
                  </a:lnTo>
                  <a:lnTo>
                    <a:pt x="205803" y="294282"/>
                  </a:lnTo>
                  <a:lnTo>
                    <a:pt x="218122" y="291052"/>
                  </a:lnTo>
                  <a:lnTo>
                    <a:pt x="230441" y="287107"/>
                  </a:lnTo>
                  <a:lnTo>
                    <a:pt x="240664" y="282067"/>
                  </a:lnTo>
                  <a:lnTo>
                    <a:pt x="260268" y="301670"/>
                  </a:lnTo>
                  <a:lnTo>
                    <a:pt x="270335" y="311737"/>
                  </a:lnTo>
                  <a:lnTo>
                    <a:pt x="274044" y="315446"/>
                  </a:lnTo>
                  <a:lnTo>
                    <a:pt x="274574" y="315975"/>
                  </a:lnTo>
                  <a:lnTo>
                    <a:pt x="298509" y="292040"/>
                  </a:lnTo>
                  <a:lnTo>
                    <a:pt x="310800" y="279749"/>
                  </a:lnTo>
                  <a:lnTo>
                    <a:pt x="315329" y="275220"/>
                  </a:lnTo>
                  <a:lnTo>
                    <a:pt x="315975" y="274574"/>
                  </a:lnTo>
                  <a:lnTo>
                    <a:pt x="296372" y="254970"/>
                  </a:lnTo>
                  <a:lnTo>
                    <a:pt x="286305" y="244903"/>
                  </a:lnTo>
                  <a:lnTo>
                    <a:pt x="282596" y="241194"/>
                  </a:lnTo>
                  <a:lnTo>
                    <a:pt x="282066" y="240665"/>
                  </a:lnTo>
                  <a:lnTo>
                    <a:pt x="287053" y="230495"/>
                  </a:lnTo>
                  <a:lnTo>
                    <a:pt x="291004" y="218170"/>
                  </a:lnTo>
                  <a:lnTo>
                    <a:pt x="294264" y="205821"/>
                  </a:lnTo>
                  <a:lnTo>
                    <a:pt x="297179" y="19558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0701" y="1620361"/>
              <a:ext cx="193611" cy="1952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011172" y="40624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360299" y="3810"/>
                  </a:moveTo>
                  <a:lnTo>
                    <a:pt x="356616" y="0"/>
                  </a:lnTo>
                  <a:lnTo>
                    <a:pt x="345313" y="0"/>
                  </a:lnTo>
                  <a:lnTo>
                    <a:pt x="345313" y="15113"/>
                  </a:lnTo>
                  <a:lnTo>
                    <a:pt x="345313" y="226187"/>
                  </a:lnTo>
                  <a:lnTo>
                    <a:pt x="176479" y="226187"/>
                  </a:lnTo>
                  <a:lnTo>
                    <a:pt x="175768" y="225425"/>
                  </a:lnTo>
                  <a:lnTo>
                    <a:pt x="168656" y="225425"/>
                  </a:lnTo>
                  <a:lnTo>
                    <a:pt x="167944" y="226187"/>
                  </a:lnTo>
                  <a:lnTo>
                    <a:pt x="14986" y="226187"/>
                  </a:lnTo>
                  <a:lnTo>
                    <a:pt x="14986" y="15113"/>
                  </a:lnTo>
                  <a:lnTo>
                    <a:pt x="345313" y="15113"/>
                  </a:lnTo>
                  <a:lnTo>
                    <a:pt x="345313" y="0"/>
                  </a:lnTo>
                  <a:lnTo>
                    <a:pt x="3683" y="0"/>
                  </a:lnTo>
                  <a:lnTo>
                    <a:pt x="0" y="3810"/>
                  </a:lnTo>
                  <a:lnTo>
                    <a:pt x="0" y="237490"/>
                  </a:lnTo>
                  <a:lnTo>
                    <a:pt x="3683" y="241300"/>
                  </a:lnTo>
                  <a:lnTo>
                    <a:pt x="165100" y="241300"/>
                  </a:lnTo>
                  <a:lnTo>
                    <a:pt x="165100" y="276974"/>
                  </a:lnTo>
                  <a:lnTo>
                    <a:pt x="92583" y="349123"/>
                  </a:lnTo>
                  <a:lnTo>
                    <a:pt x="88900" y="349123"/>
                  </a:lnTo>
                  <a:lnTo>
                    <a:pt x="88900" y="356616"/>
                  </a:lnTo>
                  <a:lnTo>
                    <a:pt x="92583" y="356616"/>
                  </a:lnTo>
                  <a:lnTo>
                    <a:pt x="92583" y="360426"/>
                  </a:lnTo>
                  <a:lnTo>
                    <a:pt x="100203" y="360426"/>
                  </a:lnTo>
                  <a:lnTo>
                    <a:pt x="100203" y="356616"/>
                  </a:lnTo>
                  <a:lnTo>
                    <a:pt x="172212" y="288798"/>
                  </a:lnTo>
                  <a:lnTo>
                    <a:pt x="244221" y="356616"/>
                  </a:lnTo>
                  <a:lnTo>
                    <a:pt x="244221" y="360426"/>
                  </a:lnTo>
                  <a:lnTo>
                    <a:pt x="251714" y="360426"/>
                  </a:lnTo>
                  <a:lnTo>
                    <a:pt x="251714" y="356616"/>
                  </a:lnTo>
                  <a:lnTo>
                    <a:pt x="255524" y="356616"/>
                  </a:lnTo>
                  <a:lnTo>
                    <a:pt x="255524" y="349123"/>
                  </a:lnTo>
                  <a:lnTo>
                    <a:pt x="251714" y="349123"/>
                  </a:lnTo>
                  <a:lnTo>
                    <a:pt x="191185" y="288798"/>
                  </a:lnTo>
                  <a:lnTo>
                    <a:pt x="179324" y="276987"/>
                  </a:lnTo>
                  <a:lnTo>
                    <a:pt x="179324" y="241300"/>
                  </a:lnTo>
                  <a:lnTo>
                    <a:pt x="356616" y="241300"/>
                  </a:lnTo>
                  <a:lnTo>
                    <a:pt x="360299" y="237490"/>
                  </a:lnTo>
                  <a:lnTo>
                    <a:pt x="360299" y="226187"/>
                  </a:lnTo>
                  <a:lnTo>
                    <a:pt x="360299" y="15113"/>
                  </a:lnTo>
                  <a:lnTo>
                    <a:pt x="360299" y="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41271" y="4122800"/>
              <a:ext cx="254000" cy="1047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41271" y="4092702"/>
              <a:ext cx="300355" cy="180975"/>
            </a:xfrm>
            <a:custGeom>
              <a:avLst/>
              <a:gdLst/>
              <a:ahLst/>
              <a:cxnLst/>
              <a:rect l="l" t="t" r="r" b="b"/>
              <a:pathLst>
                <a:path w="300355" h="180975">
                  <a:moveTo>
                    <a:pt x="296291" y="0"/>
                  </a:moveTo>
                  <a:lnTo>
                    <a:pt x="3810" y="0"/>
                  </a:lnTo>
                  <a:lnTo>
                    <a:pt x="0" y="3683"/>
                  </a:lnTo>
                  <a:lnTo>
                    <a:pt x="0" y="177165"/>
                  </a:lnTo>
                  <a:lnTo>
                    <a:pt x="3810" y="180975"/>
                  </a:lnTo>
                  <a:lnTo>
                    <a:pt x="296291" y="180975"/>
                  </a:lnTo>
                  <a:lnTo>
                    <a:pt x="300101" y="177165"/>
                  </a:lnTo>
                  <a:lnTo>
                    <a:pt x="300101" y="165862"/>
                  </a:lnTo>
                  <a:lnTo>
                    <a:pt x="14986" y="165862"/>
                  </a:lnTo>
                  <a:lnTo>
                    <a:pt x="14986" y="14986"/>
                  </a:lnTo>
                  <a:lnTo>
                    <a:pt x="300101" y="14986"/>
                  </a:lnTo>
                  <a:lnTo>
                    <a:pt x="300101" y="3683"/>
                  </a:lnTo>
                  <a:lnTo>
                    <a:pt x="296291" y="0"/>
                  </a:lnTo>
                  <a:close/>
                </a:path>
                <a:path w="300355" h="180975">
                  <a:moveTo>
                    <a:pt x="300101" y="14986"/>
                  </a:moveTo>
                  <a:lnTo>
                    <a:pt x="284988" y="14986"/>
                  </a:lnTo>
                  <a:lnTo>
                    <a:pt x="284988" y="165862"/>
                  </a:lnTo>
                  <a:lnTo>
                    <a:pt x="300101" y="165862"/>
                  </a:lnTo>
                  <a:lnTo>
                    <a:pt x="300101" y="149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65295" y="4069587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0" y="241300"/>
                  </a:moveTo>
                  <a:lnTo>
                    <a:pt x="0" y="0"/>
                  </a:lnTo>
                  <a:lnTo>
                    <a:pt x="241300" y="0"/>
                  </a:lnTo>
                  <a:lnTo>
                    <a:pt x="241300" y="106425"/>
                  </a:lnTo>
                  <a:lnTo>
                    <a:pt x="346075" y="106425"/>
                  </a:lnTo>
                  <a:lnTo>
                    <a:pt x="346075" y="346075"/>
                  </a:lnTo>
                  <a:lnTo>
                    <a:pt x="106299" y="346075"/>
                  </a:lnTo>
                  <a:lnTo>
                    <a:pt x="106299" y="241300"/>
                  </a:lnTo>
                  <a:lnTo>
                    <a:pt x="0" y="241300"/>
                  </a:lnTo>
                  <a:close/>
                </a:path>
                <a:path w="346075" h="346075">
                  <a:moveTo>
                    <a:pt x="120650" y="106425"/>
                  </a:moveTo>
                  <a:lnTo>
                    <a:pt x="106299" y="106425"/>
                  </a:lnTo>
                  <a:lnTo>
                    <a:pt x="106299" y="120650"/>
                  </a:lnTo>
                </a:path>
                <a:path w="346075" h="346075">
                  <a:moveTo>
                    <a:pt x="106299" y="150875"/>
                  </a:moveTo>
                  <a:lnTo>
                    <a:pt x="106299" y="166750"/>
                  </a:lnTo>
                </a:path>
                <a:path w="346075" h="346075">
                  <a:moveTo>
                    <a:pt x="165100" y="106425"/>
                  </a:moveTo>
                  <a:lnTo>
                    <a:pt x="150749" y="106425"/>
                  </a:lnTo>
                </a:path>
                <a:path w="346075" h="346075">
                  <a:moveTo>
                    <a:pt x="211074" y="106425"/>
                  </a:moveTo>
                  <a:lnTo>
                    <a:pt x="195199" y="106425"/>
                  </a:lnTo>
                </a:path>
                <a:path w="346075" h="346075">
                  <a:moveTo>
                    <a:pt x="150749" y="241300"/>
                  </a:moveTo>
                  <a:lnTo>
                    <a:pt x="136525" y="241300"/>
                  </a:lnTo>
                </a:path>
                <a:path w="346075" h="346075">
                  <a:moveTo>
                    <a:pt x="195199" y="241300"/>
                  </a:moveTo>
                  <a:lnTo>
                    <a:pt x="180975" y="241300"/>
                  </a:lnTo>
                </a:path>
                <a:path w="346075" h="346075">
                  <a:moveTo>
                    <a:pt x="106299" y="211200"/>
                  </a:moveTo>
                  <a:lnTo>
                    <a:pt x="106299" y="196850"/>
                  </a:lnTo>
                </a:path>
                <a:path w="346075" h="346075">
                  <a:moveTo>
                    <a:pt x="241300" y="136525"/>
                  </a:moveTo>
                  <a:lnTo>
                    <a:pt x="241300" y="150875"/>
                  </a:lnTo>
                </a:path>
                <a:path w="346075" h="346075">
                  <a:moveTo>
                    <a:pt x="225425" y="241300"/>
                  </a:moveTo>
                  <a:lnTo>
                    <a:pt x="241300" y="241300"/>
                  </a:lnTo>
                  <a:lnTo>
                    <a:pt x="241300" y="227075"/>
                  </a:lnTo>
                </a:path>
                <a:path w="346075" h="346075">
                  <a:moveTo>
                    <a:pt x="241300" y="196850"/>
                  </a:moveTo>
                  <a:lnTo>
                    <a:pt x="241300" y="1809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2177160" y="2325497"/>
              <a:ext cx="8310880" cy="3543935"/>
            </a:xfrm>
            <a:custGeom>
              <a:avLst/>
              <a:gdLst/>
              <a:ahLst/>
              <a:cxnLst/>
              <a:rect l="l" t="t" r="r" b="b"/>
              <a:pathLst>
                <a:path w="8310880" h="3543935">
                  <a:moveTo>
                    <a:pt x="2619502" y="727075"/>
                  </a:moveTo>
                  <a:lnTo>
                    <a:pt x="2619502" y="180975"/>
                  </a:lnTo>
                  <a:lnTo>
                    <a:pt x="8310498" y="180975"/>
                  </a:lnTo>
                  <a:lnTo>
                    <a:pt x="8310498" y="714375"/>
                  </a:lnTo>
                </a:path>
                <a:path w="8310880" h="3543935">
                  <a:moveTo>
                    <a:pt x="5458587" y="0"/>
                  </a:moveTo>
                  <a:lnTo>
                    <a:pt x="5458587" y="720725"/>
                  </a:lnTo>
                </a:path>
                <a:path w="8310880" h="3543935">
                  <a:moveTo>
                    <a:pt x="2613152" y="2880233"/>
                  </a:moveTo>
                  <a:lnTo>
                    <a:pt x="2613152" y="3543846"/>
                  </a:lnTo>
                </a:path>
                <a:path w="8310880" h="3543935">
                  <a:moveTo>
                    <a:pt x="5458587" y="2880233"/>
                  </a:moveTo>
                  <a:lnTo>
                    <a:pt x="5458587" y="3543846"/>
                  </a:lnTo>
                </a:path>
                <a:path w="8310880" h="3543935">
                  <a:moveTo>
                    <a:pt x="0" y="3543846"/>
                  </a:moveTo>
                  <a:lnTo>
                    <a:pt x="8304148" y="3543846"/>
                  </a:lnTo>
                  <a:lnTo>
                    <a:pt x="8304148" y="2957449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4220" y="3293364"/>
              <a:ext cx="2993898" cy="211912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40303" y="3440810"/>
              <a:ext cx="2700020" cy="1842135"/>
            </a:xfrm>
            <a:custGeom>
              <a:avLst/>
              <a:gdLst/>
              <a:ahLst/>
              <a:cxnLst/>
              <a:rect l="l" t="t" r="r" b="b"/>
              <a:pathLst>
                <a:path w="2700020" h="1842135">
                  <a:moveTo>
                    <a:pt x="2700020" y="0"/>
                  </a:moveTo>
                  <a:lnTo>
                    <a:pt x="0" y="0"/>
                  </a:lnTo>
                  <a:lnTo>
                    <a:pt x="0" y="1842135"/>
                  </a:lnTo>
                  <a:lnTo>
                    <a:pt x="2700020" y="1842135"/>
                  </a:lnTo>
                  <a:lnTo>
                    <a:pt x="270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528" y="3293364"/>
              <a:ext cx="2993898" cy="21191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5738" y="3440810"/>
              <a:ext cx="2700020" cy="1842135"/>
            </a:xfrm>
            <a:custGeom>
              <a:avLst/>
              <a:gdLst/>
              <a:ahLst/>
              <a:cxnLst/>
              <a:rect l="l" t="t" r="r" b="b"/>
              <a:pathLst>
                <a:path w="2700020" h="1842135">
                  <a:moveTo>
                    <a:pt x="2700019" y="0"/>
                  </a:moveTo>
                  <a:lnTo>
                    <a:pt x="0" y="0"/>
                  </a:lnTo>
                  <a:lnTo>
                    <a:pt x="0" y="1842135"/>
                  </a:lnTo>
                  <a:lnTo>
                    <a:pt x="2700019" y="1842135"/>
                  </a:lnTo>
                  <a:lnTo>
                    <a:pt x="270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4835" y="3293364"/>
              <a:ext cx="2993898" cy="21191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131300" y="3440810"/>
              <a:ext cx="2700020" cy="1842135"/>
            </a:xfrm>
            <a:custGeom>
              <a:avLst/>
              <a:gdLst/>
              <a:ahLst/>
              <a:cxnLst/>
              <a:rect l="l" t="t" r="r" b="b"/>
              <a:pathLst>
                <a:path w="2700020" h="1842135">
                  <a:moveTo>
                    <a:pt x="2700020" y="0"/>
                  </a:moveTo>
                  <a:lnTo>
                    <a:pt x="0" y="0"/>
                  </a:lnTo>
                  <a:lnTo>
                    <a:pt x="0" y="1842135"/>
                  </a:lnTo>
                  <a:lnTo>
                    <a:pt x="2700020" y="1842135"/>
                  </a:lnTo>
                  <a:lnTo>
                    <a:pt x="270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40303" y="3046222"/>
              <a:ext cx="2700020" cy="1535430"/>
            </a:xfrm>
            <a:custGeom>
              <a:avLst/>
              <a:gdLst/>
              <a:ahLst/>
              <a:cxnLst/>
              <a:rect l="l" t="t" r="r" b="b"/>
              <a:pathLst>
                <a:path w="2700020" h="1535429">
                  <a:moveTo>
                    <a:pt x="2485517" y="0"/>
                  </a:moveTo>
                  <a:lnTo>
                    <a:pt x="0" y="0"/>
                  </a:lnTo>
                  <a:lnTo>
                    <a:pt x="0" y="1320672"/>
                  </a:lnTo>
                  <a:lnTo>
                    <a:pt x="214375" y="1535048"/>
                  </a:lnTo>
                  <a:lnTo>
                    <a:pt x="2700020" y="1535048"/>
                  </a:lnTo>
                  <a:lnTo>
                    <a:pt x="2700020" y="214502"/>
                  </a:lnTo>
                  <a:lnTo>
                    <a:pt x="2485517" y="0"/>
                  </a:lnTo>
                  <a:close/>
                </a:path>
              </a:pathLst>
            </a:custGeom>
            <a:solidFill>
              <a:srgbClr val="003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26611" y="4050233"/>
            <a:ext cx="186436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DISPOSITIVO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0" dirty="0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PERIMETRALES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5738" y="3046222"/>
            <a:ext cx="2700020" cy="1535430"/>
          </a:xfrm>
          <a:custGeom>
            <a:avLst/>
            <a:gdLst/>
            <a:ahLst/>
            <a:cxnLst/>
            <a:rect l="l" t="t" r="r" b="b"/>
            <a:pathLst>
              <a:path w="2700020" h="1535429">
                <a:moveTo>
                  <a:pt x="2485643" y="0"/>
                </a:moveTo>
                <a:lnTo>
                  <a:pt x="0" y="0"/>
                </a:lnTo>
                <a:lnTo>
                  <a:pt x="0" y="1320672"/>
                </a:lnTo>
                <a:lnTo>
                  <a:pt x="214502" y="1535048"/>
                </a:lnTo>
                <a:lnTo>
                  <a:pt x="2700019" y="1535048"/>
                </a:lnTo>
                <a:lnTo>
                  <a:pt x="2700019" y="214502"/>
                </a:lnTo>
                <a:lnTo>
                  <a:pt x="2485643" y="0"/>
                </a:lnTo>
                <a:close/>
              </a:path>
            </a:pathLst>
          </a:custGeom>
          <a:solidFill>
            <a:srgbClr val="003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72554" y="4050233"/>
            <a:ext cx="186436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DISPOSITIVO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0" dirty="0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PERIMETRALES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31300" y="3046222"/>
            <a:ext cx="2700020" cy="1535430"/>
          </a:xfrm>
          <a:custGeom>
            <a:avLst/>
            <a:gdLst/>
            <a:ahLst/>
            <a:cxnLst/>
            <a:rect l="l" t="t" r="r" b="b"/>
            <a:pathLst>
              <a:path w="2700020" h="1535429">
                <a:moveTo>
                  <a:pt x="2485644" y="0"/>
                </a:moveTo>
                <a:lnTo>
                  <a:pt x="0" y="0"/>
                </a:lnTo>
                <a:lnTo>
                  <a:pt x="0" y="1320672"/>
                </a:lnTo>
                <a:lnTo>
                  <a:pt x="214375" y="1535048"/>
                </a:lnTo>
                <a:lnTo>
                  <a:pt x="2700020" y="1535048"/>
                </a:lnTo>
                <a:lnTo>
                  <a:pt x="2700020" y="214502"/>
                </a:lnTo>
                <a:lnTo>
                  <a:pt x="2485644" y="0"/>
                </a:lnTo>
                <a:close/>
              </a:path>
            </a:pathLst>
          </a:custGeom>
          <a:solidFill>
            <a:srgbClr val="003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18497" y="4050233"/>
            <a:ext cx="186436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DISPOSITIVO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20" dirty="0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PERIMETRALES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35852" y="91439"/>
            <a:ext cx="4195445" cy="2364740"/>
            <a:chOff x="6435852" y="91439"/>
            <a:chExt cx="4195445" cy="236474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852" y="1232941"/>
              <a:ext cx="4194936" cy="12232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603746" y="1371600"/>
              <a:ext cx="3877310" cy="964565"/>
            </a:xfrm>
            <a:custGeom>
              <a:avLst/>
              <a:gdLst/>
              <a:ahLst/>
              <a:cxnLst/>
              <a:rect l="l" t="t" r="r" b="b"/>
              <a:pathLst>
                <a:path w="3877309" h="964564">
                  <a:moveTo>
                    <a:pt x="3716528" y="0"/>
                  </a:moveTo>
                  <a:lnTo>
                    <a:pt x="0" y="0"/>
                  </a:lnTo>
                  <a:lnTo>
                    <a:pt x="0" y="803275"/>
                  </a:lnTo>
                  <a:lnTo>
                    <a:pt x="160654" y="964057"/>
                  </a:lnTo>
                  <a:lnTo>
                    <a:pt x="3877182" y="964057"/>
                  </a:lnTo>
                  <a:lnTo>
                    <a:pt x="3877182" y="160654"/>
                  </a:lnTo>
                  <a:lnTo>
                    <a:pt x="3716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0916" y="91439"/>
              <a:ext cx="713994" cy="800861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8639302" y="193675"/>
            <a:ext cx="17430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5" dirty="0">
                <a:solidFill>
                  <a:srgbClr val="000000"/>
                </a:solidFill>
              </a:rPr>
              <a:t>Manager</a:t>
            </a:r>
            <a:r>
              <a:rPr sz="3000" spc="-185" dirty="0">
                <a:solidFill>
                  <a:srgbClr val="000000"/>
                </a:solidFill>
              </a:rPr>
              <a:t> </a:t>
            </a:r>
            <a:r>
              <a:rPr sz="3000" spc="-50" dirty="0">
                <a:solidFill>
                  <a:srgbClr val="000000"/>
                </a:solidFill>
              </a:rPr>
              <a:t>y</a:t>
            </a:r>
            <a:endParaRPr sz="3000"/>
          </a:p>
        </p:txBody>
      </p:sp>
      <p:sp>
        <p:nvSpPr>
          <p:cNvPr id="21" name="object 21"/>
          <p:cNvSpPr txBox="1"/>
          <p:nvPr/>
        </p:nvSpPr>
        <p:spPr>
          <a:xfrm>
            <a:off x="460654" y="193675"/>
            <a:ext cx="7868920" cy="9017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459"/>
              </a:spcBef>
            </a:pPr>
            <a:r>
              <a:rPr sz="3000" b="1" spc="-114" dirty="0">
                <a:latin typeface="Arial"/>
                <a:cs typeface="Arial"/>
              </a:rPr>
              <a:t>Conectividad</a:t>
            </a:r>
            <a:r>
              <a:rPr sz="3000" b="1" spc="-185" dirty="0">
                <a:latin typeface="Arial"/>
                <a:cs typeface="Arial"/>
              </a:rPr>
              <a:t> </a:t>
            </a:r>
            <a:r>
              <a:rPr sz="3000" b="1" spc="-95" dirty="0">
                <a:latin typeface="Arial"/>
                <a:cs typeface="Arial"/>
              </a:rPr>
              <a:t>escalable</a:t>
            </a:r>
            <a:r>
              <a:rPr sz="3000" b="1" spc="-185" dirty="0">
                <a:latin typeface="Arial"/>
                <a:cs typeface="Arial"/>
              </a:rPr>
              <a:t> </a:t>
            </a:r>
            <a:r>
              <a:rPr sz="3000" b="1" spc="-150" dirty="0">
                <a:latin typeface="Arial"/>
                <a:cs typeface="Arial"/>
              </a:rPr>
              <a:t>con</a:t>
            </a:r>
            <a:r>
              <a:rPr sz="3000" b="1" spc="-170" dirty="0">
                <a:latin typeface="Arial"/>
                <a:cs typeface="Arial"/>
              </a:rPr>
              <a:t> </a:t>
            </a:r>
            <a:r>
              <a:rPr sz="3000" b="1" spc="-150" dirty="0">
                <a:latin typeface="Arial"/>
                <a:cs typeface="Arial"/>
              </a:rPr>
              <a:t>FactoryTalk®</a:t>
            </a:r>
            <a:r>
              <a:rPr sz="3000" b="1" spc="-185" dirty="0">
                <a:latin typeface="Arial"/>
                <a:cs typeface="Arial"/>
              </a:rPr>
              <a:t> </a:t>
            </a:r>
            <a:r>
              <a:rPr sz="3000" b="1" spc="-120" dirty="0">
                <a:latin typeface="Arial"/>
                <a:cs typeface="Arial"/>
              </a:rPr>
              <a:t>Edge </a:t>
            </a:r>
            <a:r>
              <a:rPr sz="3000" b="1" spc="-150" dirty="0">
                <a:latin typeface="Arial"/>
                <a:cs typeface="Arial"/>
              </a:rPr>
              <a:t>FactoryTalk®</a:t>
            </a:r>
            <a:r>
              <a:rPr sz="3000" b="1" spc="-140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Optix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2504" y="510540"/>
            <a:ext cx="3917950" cy="5116830"/>
            <a:chOff x="222504" y="510540"/>
            <a:chExt cx="3917950" cy="511683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5952" y="510540"/>
              <a:ext cx="713994" cy="8008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504" y="1402143"/>
              <a:ext cx="3211830" cy="42251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1749" y="1570990"/>
              <a:ext cx="2913380" cy="3907154"/>
            </a:xfrm>
            <a:custGeom>
              <a:avLst/>
              <a:gdLst/>
              <a:ahLst/>
              <a:cxnLst/>
              <a:rect l="l" t="t" r="r" b="b"/>
              <a:pathLst>
                <a:path w="2913379" h="3907154">
                  <a:moveTo>
                    <a:pt x="2912999" y="0"/>
                  </a:moveTo>
                  <a:lnTo>
                    <a:pt x="0" y="0"/>
                  </a:lnTo>
                  <a:lnTo>
                    <a:pt x="0" y="3907028"/>
                  </a:lnTo>
                  <a:lnTo>
                    <a:pt x="2912999" y="3907028"/>
                  </a:lnTo>
                  <a:lnTo>
                    <a:pt x="2912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1371600"/>
              <a:ext cx="2912999" cy="79019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312" y="1568386"/>
              <a:ext cx="1631823" cy="3965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3536" y="1502638"/>
              <a:ext cx="829576" cy="56276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0343" y="1612290"/>
              <a:ext cx="584244" cy="3122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5853" y="3463302"/>
              <a:ext cx="553961" cy="40156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5807" y="3408261"/>
              <a:ext cx="774052" cy="7349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3559" y="2441803"/>
              <a:ext cx="553961" cy="3991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171" y="2382862"/>
              <a:ext cx="774052" cy="734987"/>
            </a:xfrm>
            <a:prstGeom prst="rect">
              <a:avLst/>
            </a:prstGeom>
          </p:spPr>
        </p:pic>
        <p:pic>
          <p:nvPicPr>
            <p:cNvPr id="34" name="object 34">
              <a:hlinkClick r:id="rId13"/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3963" y="4539995"/>
              <a:ext cx="617778" cy="4052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5807" y="4480013"/>
              <a:ext cx="774052" cy="73498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546605" y="3391865"/>
            <a:ext cx="15576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latin typeface="Arial"/>
                <a:cs typeface="Arial"/>
              </a:rPr>
              <a:t>Aplicación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de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periferia </a:t>
            </a:r>
            <a:r>
              <a:rPr sz="1200" b="1" spc="-50" dirty="0">
                <a:latin typeface="Arial"/>
                <a:cs typeface="Arial"/>
              </a:rPr>
              <a:t>industrial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y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gestión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de flotas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de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dispositivos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46605" y="2438476"/>
            <a:ext cx="15259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latin typeface="Arial"/>
                <a:cs typeface="Arial"/>
              </a:rPr>
              <a:t>Mercado </a:t>
            </a:r>
            <a:r>
              <a:rPr sz="1200" dirty="0">
                <a:latin typeface="Arial"/>
                <a:cs typeface="Arial"/>
              </a:rPr>
              <a:t>público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 </a:t>
            </a:r>
            <a:r>
              <a:rPr sz="1200" spc="-10" dirty="0">
                <a:latin typeface="Arial"/>
                <a:cs typeface="Arial"/>
              </a:rPr>
              <a:t>privado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de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conectores </a:t>
            </a:r>
            <a:r>
              <a:rPr sz="1200" b="1" spc="-10" dirty="0">
                <a:latin typeface="Arial"/>
                <a:cs typeface="Arial"/>
              </a:rPr>
              <a:t>perimetrales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40151" y="4613147"/>
            <a:ext cx="285750" cy="32080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546605" y="4463872"/>
            <a:ext cx="12973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Arial"/>
                <a:cs typeface="Arial"/>
              </a:rPr>
              <a:t>Gestión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de </a:t>
            </a:r>
            <a:r>
              <a:rPr sz="1200" b="1" spc="-70" dirty="0">
                <a:latin typeface="Arial"/>
                <a:cs typeface="Arial"/>
              </a:rPr>
              <a:t>FactoryTalk®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Optix </a:t>
            </a:r>
            <a:r>
              <a:rPr sz="1200" b="1" spc="-10" dirty="0">
                <a:latin typeface="Arial"/>
                <a:cs typeface="Arial"/>
              </a:rPr>
              <a:t>centralizada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81749" y="1384300"/>
            <a:ext cx="11449685" cy="4787900"/>
            <a:chOff x="381749" y="1384300"/>
            <a:chExt cx="11449685" cy="4787900"/>
          </a:xfrm>
        </p:grpSpPr>
        <p:sp>
          <p:nvSpPr>
            <p:cNvPr id="41" name="object 41"/>
            <p:cNvSpPr/>
            <p:nvPr/>
          </p:nvSpPr>
          <p:spPr>
            <a:xfrm>
              <a:off x="1583944" y="3261486"/>
              <a:ext cx="1492250" cy="1049020"/>
            </a:xfrm>
            <a:custGeom>
              <a:avLst/>
              <a:gdLst/>
              <a:ahLst/>
              <a:cxnLst/>
              <a:rect l="l" t="t" r="r" b="b"/>
              <a:pathLst>
                <a:path w="1492250" h="1049020">
                  <a:moveTo>
                    <a:pt x="0" y="0"/>
                  </a:moveTo>
                  <a:lnTo>
                    <a:pt x="1491869" y="0"/>
                  </a:lnTo>
                </a:path>
                <a:path w="1492250" h="1049020">
                  <a:moveTo>
                    <a:pt x="0" y="1048512"/>
                  </a:moveTo>
                  <a:lnTo>
                    <a:pt x="1491869" y="1048512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75253" y="2459240"/>
              <a:ext cx="116113" cy="53237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75253" y="3508006"/>
              <a:ext cx="116113" cy="53237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75253" y="4579759"/>
              <a:ext cx="116113" cy="53237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81749" y="1384299"/>
              <a:ext cx="11449685" cy="4787900"/>
            </a:xfrm>
            <a:custGeom>
              <a:avLst/>
              <a:gdLst/>
              <a:ahLst/>
              <a:cxnLst/>
              <a:rect l="l" t="t" r="r" b="b"/>
              <a:pathLst>
                <a:path w="11449685" h="4787900">
                  <a:moveTo>
                    <a:pt x="605294" y="4283278"/>
                  </a:moveTo>
                  <a:lnTo>
                    <a:pt x="504405" y="4182364"/>
                  </a:lnTo>
                  <a:lnTo>
                    <a:pt x="0" y="4182364"/>
                  </a:lnTo>
                  <a:lnTo>
                    <a:pt x="0" y="4686808"/>
                  </a:lnTo>
                  <a:lnTo>
                    <a:pt x="100876" y="4787684"/>
                  </a:lnTo>
                  <a:lnTo>
                    <a:pt x="605294" y="4787684"/>
                  </a:lnTo>
                  <a:lnTo>
                    <a:pt x="605294" y="4283278"/>
                  </a:lnTo>
                  <a:close/>
                </a:path>
                <a:path w="11449685" h="4787900">
                  <a:moveTo>
                    <a:pt x="11449571" y="100965"/>
                  </a:moveTo>
                  <a:lnTo>
                    <a:pt x="11348606" y="0"/>
                  </a:lnTo>
                  <a:lnTo>
                    <a:pt x="10844289" y="0"/>
                  </a:lnTo>
                  <a:lnTo>
                    <a:pt x="10844289" y="504444"/>
                  </a:lnTo>
                  <a:lnTo>
                    <a:pt x="10945127" y="605282"/>
                  </a:lnTo>
                  <a:lnTo>
                    <a:pt x="11449571" y="605282"/>
                  </a:lnTo>
                  <a:lnTo>
                    <a:pt x="11449571" y="100965"/>
                  </a:lnTo>
                  <a:close/>
                </a:path>
              </a:pathLst>
            </a:custGeom>
            <a:solidFill>
              <a:srgbClr val="003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57421" y="4084876"/>
              <a:ext cx="399415" cy="353060"/>
            </a:xfrm>
            <a:custGeom>
              <a:avLst/>
              <a:gdLst/>
              <a:ahLst/>
              <a:cxnLst/>
              <a:rect l="l" t="t" r="r" b="b"/>
              <a:pathLst>
                <a:path w="399414" h="353060">
                  <a:moveTo>
                    <a:pt x="11395" y="227044"/>
                  </a:moveTo>
                  <a:lnTo>
                    <a:pt x="3286" y="227044"/>
                  </a:lnTo>
                  <a:lnTo>
                    <a:pt x="0" y="230309"/>
                  </a:lnTo>
                  <a:lnTo>
                    <a:pt x="0" y="352683"/>
                  </a:lnTo>
                  <a:lnTo>
                    <a:pt x="399045" y="352246"/>
                  </a:lnTo>
                  <a:lnTo>
                    <a:pt x="399045" y="338083"/>
                  </a:lnTo>
                  <a:lnTo>
                    <a:pt x="14681" y="338083"/>
                  </a:lnTo>
                  <a:lnTo>
                    <a:pt x="14681" y="230309"/>
                  </a:lnTo>
                  <a:lnTo>
                    <a:pt x="11395" y="227044"/>
                  </a:lnTo>
                  <a:close/>
                </a:path>
                <a:path w="399414" h="353060">
                  <a:moveTo>
                    <a:pt x="123689" y="35043"/>
                  </a:moveTo>
                  <a:lnTo>
                    <a:pt x="109012" y="35043"/>
                  </a:lnTo>
                  <a:lnTo>
                    <a:pt x="109012" y="212441"/>
                  </a:lnTo>
                  <a:lnTo>
                    <a:pt x="164729" y="212441"/>
                  </a:lnTo>
                  <a:lnTo>
                    <a:pt x="164729" y="338083"/>
                  </a:lnTo>
                  <a:lnTo>
                    <a:pt x="399045" y="338083"/>
                  </a:lnTo>
                  <a:lnTo>
                    <a:pt x="399045" y="337645"/>
                  </a:lnTo>
                  <a:lnTo>
                    <a:pt x="180145" y="337645"/>
                  </a:lnTo>
                  <a:lnTo>
                    <a:pt x="180145" y="197838"/>
                  </a:lnTo>
                  <a:lnTo>
                    <a:pt x="123689" y="197838"/>
                  </a:lnTo>
                  <a:lnTo>
                    <a:pt x="123689" y="35043"/>
                  </a:lnTo>
                  <a:close/>
                </a:path>
                <a:path w="399414" h="353060">
                  <a:moveTo>
                    <a:pt x="399045" y="92934"/>
                  </a:moveTo>
                  <a:lnTo>
                    <a:pt x="384435" y="92934"/>
                  </a:lnTo>
                  <a:lnTo>
                    <a:pt x="384435" y="337645"/>
                  </a:lnTo>
                  <a:lnTo>
                    <a:pt x="399045" y="337645"/>
                  </a:lnTo>
                  <a:lnTo>
                    <a:pt x="399045" y="92934"/>
                  </a:lnTo>
                  <a:close/>
                </a:path>
                <a:path w="399414" h="353060">
                  <a:moveTo>
                    <a:pt x="50888" y="0"/>
                  </a:moveTo>
                  <a:lnTo>
                    <a:pt x="42780" y="0"/>
                  </a:lnTo>
                  <a:lnTo>
                    <a:pt x="39493" y="3264"/>
                  </a:lnTo>
                  <a:lnTo>
                    <a:pt x="39493" y="212441"/>
                  </a:lnTo>
                  <a:lnTo>
                    <a:pt x="89481" y="212441"/>
                  </a:lnTo>
                  <a:lnTo>
                    <a:pt x="89481" y="197838"/>
                  </a:lnTo>
                  <a:lnTo>
                    <a:pt x="54174" y="197838"/>
                  </a:lnTo>
                  <a:lnTo>
                    <a:pt x="54174" y="3264"/>
                  </a:lnTo>
                  <a:lnTo>
                    <a:pt x="50888" y="0"/>
                  </a:lnTo>
                  <a:close/>
                </a:path>
                <a:path w="399414" h="353060">
                  <a:moveTo>
                    <a:pt x="123689" y="20440"/>
                  </a:moveTo>
                  <a:lnTo>
                    <a:pt x="74803" y="20440"/>
                  </a:lnTo>
                  <a:lnTo>
                    <a:pt x="74804" y="197838"/>
                  </a:lnTo>
                  <a:lnTo>
                    <a:pt x="89481" y="197838"/>
                  </a:lnTo>
                  <a:lnTo>
                    <a:pt x="89481" y="35043"/>
                  </a:lnTo>
                  <a:lnTo>
                    <a:pt x="123689" y="35043"/>
                  </a:lnTo>
                  <a:lnTo>
                    <a:pt x="123689" y="20440"/>
                  </a:lnTo>
                  <a:close/>
                </a:path>
                <a:path w="399414" h="353060">
                  <a:moveTo>
                    <a:pt x="399045" y="78331"/>
                  </a:moveTo>
                  <a:lnTo>
                    <a:pt x="165461" y="78331"/>
                  </a:lnTo>
                  <a:lnTo>
                    <a:pt x="165461" y="197838"/>
                  </a:lnTo>
                  <a:lnTo>
                    <a:pt x="180145" y="197838"/>
                  </a:lnTo>
                  <a:lnTo>
                    <a:pt x="180145" y="92934"/>
                  </a:lnTo>
                  <a:lnTo>
                    <a:pt x="399045" y="92934"/>
                  </a:lnTo>
                  <a:lnTo>
                    <a:pt x="399045" y="78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54153" y="4189197"/>
              <a:ext cx="163700" cy="11096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57418" y="4048467"/>
              <a:ext cx="3236595" cy="389255"/>
            </a:xfrm>
            <a:custGeom>
              <a:avLst/>
              <a:gdLst/>
              <a:ahLst/>
              <a:cxnLst/>
              <a:rect l="l" t="t" r="r" b="b"/>
              <a:pathLst>
                <a:path w="3236595" h="389254">
                  <a:moveTo>
                    <a:pt x="54229" y="5676"/>
                  </a:moveTo>
                  <a:lnTo>
                    <a:pt x="48514" y="0"/>
                  </a:lnTo>
                  <a:lnTo>
                    <a:pt x="43891" y="0"/>
                  </a:lnTo>
                  <a:lnTo>
                    <a:pt x="11671" y="32029"/>
                  </a:lnTo>
                  <a:lnTo>
                    <a:pt x="0" y="59626"/>
                  </a:lnTo>
                  <a:lnTo>
                    <a:pt x="0" y="248805"/>
                  </a:lnTo>
                  <a:lnTo>
                    <a:pt x="3289" y="252069"/>
                  </a:lnTo>
                  <a:lnTo>
                    <a:pt x="7340" y="252069"/>
                  </a:lnTo>
                  <a:lnTo>
                    <a:pt x="11391" y="252069"/>
                  </a:lnTo>
                  <a:lnTo>
                    <a:pt x="14681" y="248805"/>
                  </a:lnTo>
                  <a:lnTo>
                    <a:pt x="14757" y="53174"/>
                  </a:lnTo>
                  <a:lnTo>
                    <a:pt x="17399" y="47002"/>
                  </a:lnTo>
                  <a:lnTo>
                    <a:pt x="54229" y="10274"/>
                  </a:lnTo>
                  <a:lnTo>
                    <a:pt x="54229" y="5676"/>
                  </a:lnTo>
                  <a:close/>
                </a:path>
                <a:path w="3236595" h="389254">
                  <a:moveTo>
                    <a:pt x="3235972" y="114744"/>
                  </a:moveTo>
                  <a:lnTo>
                    <a:pt x="3221355" y="114744"/>
                  </a:lnTo>
                  <a:lnTo>
                    <a:pt x="3221355" y="129349"/>
                  </a:lnTo>
                  <a:lnTo>
                    <a:pt x="3221355" y="374065"/>
                  </a:lnTo>
                  <a:lnTo>
                    <a:pt x="3017062" y="374065"/>
                  </a:lnTo>
                  <a:lnTo>
                    <a:pt x="3017062" y="234251"/>
                  </a:lnTo>
                  <a:lnTo>
                    <a:pt x="3017062" y="129349"/>
                  </a:lnTo>
                  <a:lnTo>
                    <a:pt x="3221355" y="129349"/>
                  </a:lnTo>
                  <a:lnTo>
                    <a:pt x="3221355" y="114744"/>
                  </a:lnTo>
                  <a:lnTo>
                    <a:pt x="3002381" y="114744"/>
                  </a:lnTo>
                  <a:lnTo>
                    <a:pt x="3002381" y="234251"/>
                  </a:lnTo>
                  <a:lnTo>
                    <a:pt x="2960611" y="234251"/>
                  </a:lnTo>
                  <a:lnTo>
                    <a:pt x="2960611" y="71462"/>
                  </a:lnTo>
                  <a:lnTo>
                    <a:pt x="2960611" y="56857"/>
                  </a:lnTo>
                  <a:lnTo>
                    <a:pt x="2911729" y="56857"/>
                  </a:lnTo>
                  <a:lnTo>
                    <a:pt x="2911729" y="234251"/>
                  </a:lnTo>
                  <a:lnTo>
                    <a:pt x="2891091" y="234251"/>
                  </a:lnTo>
                  <a:lnTo>
                    <a:pt x="2891091" y="39674"/>
                  </a:lnTo>
                  <a:lnTo>
                    <a:pt x="2887815" y="36410"/>
                  </a:lnTo>
                  <a:lnTo>
                    <a:pt x="2879699" y="36410"/>
                  </a:lnTo>
                  <a:lnTo>
                    <a:pt x="2876410" y="39674"/>
                  </a:lnTo>
                  <a:lnTo>
                    <a:pt x="2876410" y="248856"/>
                  </a:lnTo>
                  <a:lnTo>
                    <a:pt x="2926410" y="248856"/>
                  </a:lnTo>
                  <a:lnTo>
                    <a:pt x="2926410" y="234251"/>
                  </a:lnTo>
                  <a:lnTo>
                    <a:pt x="2926397" y="71462"/>
                  </a:lnTo>
                  <a:lnTo>
                    <a:pt x="2945930" y="71462"/>
                  </a:lnTo>
                  <a:lnTo>
                    <a:pt x="2945930" y="248856"/>
                  </a:lnTo>
                  <a:lnTo>
                    <a:pt x="3001657" y="248856"/>
                  </a:lnTo>
                  <a:lnTo>
                    <a:pt x="3001657" y="374497"/>
                  </a:lnTo>
                  <a:lnTo>
                    <a:pt x="2851607" y="374497"/>
                  </a:lnTo>
                  <a:lnTo>
                    <a:pt x="2851607" y="266725"/>
                  </a:lnTo>
                  <a:lnTo>
                    <a:pt x="2848318" y="263461"/>
                  </a:lnTo>
                  <a:lnTo>
                    <a:pt x="2840215" y="263461"/>
                  </a:lnTo>
                  <a:lnTo>
                    <a:pt x="2836926" y="266725"/>
                  </a:lnTo>
                  <a:lnTo>
                    <a:pt x="2836926" y="389102"/>
                  </a:lnTo>
                  <a:lnTo>
                    <a:pt x="3235972" y="388658"/>
                  </a:lnTo>
                  <a:lnTo>
                    <a:pt x="3235972" y="374497"/>
                  </a:lnTo>
                  <a:lnTo>
                    <a:pt x="3235972" y="374065"/>
                  </a:lnTo>
                  <a:lnTo>
                    <a:pt x="3235972" y="129349"/>
                  </a:lnTo>
                  <a:lnTo>
                    <a:pt x="3235972" y="1147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91079" y="4189197"/>
              <a:ext cx="163700" cy="11096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394344" y="4048467"/>
              <a:ext cx="3236595" cy="389255"/>
            </a:xfrm>
            <a:custGeom>
              <a:avLst/>
              <a:gdLst/>
              <a:ahLst/>
              <a:cxnLst/>
              <a:rect l="l" t="t" r="r" b="b"/>
              <a:pathLst>
                <a:path w="3236595" h="389254">
                  <a:moveTo>
                    <a:pt x="54229" y="5676"/>
                  </a:moveTo>
                  <a:lnTo>
                    <a:pt x="48514" y="0"/>
                  </a:lnTo>
                  <a:lnTo>
                    <a:pt x="43891" y="0"/>
                  </a:lnTo>
                  <a:lnTo>
                    <a:pt x="11671" y="32029"/>
                  </a:lnTo>
                  <a:lnTo>
                    <a:pt x="0" y="59626"/>
                  </a:lnTo>
                  <a:lnTo>
                    <a:pt x="0" y="248805"/>
                  </a:lnTo>
                  <a:lnTo>
                    <a:pt x="3276" y="252069"/>
                  </a:lnTo>
                  <a:lnTo>
                    <a:pt x="7340" y="252069"/>
                  </a:lnTo>
                  <a:lnTo>
                    <a:pt x="11391" y="252069"/>
                  </a:lnTo>
                  <a:lnTo>
                    <a:pt x="14681" y="248805"/>
                  </a:lnTo>
                  <a:lnTo>
                    <a:pt x="14757" y="53174"/>
                  </a:lnTo>
                  <a:lnTo>
                    <a:pt x="17399" y="47002"/>
                  </a:lnTo>
                  <a:lnTo>
                    <a:pt x="54229" y="10274"/>
                  </a:lnTo>
                  <a:lnTo>
                    <a:pt x="54229" y="5676"/>
                  </a:lnTo>
                  <a:close/>
                </a:path>
                <a:path w="3236595" h="389254">
                  <a:moveTo>
                    <a:pt x="3235972" y="114744"/>
                  </a:moveTo>
                  <a:lnTo>
                    <a:pt x="3221355" y="114744"/>
                  </a:lnTo>
                  <a:lnTo>
                    <a:pt x="3221355" y="129349"/>
                  </a:lnTo>
                  <a:lnTo>
                    <a:pt x="3221355" y="374065"/>
                  </a:lnTo>
                  <a:lnTo>
                    <a:pt x="3017062" y="374065"/>
                  </a:lnTo>
                  <a:lnTo>
                    <a:pt x="3017062" y="234251"/>
                  </a:lnTo>
                  <a:lnTo>
                    <a:pt x="3017062" y="129349"/>
                  </a:lnTo>
                  <a:lnTo>
                    <a:pt x="3221355" y="129349"/>
                  </a:lnTo>
                  <a:lnTo>
                    <a:pt x="3221355" y="114744"/>
                  </a:lnTo>
                  <a:lnTo>
                    <a:pt x="3002381" y="114744"/>
                  </a:lnTo>
                  <a:lnTo>
                    <a:pt x="3002381" y="234251"/>
                  </a:lnTo>
                  <a:lnTo>
                    <a:pt x="2960611" y="234251"/>
                  </a:lnTo>
                  <a:lnTo>
                    <a:pt x="2960611" y="71462"/>
                  </a:lnTo>
                  <a:lnTo>
                    <a:pt x="2960611" y="56857"/>
                  </a:lnTo>
                  <a:lnTo>
                    <a:pt x="2911729" y="56857"/>
                  </a:lnTo>
                  <a:lnTo>
                    <a:pt x="2911729" y="234251"/>
                  </a:lnTo>
                  <a:lnTo>
                    <a:pt x="2891091" y="234251"/>
                  </a:lnTo>
                  <a:lnTo>
                    <a:pt x="2891091" y="39674"/>
                  </a:lnTo>
                  <a:lnTo>
                    <a:pt x="2887815" y="36410"/>
                  </a:lnTo>
                  <a:lnTo>
                    <a:pt x="2879699" y="36410"/>
                  </a:lnTo>
                  <a:lnTo>
                    <a:pt x="2876410" y="39674"/>
                  </a:lnTo>
                  <a:lnTo>
                    <a:pt x="2876410" y="248856"/>
                  </a:lnTo>
                  <a:lnTo>
                    <a:pt x="2926410" y="248856"/>
                  </a:lnTo>
                  <a:lnTo>
                    <a:pt x="2926410" y="234251"/>
                  </a:lnTo>
                  <a:lnTo>
                    <a:pt x="2926397" y="71462"/>
                  </a:lnTo>
                  <a:lnTo>
                    <a:pt x="2945930" y="71462"/>
                  </a:lnTo>
                  <a:lnTo>
                    <a:pt x="2945930" y="248856"/>
                  </a:lnTo>
                  <a:lnTo>
                    <a:pt x="3001657" y="248856"/>
                  </a:lnTo>
                  <a:lnTo>
                    <a:pt x="3001657" y="374497"/>
                  </a:lnTo>
                  <a:lnTo>
                    <a:pt x="2851607" y="374497"/>
                  </a:lnTo>
                  <a:lnTo>
                    <a:pt x="2851607" y="266725"/>
                  </a:lnTo>
                  <a:lnTo>
                    <a:pt x="2848318" y="263461"/>
                  </a:lnTo>
                  <a:lnTo>
                    <a:pt x="2840215" y="263461"/>
                  </a:lnTo>
                  <a:lnTo>
                    <a:pt x="2836926" y="266725"/>
                  </a:lnTo>
                  <a:lnTo>
                    <a:pt x="2836926" y="389102"/>
                  </a:lnTo>
                  <a:lnTo>
                    <a:pt x="3235972" y="388658"/>
                  </a:lnTo>
                  <a:lnTo>
                    <a:pt x="3235972" y="374497"/>
                  </a:lnTo>
                  <a:lnTo>
                    <a:pt x="3235972" y="374065"/>
                  </a:lnTo>
                  <a:lnTo>
                    <a:pt x="3235972" y="129349"/>
                  </a:lnTo>
                  <a:lnTo>
                    <a:pt x="3235972" y="1147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428005" y="4189197"/>
              <a:ext cx="163700" cy="11096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577463" y="3349624"/>
              <a:ext cx="7708265" cy="951230"/>
            </a:xfrm>
            <a:custGeom>
              <a:avLst/>
              <a:gdLst/>
              <a:ahLst/>
              <a:cxnLst/>
              <a:rect l="l" t="t" r="r" b="b"/>
              <a:pathLst>
                <a:path w="7708265" h="951229">
                  <a:moveTo>
                    <a:pt x="639445" y="90551"/>
                  </a:moveTo>
                  <a:lnTo>
                    <a:pt x="548894" y="0"/>
                  </a:lnTo>
                  <a:lnTo>
                    <a:pt x="0" y="0"/>
                  </a:lnTo>
                  <a:lnTo>
                    <a:pt x="0" y="452882"/>
                  </a:lnTo>
                  <a:lnTo>
                    <a:pt x="90678" y="543560"/>
                  </a:lnTo>
                  <a:lnTo>
                    <a:pt x="639445" y="543560"/>
                  </a:lnTo>
                  <a:lnTo>
                    <a:pt x="639445" y="90551"/>
                  </a:lnTo>
                  <a:close/>
                </a:path>
                <a:path w="7708265" h="951229">
                  <a:moveTo>
                    <a:pt x="7708036" y="704519"/>
                  </a:moveTo>
                  <a:lnTo>
                    <a:pt x="7702321" y="698842"/>
                  </a:lnTo>
                  <a:lnTo>
                    <a:pt x="7697698" y="698842"/>
                  </a:lnTo>
                  <a:lnTo>
                    <a:pt x="7665479" y="730872"/>
                  </a:lnTo>
                  <a:lnTo>
                    <a:pt x="7653807" y="758469"/>
                  </a:lnTo>
                  <a:lnTo>
                    <a:pt x="7653807" y="947648"/>
                  </a:lnTo>
                  <a:lnTo>
                    <a:pt x="7657084" y="950912"/>
                  </a:lnTo>
                  <a:lnTo>
                    <a:pt x="7661148" y="950912"/>
                  </a:lnTo>
                  <a:lnTo>
                    <a:pt x="7665199" y="950912"/>
                  </a:lnTo>
                  <a:lnTo>
                    <a:pt x="7668488" y="947648"/>
                  </a:lnTo>
                  <a:lnTo>
                    <a:pt x="7668565" y="752017"/>
                  </a:lnTo>
                  <a:lnTo>
                    <a:pt x="7671206" y="745845"/>
                  </a:lnTo>
                  <a:lnTo>
                    <a:pt x="7708036" y="709117"/>
                  </a:lnTo>
                  <a:lnTo>
                    <a:pt x="7708036" y="7045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77462" y="3349625"/>
              <a:ext cx="639445" cy="543560"/>
            </a:xfrm>
            <a:custGeom>
              <a:avLst/>
              <a:gdLst/>
              <a:ahLst/>
              <a:cxnLst/>
              <a:rect l="l" t="t" r="r" b="b"/>
              <a:pathLst>
                <a:path w="639445" h="543560">
                  <a:moveTo>
                    <a:pt x="0" y="0"/>
                  </a:moveTo>
                  <a:lnTo>
                    <a:pt x="548894" y="0"/>
                  </a:lnTo>
                  <a:lnTo>
                    <a:pt x="639445" y="90550"/>
                  </a:lnTo>
                  <a:lnTo>
                    <a:pt x="639445" y="543560"/>
                  </a:lnTo>
                  <a:lnTo>
                    <a:pt x="90677" y="543560"/>
                  </a:lnTo>
                  <a:lnTo>
                    <a:pt x="0" y="4528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03902" y="3363722"/>
              <a:ext cx="945515" cy="535940"/>
            </a:xfrm>
            <a:custGeom>
              <a:avLst/>
              <a:gdLst/>
              <a:ahLst/>
              <a:cxnLst/>
              <a:rect l="l" t="t" r="r" b="b"/>
              <a:pathLst>
                <a:path w="945514" h="535939">
                  <a:moveTo>
                    <a:pt x="856234" y="0"/>
                  </a:moveTo>
                  <a:lnTo>
                    <a:pt x="0" y="0"/>
                  </a:lnTo>
                  <a:lnTo>
                    <a:pt x="0" y="446277"/>
                  </a:lnTo>
                  <a:lnTo>
                    <a:pt x="89154" y="535558"/>
                  </a:lnTo>
                  <a:lnTo>
                    <a:pt x="945514" y="535558"/>
                  </a:lnTo>
                  <a:lnTo>
                    <a:pt x="945514" y="89280"/>
                  </a:lnTo>
                  <a:lnTo>
                    <a:pt x="8562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03902" y="3363722"/>
              <a:ext cx="945515" cy="535940"/>
            </a:xfrm>
            <a:custGeom>
              <a:avLst/>
              <a:gdLst/>
              <a:ahLst/>
              <a:cxnLst/>
              <a:rect l="l" t="t" r="r" b="b"/>
              <a:pathLst>
                <a:path w="945514" h="535939">
                  <a:moveTo>
                    <a:pt x="0" y="0"/>
                  </a:moveTo>
                  <a:lnTo>
                    <a:pt x="856234" y="0"/>
                  </a:lnTo>
                  <a:lnTo>
                    <a:pt x="945514" y="89280"/>
                  </a:lnTo>
                  <a:lnTo>
                    <a:pt x="945514" y="535558"/>
                  </a:lnTo>
                  <a:lnTo>
                    <a:pt x="89154" y="535558"/>
                  </a:lnTo>
                  <a:lnTo>
                    <a:pt x="0" y="44627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444110" y="3413886"/>
            <a:ext cx="6648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Extractor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40" dirty="0">
                <a:latin typeface="Arial"/>
                <a:cs typeface="Arial"/>
              </a:rPr>
              <a:t>FactoryTalk® </a:t>
            </a:r>
            <a:r>
              <a:rPr sz="900" spc="-10" dirty="0">
                <a:latin typeface="Arial"/>
                <a:cs typeface="Arial"/>
              </a:rPr>
              <a:t>Historian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31523" y="3356673"/>
            <a:ext cx="717550" cy="553085"/>
            <a:chOff x="5331523" y="3356673"/>
            <a:chExt cx="717550" cy="553085"/>
          </a:xfrm>
        </p:grpSpPr>
        <p:sp>
          <p:nvSpPr>
            <p:cNvPr id="58" name="object 58"/>
            <p:cNvSpPr/>
            <p:nvPr/>
          </p:nvSpPr>
          <p:spPr>
            <a:xfrm>
              <a:off x="5336285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617219" y="0"/>
                  </a:moveTo>
                  <a:lnTo>
                    <a:pt x="0" y="0"/>
                  </a:lnTo>
                  <a:lnTo>
                    <a:pt x="0" y="453008"/>
                  </a:lnTo>
                  <a:lnTo>
                    <a:pt x="90550" y="543559"/>
                  </a:lnTo>
                  <a:lnTo>
                    <a:pt x="707771" y="543559"/>
                  </a:lnTo>
                  <a:lnTo>
                    <a:pt x="707771" y="90677"/>
                  </a:lnTo>
                  <a:lnTo>
                    <a:pt x="617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36285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0" y="0"/>
                  </a:moveTo>
                  <a:lnTo>
                    <a:pt x="617219" y="0"/>
                  </a:lnTo>
                  <a:lnTo>
                    <a:pt x="707771" y="90677"/>
                  </a:lnTo>
                  <a:lnTo>
                    <a:pt x="707771" y="543559"/>
                  </a:lnTo>
                  <a:lnTo>
                    <a:pt x="90550" y="543559"/>
                  </a:lnTo>
                  <a:lnTo>
                    <a:pt x="0" y="45300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444109" y="3483686"/>
            <a:ext cx="494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Extractor</a:t>
            </a:r>
            <a:endParaRPr sz="900">
              <a:latin typeface="Arial"/>
              <a:cs typeface="Arial"/>
            </a:endParaRPr>
          </a:p>
          <a:p>
            <a:pPr marL="74930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SQL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397688" y="3344862"/>
            <a:ext cx="1681480" cy="559435"/>
            <a:chOff x="6397688" y="3344862"/>
            <a:chExt cx="1681480" cy="559435"/>
          </a:xfrm>
        </p:grpSpPr>
        <p:sp>
          <p:nvSpPr>
            <p:cNvPr id="62" name="object 62"/>
            <p:cNvSpPr/>
            <p:nvPr/>
          </p:nvSpPr>
          <p:spPr>
            <a:xfrm>
              <a:off x="6402451" y="3349625"/>
              <a:ext cx="639445" cy="543560"/>
            </a:xfrm>
            <a:custGeom>
              <a:avLst/>
              <a:gdLst/>
              <a:ahLst/>
              <a:cxnLst/>
              <a:rect l="l" t="t" r="r" b="b"/>
              <a:pathLst>
                <a:path w="639445" h="543560">
                  <a:moveTo>
                    <a:pt x="548894" y="0"/>
                  </a:moveTo>
                  <a:lnTo>
                    <a:pt x="0" y="0"/>
                  </a:lnTo>
                  <a:lnTo>
                    <a:pt x="0" y="452881"/>
                  </a:lnTo>
                  <a:lnTo>
                    <a:pt x="90677" y="543560"/>
                  </a:lnTo>
                  <a:lnTo>
                    <a:pt x="639445" y="543560"/>
                  </a:lnTo>
                  <a:lnTo>
                    <a:pt x="639445" y="90550"/>
                  </a:lnTo>
                  <a:lnTo>
                    <a:pt x="5488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402451" y="3349625"/>
              <a:ext cx="639445" cy="543560"/>
            </a:xfrm>
            <a:custGeom>
              <a:avLst/>
              <a:gdLst/>
              <a:ahLst/>
              <a:cxnLst/>
              <a:rect l="l" t="t" r="r" b="b"/>
              <a:pathLst>
                <a:path w="639445" h="543560">
                  <a:moveTo>
                    <a:pt x="0" y="0"/>
                  </a:moveTo>
                  <a:lnTo>
                    <a:pt x="548894" y="0"/>
                  </a:lnTo>
                  <a:lnTo>
                    <a:pt x="639445" y="90550"/>
                  </a:lnTo>
                  <a:lnTo>
                    <a:pt x="639445" y="543560"/>
                  </a:lnTo>
                  <a:lnTo>
                    <a:pt x="90677" y="543560"/>
                  </a:lnTo>
                  <a:lnTo>
                    <a:pt x="0" y="4528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28764" y="3363722"/>
              <a:ext cx="946150" cy="535940"/>
            </a:xfrm>
            <a:custGeom>
              <a:avLst/>
              <a:gdLst/>
              <a:ahLst/>
              <a:cxnLst/>
              <a:rect l="l" t="t" r="r" b="b"/>
              <a:pathLst>
                <a:path w="946150" h="535939">
                  <a:moveTo>
                    <a:pt x="856360" y="0"/>
                  </a:moveTo>
                  <a:lnTo>
                    <a:pt x="0" y="0"/>
                  </a:lnTo>
                  <a:lnTo>
                    <a:pt x="0" y="446277"/>
                  </a:lnTo>
                  <a:lnTo>
                    <a:pt x="89280" y="535558"/>
                  </a:lnTo>
                  <a:lnTo>
                    <a:pt x="945641" y="535558"/>
                  </a:lnTo>
                  <a:lnTo>
                    <a:pt x="945641" y="89280"/>
                  </a:lnTo>
                  <a:lnTo>
                    <a:pt x="856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28764" y="3363722"/>
              <a:ext cx="946150" cy="535940"/>
            </a:xfrm>
            <a:custGeom>
              <a:avLst/>
              <a:gdLst/>
              <a:ahLst/>
              <a:cxnLst/>
              <a:rect l="l" t="t" r="r" b="b"/>
              <a:pathLst>
                <a:path w="946150" h="535939">
                  <a:moveTo>
                    <a:pt x="0" y="0"/>
                  </a:moveTo>
                  <a:lnTo>
                    <a:pt x="856360" y="0"/>
                  </a:lnTo>
                  <a:lnTo>
                    <a:pt x="945641" y="89280"/>
                  </a:lnTo>
                  <a:lnTo>
                    <a:pt x="945641" y="535558"/>
                  </a:lnTo>
                  <a:lnTo>
                    <a:pt x="89280" y="535558"/>
                  </a:lnTo>
                  <a:lnTo>
                    <a:pt x="0" y="44627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282942" y="3482467"/>
            <a:ext cx="640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Extractor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Historian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156511" y="3356673"/>
            <a:ext cx="717550" cy="553085"/>
            <a:chOff x="8156511" y="3356673"/>
            <a:chExt cx="717550" cy="553085"/>
          </a:xfrm>
        </p:grpSpPr>
        <p:sp>
          <p:nvSpPr>
            <p:cNvPr id="68" name="object 68"/>
            <p:cNvSpPr/>
            <p:nvPr/>
          </p:nvSpPr>
          <p:spPr>
            <a:xfrm>
              <a:off x="8161273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617220" y="0"/>
                  </a:moveTo>
                  <a:lnTo>
                    <a:pt x="0" y="0"/>
                  </a:lnTo>
                  <a:lnTo>
                    <a:pt x="0" y="453008"/>
                  </a:lnTo>
                  <a:lnTo>
                    <a:pt x="90550" y="543559"/>
                  </a:lnTo>
                  <a:lnTo>
                    <a:pt x="707771" y="543559"/>
                  </a:lnTo>
                  <a:lnTo>
                    <a:pt x="707771" y="90677"/>
                  </a:lnTo>
                  <a:lnTo>
                    <a:pt x="617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61273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0" y="0"/>
                  </a:moveTo>
                  <a:lnTo>
                    <a:pt x="617220" y="0"/>
                  </a:lnTo>
                  <a:lnTo>
                    <a:pt x="707771" y="90677"/>
                  </a:lnTo>
                  <a:lnTo>
                    <a:pt x="707771" y="543559"/>
                  </a:lnTo>
                  <a:lnTo>
                    <a:pt x="90550" y="543559"/>
                  </a:lnTo>
                  <a:lnTo>
                    <a:pt x="0" y="45300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241918" y="3483686"/>
            <a:ext cx="546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Extractor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14" dirty="0">
                <a:latin typeface="Arial"/>
                <a:cs typeface="Arial"/>
              </a:rPr>
              <a:t>OPC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243250" y="3344862"/>
            <a:ext cx="1681480" cy="559435"/>
            <a:chOff x="9243250" y="3344862"/>
            <a:chExt cx="1681480" cy="559435"/>
          </a:xfrm>
        </p:grpSpPr>
        <p:sp>
          <p:nvSpPr>
            <p:cNvPr id="72" name="object 72"/>
            <p:cNvSpPr/>
            <p:nvPr/>
          </p:nvSpPr>
          <p:spPr>
            <a:xfrm>
              <a:off x="9248013" y="3349625"/>
              <a:ext cx="639445" cy="543560"/>
            </a:xfrm>
            <a:custGeom>
              <a:avLst/>
              <a:gdLst/>
              <a:ahLst/>
              <a:cxnLst/>
              <a:rect l="l" t="t" r="r" b="b"/>
              <a:pathLst>
                <a:path w="639445" h="543560">
                  <a:moveTo>
                    <a:pt x="548766" y="0"/>
                  </a:moveTo>
                  <a:lnTo>
                    <a:pt x="0" y="0"/>
                  </a:lnTo>
                  <a:lnTo>
                    <a:pt x="0" y="452881"/>
                  </a:lnTo>
                  <a:lnTo>
                    <a:pt x="90550" y="543560"/>
                  </a:lnTo>
                  <a:lnTo>
                    <a:pt x="639444" y="543560"/>
                  </a:lnTo>
                  <a:lnTo>
                    <a:pt x="639444" y="90550"/>
                  </a:lnTo>
                  <a:lnTo>
                    <a:pt x="5487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248013" y="3349625"/>
              <a:ext cx="639445" cy="543560"/>
            </a:xfrm>
            <a:custGeom>
              <a:avLst/>
              <a:gdLst/>
              <a:ahLst/>
              <a:cxnLst/>
              <a:rect l="l" t="t" r="r" b="b"/>
              <a:pathLst>
                <a:path w="639445" h="543560">
                  <a:moveTo>
                    <a:pt x="0" y="0"/>
                  </a:moveTo>
                  <a:lnTo>
                    <a:pt x="548766" y="0"/>
                  </a:lnTo>
                  <a:lnTo>
                    <a:pt x="639444" y="90550"/>
                  </a:lnTo>
                  <a:lnTo>
                    <a:pt x="639444" y="543560"/>
                  </a:lnTo>
                  <a:lnTo>
                    <a:pt x="90550" y="543560"/>
                  </a:lnTo>
                  <a:lnTo>
                    <a:pt x="0" y="4528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974326" y="3363722"/>
              <a:ext cx="945515" cy="535940"/>
            </a:xfrm>
            <a:custGeom>
              <a:avLst/>
              <a:gdLst/>
              <a:ahLst/>
              <a:cxnLst/>
              <a:rect l="l" t="t" r="r" b="b"/>
              <a:pathLst>
                <a:path w="945515" h="535939">
                  <a:moveTo>
                    <a:pt x="856233" y="0"/>
                  </a:moveTo>
                  <a:lnTo>
                    <a:pt x="0" y="0"/>
                  </a:lnTo>
                  <a:lnTo>
                    <a:pt x="0" y="446277"/>
                  </a:lnTo>
                  <a:lnTo>
                    <a:pt x="89280" y="535558"/>
                  </a:lnTo>
                  <a:lnTo>
                    <a:pt x="945515" y="535558"/>
                  </a:lnTo>
                  <a:lnTo>
                    <a:pt x="945515" y="89280"/>
                  </a:lnTo>
                  <a:lnTo>
                    <a:pt x="8562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974326" y="3363722"/>
              <a:ext cx="945515" cy="535940"/>
            </a:xfrm>
            <a:custGeom>
              <a:avLst/>
              <a:gdLst/>
              <a:ahLst/>
              <a:cxnLst/>
              <a:rect l="l" t="t" r="r" b="b"/>
              <a:pathLst>
                <a:path w="945515" h="535939">
                  <a:moveTo>
                    <a:pt x="0" y="0"/>
                  </a:moveTo>
                  <a:lnTo>
                    <a:pt x="856233" y="0"/>
                  </a:lnTo>
                  <a:lnTo>
                    <a:pt x="945515" y="89280"/>
                  </a:lnTo>
                  <a:lnTo>
                    <a:pt x="945515" y="535558"/>
                  </a:lnTo>
                  <a:lnTo>
                    <a:pt x="89280" y="535558"/>
                  </a:lnTo>
                  <a:lnTo>
                    <a:pt x="0" y="44627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0128884" y="3482467"/>
            <a:ext cx="640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marR="5080" indent="-4127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Extractor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KEPServer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1001946" y="3356673"/>
            <a:ext cx="717550" cy="553085"/>
            <a:chOff x="11001946" y="3356673"/>
            <a:chExt cx="717550" cy="553085"/>
          </a:xfrm>
        </p:grpSpPr>
        <p:sp>
          <p:nvSpPr>
            <p:cNvPr id="78" name="object 78"/>
            <p:cNvSpPr/>
            <p:nvPr/>
          </p:nvSpPr>
          <p:spPr>
            <a:xfrm>
              <a:off x="11006708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617347" y="0"/>
                  </a:moveTo>
                  <a:lnTo>
                    <a:pt x="0" y="0"/>
                  </a:lnTo>
                  <a:lnTo>
                    <a:pt x="0" y="453008"/>
                  </a:lnTo>
                  <a:lnTo>
                    <a:pt x="90677" y="543559"/>
                  </a:lnTo>
                  <a:lnTo>
                    <a:pt x="707898" y="543559"/>
                  </a:lnTo>
                  <a:lnTo>
                    <a:pt x="707898" y="90677"/>
                  </a:lnTo>
                  <a:lnTo>
                    <a:pt x="617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006708" y="3361435"/>
              <a:ext cx="708025" cy="543560"/>
            </a:xfrm>
            <a:custGeom>
              <a:avLst/>
              <a:gdLst/>
              <a:ahLst/>
              <a:cxnLst/>
              <a:rect l="l" t="t" r="r" b="b"/>
              <a:pathLst>
                <a:path w="708025" h="543560">
                  <a:moveTo>
                    <a:pt x="0" y="0"/>
                  </a:moveTo>
                  <a:lnTo>
                    <a:pt x="617347" y="0"/>
                  </a:lnTo>
                  <a:lnTo>
                    <a:pt x="707898" y="90677"/>
                  </a:lnTo>
                  <a:lnTo>
                    <a:pt x="707898" y="543559"/>
                  </a:lnTo>
                  <a:lnTo>
                    <a:pt x="90677" y="543559"/>
                  </a:lnTo>
                  <a:lnTo>
                    <a:pt x="0" y="4530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1115293" y="3483686"/>
            <a:ext cx="494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Extractor</a:t>
            </a:r>
            <a:endParaRPr sz="9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MQTT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04050" y="1371600"/>
            <a:ext cx="11155680" cy="4678680"/>
            <a:chOff x="504050" y="1371600"/>
            <a:chExt cx="11155680" cy="4678680"/>
          </a:xfrm>
        </p:grpSpPr>
        <p:sp>
          <p:nvSpPr>
            <p:cNvPr id="82" name="object 82"/>
            <p:cNvSpPr/>
            <p:nvPr/>
          </p:nvSpPr>
          <p:spPr>
            <a:xfrm>
              <a:off x="3693323" y="4840196"/>
              <a:ext cx="423545" cy="189865"/>
            </a:xfrm>
            <a:custGeom>
              <a:avLst/>
              <a:gdLst/>
              <a:ahLst/>
              <a:cxnLst/>
              <a:rect l="l" t="t" r="r" b="b"/>
              <a:pathLst>
                <a:path w="423545" h="189864">
                  <a:moveTo>
                    <a:pt x="215934" y="170379"/>
                  </a:moveTo>
                  <a:lnTo>
                    <a:pt x="203275" y="170379"/>
                  </a:lnTo>
                  <a:lnTo>
                    <a:pt x="203275" y="189310"/>
                  </a:lnTo>
                  <a:lnTo>
                    <a:pt x="254949" y="189310"/>
                  </a:lnTo>
                  <a:lnTo>
                    <a:pt x="254948" y="176311"/>
                  </a:lnTo>
                  <a:lnTo>
                    <a:pt x="215934" y="176311"/>
                  </a:lnTo>
                  <a:lnTo>
                    <a:pt x="215934" y="170379"/>
                  </a:lnTo>
                  <a:close/>
                </a:path>
                <a:path w="423545" h="189864">
                  <a:moveTo>
                    <a:pt x="291057" y="170379"/>
                  </a:moveTo>
                  <a:lnTo>
                    <a:pt x="278397" y="170379"/>
                  </a:lnTo>
                  <a:lnTo>
                    <a:pt x="278397" y="189310"/>
                  </a:lnTo>
                  <a:lnTo>
                    <a:pt x="330071" y="189310"/>
                  </a:lnTo>
                  <a:lnTo>
                    <a:pt x="330071" y="176311"/>
                  </a:lnTo>
                  <a:lnTo>
                    <a:pt x="291057" y="176311"/>
                  </a:lnTo>
                  <a:lnTo>
                    <a:pt x="291057" y="170379"/>
                  </a:lnTo>
                  <a:close/>
                </a:path>
                <a:path w="423545" h="189864">
                  <a:moveTo>
                    <a:pt x="366180" y="170379"/>
                  </a:moveTo>
                  <a:lnTo>
                    <a:pt x="353645" y="170379"/>
                  </a:lnTo>
                  <a:lnTo>
                    <a:pt x="353645" y="189310"/>
                  </a:lnTo>
                  <a:lnTo>
                    <a:pt x="405319" y="189310"/>
                  </a:lnTo>
                  <a:lnTo>
                    <a:pt x="405319" y="176311"/>
                  </a:lnTo>
                  <a:lnTo>
                    <a:pt x="366180" y="176311"/>
                  </a:lnTo>
                  <a:lnTo>
                    <a:pt x="366180" y="170379"/>
                  </a:lnTo>
                  <a:close/>
                </a:path>
                <a:path w="423545" h="189864">
                  <a:moveTo>
                    <a:pt x="254948" y="170379"/>
                  </a:moveTo>
                  <a:lnTo>
                    <a:pt x="241774" y="170379"/>
                  </a:lnTo>
                  <a:lnTo>
                    <a:pt x="241774" y="176311"/>
                  </a:lnTo>
                  <a:lnTo>
                    <a:pt x="254948" y="176311"/>
                  </a:lnTo>
                  <a:lnTo>
                    <a:pt x="254948" y="170379"/>
                  </a:lnTo>
                  <a:close/>
                </a:path>
                <a:path w="423545" h="189864">
                  <a:moveTo>
                    <a:pt x="330071" y="170379"/>
                  </a:moveTo>
                  <a:lnTo>
                    <a:pt x="316891" y="170379"/>
                  </a:lnTo>
                  <a:lnTo>
                    <a:pt x="316891" y="176311"/>
                  </a:lnTo>
                  <a:lnTo>
                    <a:pt x="330071" y="176311"/>
                  </a:lnTo>
                  <a:lnTo>
                    <a:pt x="330071" y="170379"/>
                  </a:lnTo>
                  <a:close/>
                </a:path>
                <a:path w="423545" h="189864">
                  <a:moveTo>
                    <a:pt x="405319" y="170379"/>
                  </a:moveTo>
                  <a:lnTo>
                    <a:pt x="392014" y="170379"/>
                  </a:lnTo>
                  <a:lnTo>
                    <a:pt x="392014" y="176311"/>
                  </a:lnTo>
                  <a:lnTo>
                    <a:pt x="405319" y="176311"/>
                  </a:lnTo>
                  <a:lnTo>
                    <a:pt x="405319" y="170379"/>
                  </a:lnTo>
                  <a:close/>
                </a:path>
                <a:path w="423545" h="189864">
                  <a:moveTo>
                    <a:pt x="0" y="7447"/>
                  </a:moveTo>
                  <a:lnTo>
                    <a:pt x="0" y="170379"/>
                  </a:lnTo>
                  <a:lnTo>
                    <a:pt x="423150" y="170379"/>
                  </a:lnTo>
                  <a:lnTo>
                    <a:pt x="423150" y="157758"/>
                  </a:lnTo>
                  <a:lnTo>
                    <a:pt x="12919" y="157758"/>
                  </a:lnTo>
                  <a:lnTo>
                    <a:pt x="12918" y="116680"/>
                  </a:lnTo>
                  <a:lnTo>
                    <a:pt x="423150" y="116680"/>
                  </a:lnTo>
                  <a:lnTo>
                    <a:pt x="423150" y="104058"/>
                  </a:lnTo>
                  <a:lnTo>
                    <a:pt x="12918" y="104058"/>
                  </a:lnTo>
                  <a:lnTo>
                    <a:pt x="12918" y="64052"/>
                  </a:lnTo>
                  <a:lnTo>
                    <a:pt x="58131" y="64052"/>
                  </a:lnTo>
                  <a:lnTo>
                    <a:pt x="47411" y="53766"/>
                  </a:lnTo>
                  <a:lnTo>
                    <a:pt x="45887" y="52272"/>
                  </a:lnTo>
                  <a:lnTo>
                    <a:pt x="43819" y="51430"/>
                  </a:lnTo>
                  <a:lnTo>
                    <a:pt x="12918" y="51430"/>
                  </a:lnTo>
                  <a:lnTo>
                    <a:pt x="12929" y="21361"/>
                  </a:lnTo>
                  <a:lnTo>
                    <a:pt x="11975" y="19094"/>
                  </a:lnTo>
                  <a:lnTo>
                    <a:pt x="10270" y="17415"/>
                  </a:lnTo>
                  <a:lnTo>
                    <a:pt x="0" y="7447"/>
                  </a:lnTo>
                  <a:close/>
                </a:path>
                <a:path w="423545" h="189864">
                  <a:moveTo>
                    <a:pt x="179050" y="116680"/>
                  </a:moveTo>
                  <a:lnTo>
                    <a:pt x="166006" y="116680"/>
                  </a:lnTo>
                  <a:lnTo>
                    <a:pt x="166006" y="157758"/>
                  </a:lnTo>
                  <a:lnTo>
                    <a:pt x="179050" y="157758"/>
                  </a:lnTo>
                  <a:lnTo>
                    <a:pt x="179050" y="116680"/>
                  </a:lnTo>
                  <a:close/>
                </a:path>
                <a:path w="423545" h="189864">
                  <a:moveTo>
                    <a:pt x="216319" y="116680"/>
                  </a:moveTo>
                  <a:lnTo>
                    <a:pt x="203274" y="116680"/>
                  </a:lnTo>
                  <a:lnTo>
                    <a:pt x="203275" y="157758"/>
                  </a:lnTo>
                  <a:lnTo>
                    <a:pt x="216319" y="157758"/>
                  </a:lnTo>
                  <a:lnTo>
                    <a:pt x="216319" y="116680"/>
                  </a:lnTo>
                  <a:close/>
                </a:path>
                <a:path w="423545" h="189864">
                  <a:moveTo>
                    <a:pt x="253593" y="116680"/>
                  </a:moveTo>
                  <a:lnTo>
                    <a:pt x="240543" y="116680"/>
                  </a:lnTo>
                  <a:lnTo>
                    <a:pt x="240543" y="157758"/>
                  </a:lnTo>
                  <a:lnTo>
                    <a:pt x="253593" y="157758"/>
                  </a:lnTo>
                  <a:lnTo>
                    <a:pt x="253593" y="116680"/>
                  </a:lnTo>
                  <a:close/>
                </a:path>
                <a:path w="423545" h="189864">
                  <a:moveTo>
                    <a:pt x="290666" y="116680"/>
                  </a:moveTo>
                  <a:lnTo>
                    <a:pt x="277752" y="116680"/>
                  </a:lnTo>
                  <a:lnTo>
                    <a:pt x="277752" y="157758"/>
                  </a:lnTo>
                  <a:lnTo>
                    <a:pt x="290666" y="157758"/>
                  </a:lnTo>
                  <a:lnTo>
                    <a:pt x="290666" y="116680"/>
                  </a:lnTo>
                  <a:close/>
                </a:path>
                <a:path w="423545" h="189864">
                  <a:moveTo>
                    <a:pt x="328065" y="116680"/>
                  </a:moveTo>
                  <a:lnTo>
                    <a:pt x="315021" y="116680"/>
                  </a:lnTo>
                  <a:lnTo>
                    <a:pt x="315021" y="157758"/>
                  </a:lnTo>
                  <a:lnTo>
                    <a:pt x="328065" y="157758"/>
                  </a:lnTo>
                  <a:lnTo>
                    <a:pt x="328065" y="116680"/>
                  </a:lnTo>
                  <a:close/>
                </a:path>
                <a:path w="423545" h="189864">
                  <a:moveTo>
                    <a:pt x="365209" y="116680"/>
                  </a:moveTo>
                  <a:lnTo>
                    <a:pt x="352289" y="116680"/>
                  </a:lnTo>
                  <a:lnTo>
                    <a:pt x="352289" y="157758"/>
                  </a:lnTo>
                  <a:lnTo>
                    <a:pt x="365339" y="157758"/>
                  </a:lnTo>
                  <a:lnTo>
                    <a:pt x="365209" y="116680"/>
                  </a:lnTo>
                  <a:close/>
                </a:path>
                <a:path w="423545" h="189864">
                  <a:moveTo>
                    <a:pt x="423150" y="116680"/>
                  </a:moveTo>
                  <a:lnTo>
                    <a:pt x="409840" y="116680"/>
                  </a:lnTo>
                  <a:lnTo>
                    <a:pt x="409840" y="157758"/>
                  </a:lnTo>
                  <a:lnTo>
                    <a:pt x="423150" y="157758"/>
                  </a:lnTo>
                  <a:lnTo>
                    <a:pt x="423150" y="116680"/>
                  </a:lnTo>
                  <a:close/>
                </a:path>
                <a:path w="423545" h="189864">
                  <a:moveTo>
                    <a:pt x="176161" y="78814"/>
                  </a:moveTo>
                  <a:lnTo>
                    <a:pt x="169026" y="78814"/>
                  </a:lnTo>
                  <a:lnTo>
                    <a:pt x="166131" y="81642"/>
                  </a:lnTo>
                  <a:lnTo>
                    <a:pt x="166131" y="104058"/>
                  </a:lnTo>
                  <a:lnTo>
                    <a:pt x="179050" y="104058"/>
                  </a:lnTo>
                  <a:lnTo>
                    <a:pt x="179050" y="81642"/>
                  </a:lnTo>
                  <a:lnTo>
                    <a:pt x="176161" y="78814"/>
                  </a:lnTo>
                  <a:close/>
                </a:path>
                <a:path w="423545" h="189864">
                  <a:moveTo>
                    <a:pt x="213429" y="78814"/>
                  </a:moveTo>
                  <a:lnTo>
                    <a:pt x="206294" y="78814"/>
                  </a:lnTo>
                  <a:lnTo>
                    <a:pt x="203404" y="81642"/>
                  </a:lnTo>
                  <a:lnTo>
                    <a:pt x="203405" y="104058"/>
                  </a:lnTo>
                  <a:lnTo>
                    <a:pt x="216319" y="104058"/>
                  </a:lnTo>
                  <a:lnTo>
                    <a:pt x="216319" y="81642"/>
                  </a:lnTo>
                  <a:lnTo>
                    <a:pt x="213429" y="78814"/>
                  </a:lnTo>
                  <a:close/>
                </a:path>
                <a:path w="423545" h="189864">
                  <a:moveTo>
                    <a:pt x="250698" y="78814"/>
                  </a:moveTo>
                  <a:lnTo>
                    <a:pt x="243563" y="78814"/>
                  </a:lnTo>
                  <a:lnTo>
                    <a:pt x="240673" y="81642"/>
                  </a:lnTo>
                  <a:lnTo>
                    <a:pt x="240673" y="104058"/>
                  </a:lnTo>
                  <a:lnTo>
                    <a:pt x="253593" y="104058"/>
                  </a:lnTo>
                  <a:lnTo>
                    <a:pt x="253593" y="81642"/>
                  </a:lnTo>
                  <a:lnTo>
                    <a:pt x="250698" y="78814"/>
                  </a:lnTo>
                  <a:close/>
                </a:path>
                <a:path w="423545" h="189864">
                  <a:moveTo>
                    <a:pt x="290666" y="12622"/>
                  </a:moveTo>
                  <a:lnTo>
                    <a:pt x="277752" y="12622"/>
                  </a:lnTo>
                  <a:lnTo>
                    <a:pt x="277752" y="104058"/>
                  </a:lnTo>
                  <a:lnTo>
                    <a:pt x="290666" y="104058"/>
                  </a:lnTo>
                  <a:lnTo>
                    <a:pt x="290666" y="64052"/>
                  </a:lnTo>
                  <a:lnTo>
                    <a:pt x="423150" y="64052"/>
                  </a:lnTo>
                  <a:lnTo>
                    <a:pt x="423150" y="51430"/>
                  </a:lnTo>
                  <a:lnTo>
                    <a:pt x="290666" y="51430"/>
                  </a:lnTo>
                  <a:lnTo>
                    <a:pt x="290666" y="12622"/>
                  </a:lnTo>
                  <a:close/>
                </a:path>
                <a:path w="423545" h="189864">
                  <a:moveTo>
                    <a:pt x="327940" y="64052"/>
                  </a:moveTo>
                  <a:lnTo>
                    <a:pt x="315020" y="64052"/>
                  </a:lnTo>
                  <a:lnTo>
                    <a:pt x="315020" y="104058"/>
                  </a:lnTo>
                  <a:lnTo>
                    <a:pt x="328065" y="104058"/>
                  </a:lnTo>
                  <a:lnTo>
                    <a:pt x="327940" y="64052"/>
                  </a:lnTo>
                  <a:close/>
                </a:path>
                <a:path w="423545" h="189864">
                  <a:moveTo>
                    <a:pt x="365339" y="64052"/>
                  </a:moveTo>
                  <a:lnTo>
                    <a:pt x="352289" y="64052"/>
                  </a:lnTo>
                  <a:lnTo>
                    <a:pt x="352289" y="104058"/>
                  </a:lnTo>
                  <a:lnTo>
                    <a:pt x="365339" y="104058"/>
                  </a:lnTo>
                  <a:lnTo>
                    <a:pt x="365339" y="64052"/>
                  </a:lnTo>
                  <a:close/>
                </a:path>
                <a:path w="423545" h="189864">
                  <a:moveTo>
                    <a:pt x="423150" y="64052"/>
                  </a:moveTo>
                  <a:lnTo>
                    <a:pt x="409970" y="64052"/>
                  </a:lnTo>
                  <a:lnTo>
                    <a:pt x="409922" y="78814"/>
                  </a:lnTo>
                  <a:lnTo>
                    <a:pt x="409840" y="104058"/>
                  </a:lnTo>
                  <a:lnTo>
                    <a:pt x="423150" y="104058"/>
                  </a:lnTo>
                  <a:lnTo>
                    <a:pt x="423150" y="64052"/>
                  </a:lnTo>
                  <a:close/>
                </a:path>
                <a:path w="423545" h="189864">
                  <a:moveTo>
                    <a:pt x="327940" y="12622"/>
                  </a:moveTo>
                  <a:lnTo>
                    <a:pt x="315020" y="12622"/>
                  </a:lnTo>
                  <a:lnTo>
                    <a:pt x="315020" y="51430"/>
                  </a:lnTo>
                  <a:lnTo>
                    <a:pt x="328065" y="51430"/>
                  </a:lnTo>
                  <a:lnTo>
                    <a:pt x="327940" y="12622"/>
                  </a:lnTo>
                  <a:close/>
                </a:path>
                <a:path w="423545" h="189864">
                  <a:moveTo>
                    <a:pt x="365339" y="12622"/>
                  </a:moveTo>
                  <a:lnTo>
                    <a:pt x="352289" y="12622"/>
                  </a:lnTo>
                  <a:lnTo>
                    <a:pt x="352289" y="51430"/>
                  </a:lnTo>
                  <a:lnTo>
                    <a:pt x="365339" y="51430"/>
                  </a:lnTo>
                  <a:lnTo>
                    <a:pt x="365339" y="12622"/>
                  </a:lnTo>
                  <a:close/>
                </a:path>
                <a:path w="423545" h="189864">
                  <a:moveTo>
                    <a:pt x="423150" y="0"/>
                  </a:moveTo>
                  <a:lnTo>
                    <a:pt x="51673" y="0"/>
                  </a:lnTo>
                  <a:lnTo>
                    <a:pt x="60717" y="8834"/>
                  </a:lnTo>
                  <a:lnTo>
                    <a:pt x="63216" y="11239"/>
                  </a:lnTo>
                  <a:lnTo>
                    <a:pt x="66643" y="12621"/>
                  </a:lnTo>
                  <a:lnTo>
                    <a:pt x="409970" y="12622"/>
                  </a:lnTo>
                  <a:lnTo>
                    <a:pt x="409970" y="51430"/>
                  </a:lnTo>
                  <a:lnTo>
                    <a:pt x="423150" y="51430"/>
                  </a:lnTo>
                  <a:lnTo>
                    <a:pt x="423150" y="0"/>
                  </a:lnTo>
                  <a:close/>
                </a:path>
                <a:path w="423545" h="189864">
                  <a:moveTo>
                    <a:pt x="179050" y="12621"/>
                  </a:moveTo>
                  <a:lnTo>
                    <a:pt x="166130" y="12621"/>
                  </a:lnTo>
                  <a:lnTo>
                    <a:pt x="166130" y="35037"/>
                  </a:lnTo>
                  <a:lnTo>
                    <a:pt x="169026" y="37860"/>
                  </a:lnTo>
                  <a:lnTo>
                    <a:pt x="176161" y="37860"/>
                  </a:lnTo>
                  <a:lnTo>
                    <a:pt x="179050" y="35037"/>
                  </a:lnTo>
                  <a:lnTo>
                    <a:pt x="179050" y="12621"/>
                  </a:lnTo>
                  <a:close/>
                </a:path>
                <a:path w="423545" h="189864">
                  <a:moveTo>
                    <a:pt x="216319" y="12621"/>
                  </a:moveTo>
                  <a:lnTo>
                    <a:pt x="203404" y="12621"/>
                  </a:lnTo>
                  <a:lnTo>
                    <a:pt x="203404" y="35037"/>
                  </a:lnTo>
                  <a:lnTo>
                    <a:pt x="206294" y="37860"/>
                  </a:lnTo>
                  <a:lnTo>
                    <a:pt x="213429" y="37860"/>
                  </a:lnTo>
                  <a:lnTo>
                    <a:pt x="216319" y="35037"/>
                  </a:lnTo>
                  <a:lnTo>
                    <a:pt x="216319" y="12621"/>
                  </a:lnTo>
                  <a:close/>
                </a:path>
                <a:path w="423545" h="189864">
                  <a:moveTo>
                    <a:pt x="253593" y="12622"/>
                  </a:moveTo>
                  <a:lnTo>
                    <a:pt x="240673" y="12622"/>
                  </a:lnTo>
                  <a:lnTo>
                    <a:pt x="240673" y="35037"/>
                  </a:lnTo>
                  <a:lnTo>
                    <a:pt x="243563" y="37860"/>
                  </a:lnTo>
                  <a:lnTo>
                    <a:pt x="250698" y="37860"/>
                  </a:lnTo>
                  <a:lnTo>
                    <a:pt x="253593" y="35037"/>
                  </a:lnTo>
                  <a:lnTo>
                    <a:pt x="253593" y="1262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13903" y="4840022"/>
              <a:ext cx="247093" cy="6444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68570" y="4746497"/>
              <a:ext cx="416051" cy="37338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538419" y="4768951"/>
              <a:ext cx="1334135" cy="331470"/>
            </a:xfrm>
            <a:custGeom>
              <a:avLst/>
              <a:gdLst/>
              <a:ahLst/>
              <a:cxnLst/>
              <a:rect l="l" t="t" r="r" b="b"/>
              <a:pathLst>
                <a:path w="1334134" h="331470">
                  <a:moveTo>
                    <a:pt x="50711" y="293001"/>
                  </a:moveTo>
                  <a:lnTo>
                    <a:pt x="17348" y="258775"/>
                  </a:lnTo>
                  <a:lnTo>
                    <a:pt x="14160" y="255549"/>
                  </a:lnTo>
                  <a:lnTo>
                    <a:pt x="12382" y="251142"/>
                  </a:lnTo>
                  <a:lnTo>
                    <a:pt x="12395" y="135940"/>
                  </a:lnTo>
                  <a:lnTo>
                    <a:pt x="9626" y="133096"/>
                  </a:lnTo>
                  <a:lnTo>
                    <a:pt x="2781" y="133096"/>
                  </a:lnTo>
                  <a:lnTo>
                    <a:pt x="12" y="135940"/>
                  </a:lnTo>
                  <a:lnTo>
                    <a:pt x="0" y="254520"/>
                  </a:lnTo>
                  <a:lnTo>
                    <a:pt x="3098" y="262166"/>
                  </a:lnTo>
                  <a:lnTo>
                    <a:pt x="41998" y="301929"/>
                  </a:lnTo>
                  <a:lnTo>
                    <a:pt x="45897" y="301929"/>
                  </a:lnTo>
                  <a:lnTo>
                    <a:pt x="50711" y="297002"/>
                  </a:lnTo>
                  <a:lnTo>
                    <a:pt x="50711" y="293001"/>
                  </a:lnTo>
                  <a:close/>
                </a:path>
                <a:path w="1334134" h="331470">
                  <a:moveTo>
                    <a:pt x="305358" y="82397"/>
                  </a:moveTo>
                  <a:lnTo>
                    <a:pt x="293573" y="50038"/>
                  </a:lnTo>
                  <a:lnTo>
                    <a:pt x="292976" y="49555"/>
                  </a:lnTo>
                  <a:lnTo>
                    <a:pt x="292976" y="82397"/>
                  </a:lnTo>
                  <a:lnTo>
                    <a:pt x="281813" y="109334"/>
                  </a:lnTo>
                  <a:lnTo>
                    <a:pt x="251548" y="131521"/>
                  </a:lnTo>
                  <a:lnTo>
                    <a:pt x="207048" y="146570"/>
                  </a:lnTo>
                  <a:lnTo>
                    <a:pt x="153149" y="152107"/>
                  </a:lnTo>
                  <a:lnTo>
                    <a:pt x="99326" y="146570"/>
                  </a:lnTo>
                  <a:lnTo>
                    <a:pt x="54813" y="131521"/>
                  </a:lnTo>
                  <a:lnTo>
                    <a:pt x="24511" y="109334"/>
                  </a:lnTo>
                  <a:lnTo>
                    <a:pt x="13322" y="82397"/>
                  </a:lnTo>
                  <a:lnTo>
                    <a:pt x="24511" y="55460"/>
                  </a:lnTo>
                  <a:lnTo>
                    <a:pt x="54813" y="33274"/>
                  </a:lnTo>
                  <a:lnTo>
                    <a:pt x="99326" y="18224"/>
                  </a:lnTo>
                  <a:lnTo>
                    <a:pt x="153149" y="12687"/>
                  </a:lnTo>
                  <a:lnTo>
                    <a:pt x="206971" y="18224"/>
                  </a:lnTo>
                  <a:lnTo>
                    <a:pt x="251485" y="33274"/>
                  </a:lnTo>
                  <a:lnTo>
                    <a:pt x="281787" y="55460"/>
                  </a:lnTo>
                  <a:lnTo>
                    <a:pt x="292976" y="82397"/>
                  </a:lnTo>
                  <a:lnTo>
                    <a:pt x="292976" y="49555"/>
                  </a:lnTo>
                  <a:lnTo>
                    <a:pt x="261251" y="23876"/>
                  </a:lnTo>
                  <a:lnTo>
                    <a:pt x="230327" y="12687"/>
                  </a:lnTo>
                  <a:lnTo>
                    <a:pt x="212928" y="6375"/>
                  </a:lnTo>
                  <a:lnTo>
                    <a:pt x="153149" y="0"/>
                  </a:lnTo>
                  <a:lnTo>
                    <a:pt x="93345" y="6375"/>
                  </a:lnTo>
                  <a:lnTo>
                    <a:pt x="45021" y="23876"/>
                  </a:lnTo>
                  <a:lnTo>
                    <a:pt x="12712" y="50038"/>
                  </a:lnTo>
                  <a:lnTo>
                    <a:pt x="939" y="82397"/>
                  </a:lnTo>
                  <a:lnTo>
                    <a:pt x="12712" y="114795"/>
                  </a:lnTo>
                  <a:lnTo>
                    <a:pt x="45021" y="140944"/>
                  </a:lnTo>
                  <a:lnTo>
                    <a:pt x="93345" y="158419"/>
                  </a:lnTo>
                  <a:lnTo>
                    <a:pt x="153149" y="164795"/>
                  </a:lnTo>
                  <a:lnTo>
                    <a:pt x="198577" y="161188"/>
                  </a:lnTo>
                  <a:lnTo>
                    <a:pt x="234086" y="152107"/>
                  </a:lnTo>
                  <a:lnTo>
                    <a:pt x="238252" y="151053"/>
                  </a:lnTo>
                  <a:lnTo>
                    <a:pt x="270319" y="135432"/>
                  </a:lnTo>
                  <a:lnTo>
                    <a:pt x="292976" y="115354"/>
                  </a:lnTo>
                  <a:lnTo>
                    <a:pt x="292976" y="137985"/>
                  </a:lnTo>
                  <a:lnTo>
                    <a:pt x="281774" y="164795"/>
                  </a:lnTo>
                  <a:lnTo>
                    <a:pt x="251485" y="186982"/>
                  </a:lnTo>
                  <a:lnTo>
                    <a:pt x="206971" y="202107"/>
                  </a:lnTo>
                  <a:lnTo>
                    <a:pt x="153149" y="207695"/>
                  </a:lnTo>
                  <a:lnTo>
                    <a:pt x="119024" y="205549"/>
                  </a:lnTo>
                  <a:lnTo>
                    <a:pt x="87376" y="199339"/>
                  </a:lnTo>
                  <a:lnTo>
                    <a:pt x="59524" y="189382"/>
                  </a:lnTo>
                  <a:lnTo>
                    <a:pt x="36791" y="176009"/>
                  </a:lnTo>
                  <a:lnTo>
                    <a:pt x="34036" y="173939"/>
                  </a:lnTo>
                  <a:lnTo>
                    <a:pt x="30162" y="174561"/>
                  </a:lnTo>
                  <a:lnTo>
                    <a:pt x="28143" y="177380"/>
                  </a:lnTo>
                  <a:lnTo>
                    <a:pt x="26149" y="180225"/>
                  </a:lnTo>
                  <a:lnTo>
                    <a:pt x="26746" y="184162"/>
                  </a:lnTo>
                  <a:lnTo>
                    <a:pt x="83451" y="211124"/>
                  </a:lnTo>
                  <a:lnTo>
                    <a:pt x="153339" y="220116"/>
                  </a:lnTo>
                  <a:lnTo>
                    <a:pt x="198653" y="216611"/>
                  </a:lnTo>
                  <a:lnTo>
                    <a:pt x="233946" y="207695"/>
                  </a:lnTo>
                  <a:lnTo>
                    <a:pt x="238264" y="206603"/>
                  </a:lnTo>
                  <a:lnTo>
                    <a:pt x="270319" y="191096"/>
                  </a:lnTo>
                  <a:lnTo>
                    <a:pt x="292976" y="171132"/>
                  </a:lnTo>
                  <a:lnTo>
                    <a:pt x="292976" y="193179"/>
                  </a:lnTo>
                  <a:lnTo>
                    <a:pt x="281787" y="220116"/>
                  </a:lnTo>
                  <a:lnTo>
                    <a:pt x="251485" y="242303"/>
                  </a:lnTo>
                  <a:lnTo>
                    <a:pt x="206971" y="257352"/>
                  </a:lnTo>
                  <a:lnTo>
                    <a:pt x="153149" y="262902"/>
                  </a:lnTo>
                  <a:lnTo>
                    <a:pt x="119024" y="260743"/>
                  </a:lnTo>
                  <a:lnTo>
                    <a:pt x="87376" y="254520"/>
                  </a:lnTo>
                  <a:lnTo>
                    <a:pt x="59524" y="244551"/>
                  </a:lnTo>
                  <a:lnTo>
                    <a:pt x="36791" y="231216"/>
                  </a:lnTo>
                  <a:lnTo>
                    <a:pt x="34023" y="229146"/>
                  </a:lnTo>
                  <a:lnTo>
                    <a:pt x="30149" y="229768"/>
                  </a:lnTo>
                  <a:lnTo>
                    <a:pt x="26111" y="235445"/>
                  </a:lnTo>
                  <a:lnTo>
                    <a:pt x="26720" y="239407"/>
                  </a:lnTo>
                  <a:lnTo>
                    <a:pt x="29489" y="241477"/>
                  </a:lnTo>
                  <a:lnTo>
                    <a:pt x="53809" y="255739"/>
                  </a:lnTo>
                  <a:lnTo>
                    <a:pt x="83451" y="266395"/>
                  </a:lnTo>
                  <a:lnTo>
                    <a:pt x="117068" y="273075"/>
                  </a:lnTo>
                  <a:lnTo>
                    <a:pt x="153339" y="275386"/>
                  </a:lnTo>
                  <a:lnTo>
                    <a:pt x="198716" y="271792"/>
                  </a:lnTo>
                  <a:lnTo>
                    <a:pt x="233743" y="262902"/>
                  </a:lnTo>
                  <a:lnTo>
                    <a:pt x="238391" y="261721"/>
                  </a:lnTo>
                  <a:lnTo>
                    <a:pt x="270497" y="246164"/>
                  </a:lnTo>
                  <a:lnTo>
                    <a:pt x="293154" y="226136"/>
                  </a:lnTo>
                  <a:lnTo>
                    <a:pt x="293154" y="249085"/>
                  </a:lnTo>
                  <a:lnTo>
                    <a:pt x="281965" y="276021"/>
                  </a:lnTo>
                  <a:lnTo>
                    <a:pt x="251663" y="298196"/>
                  </a:lnTo>
                  <a:lnTo>
                    <a:pt x="207162" y="313258"/>
                  </a:lnTo>
                  <a:lnTo>
                    <a:pt x="153339" y="318795"/>
                  </a:lnTo>
                  <a:lnTo>
                    <a:pt x="132245" y="318109"/>
                  </a:lnTo>
                  <a:lnTo>
                    <a:pt x="112090" y="315658"/>
                  </a:lnTo>
                  <a:lnTo>
                    <a:pt x="111760" y="315658"/>
                  </a:lnTo>
                  <a:lnTo>
                    <a:pt x="90703" y="311175"/>
                  </a:lnTo>
                  <a:lnTo>
                    <a:pt x="70485" y="304977"/>
                  </a:lnTo>
                  <a:lnTo>
                    <a:pt x="67271" y="303745"/>
                  </a:lnTo>
                  <a:lnTo>
                    <a:pt x="63677" y="305396"/>
                  </a:lnTo>
                  <a:lnTo>
                    <a:pt x="61252" y="311975"/>
                  </a:lnTo>
                  <a:lnTo>
                    <a:pt x="62865" y="315658"/>
                  </a:lnTo>
                  <a:lnTo>
                    <a:pt x="66090" y="316903"/>
                  </a:lnTo>
                  <a:lnTo>
                    <a:pt x="87325" y="323430"/>
                  </a:lnTo>
                  <a:lnTo>
                    <a:pt x="109004" y="328053"/>
                  </a:lnTo>
                  <a:lnTo>
                    <a:pt x="130975" y="330733"/>
                  </a:lnTo>
                  <a:lnTo>
                    <a:pt x="153149" y="331470"/>
                  </a:lnTo>
                  <a:lnTo>
                    <a:pt x="212928" y="325094"/>
                  </a:lnTo>
                  <a:lnTo>
                    <a:pt x="230327" y="318795"/>
                  </a:lnTo>
                  <a:lnTo>
                    <a:pt x="261251" y="307606"/>
                  </a:lnTo>
                  <a:lnTo>
                    <a:pt x="293573" y="281444"/>
                  </a:lnTo>
                  <a:lnTo>
                    <a:pt x="305358" y="249085"/>
                  </a:lnTo>
                  <a:lnTo>
                    <a:pt x="305358" y="226136"/>
                  </a:lnTo>
                  <a:lnTo>
                    <a:pt x="305358" y="171132"/>
                  </a:lnTo>
                  <a:lnTo>
                    <a:pt x="305358" y="115354"/>
                  </a:lnTo>
                  <a:lnTo>
                    <a:pt x="305358" y="82397"/>
                  </a:lnTo>
                  <a:close/>
                </a:path>
                <a:path w="1334134" h="331470">
                  <a:moveTo>
                    <a:pt x="1090269" y="83515"/>
                  </a:moveTo>
                  <a:lnTo>
                    <a:pt x="1081201" y="83515"/>
                  </a:lnTo>
                  <a:lnTo>
                    <a:pt x="1081201" y="92532"/>
                  </a:lnTo>
                  <a:lnTo>
                    <a:pt x="1081201" y="108356"/>
                  </a:lnTo>
                  <a:lnTo>
                    <a:pt x="1065301" y="108356"/>
                  </a:lnTo>
                  <a:lnTo>
                    <a:pt x="1065301" y="92532"/>
                  </a:lnTo>
                  <a:lnTo>
                    <a:pt x="1081201" y="92532"/>
                  </a:lnTo>
                  <a:lnTo>
                    <a:pt x="1081201" y="83515"/>
                  </a:lnTo>
                  <a:lnTo>
                    <a:pt x="1065301" y="83515"/>
                  </a:lnTo>
                  <a:lnTo>
                    <a:pt x="1056233" y="83515"/>
                  </a:lnTo>
                  <a:lnTo>
                    <a:pt x="1056233" y="117360"/>
                  </a:lnTo>
                  <a:lnTo>
                    <a:pt x="1090269" y="117360"/>
                  </a:lnTo>
                  <a:lnTo>
                    <a:pt x="1090269" y="83515"/>
                  </a:lnTo>
                  <a:close/>
                </a:path>
                <a:path w="1334134" h="331470">
                  <a:moveTo>
                    <a:pt x="1094803" y="260197"/>
                  </a:moveTo>
                  <a:lnTo>
                    <a:pt x="1092771" y="258191"/>
                  </a:lnTo>
                  <a:lnTo>
                    <a:pt x="1061427" y="258191"/>
                  </a:lnTo>
                  <a:lnTo>
                    <a:pt x="1059408" y="260197"/>
                  </a:lnTo>
                  <a:lnTo>
                    <a:pt x="1059408" y="265176"/>
                  </a:lnTo>
                  <a:lnTo>
                    <a:pt x="1061427" y="267195"/>
                  </a:lnTo>
                  <a:lnTo>
                    <a:pt x="1063942" y="267195"/>
                  </a:lnTo>
                  <a:lnTo>
                    <a:pt x="1092771" y="267195"/>
                  </a:lnTo>
                  <a:lnTo>
                    <a:pt x="1094803" y="265176"/>
                  </a:lnTo>
                  <a:lnTo>
                    <a:pt x="1094803" y="260197"/>
                  </a:lnTo>
                  <a:close/>
                </a:path>
                <a:path w="1334134" h="331470">
                  <a:moveTo>
                    <a:pt x="1094803" y="243255"/>
                  </a:moveTo>
                  <a:lnTo>
                    <a:pt x="1092771" y="241236"/>
                  </a:lnTo>
                  <a:lnTo>
                    <a:pt x="1061427" y="241236"/>
                  </a:lnTo>
                  <a:lnTo>
                    <a:pt x="1059408" y="243255"/>
                  </a:lnTo>
                  <a:lnTo>
                    <a:pt x="1059408" y="248234"/>
                  </a:lnTo>
                  <a:lnTo>
                    <a:pt x="1061427" y="250253"/>
                  </a:lnTo>
                  <a:lnTo>
                    <a:pt x="1063942" y="250253"/>
                  </a:lnTo>
                  <a:lnTo>
                    <a:pt x="1092771" y="250253"/>
                  </a:lnTo>
                  <a:lnTo>
                    <a:pt x="1094803" y="248234"/>
                  </a:lnTo>
                  <a:lnTo>
                    <a:pt x="1094803" y="243255"/>
                  </a:lnTo>
                  <a:close/>
                </a:path>
                <a:path w="1334134" h="331470">
                  <a:moveTo>
                    <a:pt x="1094803" y="226301"/>
                  </a:moveTo>
                  <a:lnTo>
                    <a:pt x="1092771" y="224282"/>
                  </a:lnTo>
                  <a:lnTo>
                    <a:pt x="1061427" y="224282"/>
                  </a:lnTo>
                  <a:lnTo>
                    <a:pt x="1059408" y="226301"/>
                  </a:lnTo>
                  <a:lnTo>
                    <a:pt x="1059408" y="231279"/>
                  </a:lnTo>
                  <a:lnTo>
                    <a:pt x="1061427" y="233299"/>
                  </a:lnTo>
                  <a:lnTo>
                    <a:pt x="1063942" y="233299"/>
                  </a:lnTo>
                  <a:lnTo>
                    <a:pt x="1092771" y="233299"/>
                  </a:lnTo>
                  <a:lnTo>
                    <a:pt x="1094803" y="231279"/>
                  </a:lnTo>
                  <a:lnTo>
                    <a:pt x="1094803" y="226301"/>
                  </a:lnTo>
                  <a:close/>
                </a:path>
                <a:path w="1334134" h="331470">
                  <a:moveTo>
                    <a:pt x="1165707" y="83515"/>
                  </a:moveTo>
                  <a:lnTo>
                    <a:pt x="1156639" y="83515"/>
                  </a:lnTo>
                  <a:lnTo>
                    <a:pt x="1156639" y="92532"/>
                  </a:lnTo>
                  <a:lnTo>
                    <a:pt x="1156639" y="108356"/>
                  </a:lnTo>
                  <a:lnTo>
                    <a:pt x="1140739" y="108356"/>
                  </a:lnTo>
                  <a:lnTo>
                    <a:pt x="1140739" y="92532"/>
                  </a:lnTo>
                  <a:lnTo>
                    <a:pt x="1156639" y="92532"/>
                  </a:lnTo>
                  <a:lnTo>
                    <a:pt x="1156639" y="83515"/>
                  </a:lnTo>
                  <a:lnTo>
                    <a:pt x="1140739" y="83515"/>
                  </a:lnTo>
                  <a:lnTo>
                    <a:pt x="1131671" y="83515"/>
                  </a:lnTo>
                  <a:lnTo>
                    <a:pt x="1131671" y="117360"/>
                  </a:lnTo>
                  <a:lnTo>
                    <a:pt x="1165707" y="117360"/>
                  </a:lnTo>
                  <a:lnTo>
                    <a:pt x="1165707" y="83515"/>
                  </a:lnTo>
                  <a:close/>
                </a:path>
                <a:path w="1334134" h="331470">
                  <a:moveTo>
                    <a:pt x="1170241" y="260197"/>
                  </a:moveTo>
                  <a:lnTo>
                    <a:pt x="1168209" y="258191"/>
                  </a:lnTo>
                  <a:lnTo>
                    <a:pt x="1136865" y="258191"/>
                  </a:lnTo>
                  <a:lnTo>
                    <a:pt x="1134846" y="260197"/>
                  </a:lnTo>
                  <a:lnTo>
                    <a:pt x="1134846" y="265176"/>
                  </a:lnTo>
                  <a:lnTo>
                    <a:pt x="1136865" y="267195"/>
                  </a:lnTo>
                  <a:lnTo>
                    <a:pt x="1139380" y="267195"/>
                  </a:lnTo>
                  <a:lnTo>
                    <a:pt x="1168209" y="267195"/>
                  </a:lnTo>
                  <a:lnTo>
                    <a:pt x="1170241" y="265176"/>
                  </a:lnTo>
                  <a:lnTo>
                    <a:pt x="1170241" y="260197"/>
                  </a:lnTo>
                  <a:close/>
                </a:path>
                <a:path w="1334134" h="331470">
                  <a:moveTo>
                    <a:pt x="1170241" y="243255"/>
                  </a:moveTo>
                  <a:lnTo>
                    <a:pt x="1168209" y="241236"/>
                  </a:lnTo>
                  <a:lnTo>
                    <a:pt x="1136865" y="241236"/>
                  </a:lnTo>
                  <a:lnTo>
                    <a:pt x="1134846" y="243255"/>
                  </a:lnTo>
                  <a:lnTo>
                    <a:pt x="1134846" y="248234"/>
                  </a:lnTo>
                  <a:lnTo>
                    <a:pt x="1136865" y="250253"/>
                  </a:lnTo>
                  <a:lnTo>
                    <a:pt x="1139380" y="250253"/>
                  </a:lnTo>
                  <a:lnTo>
                    <a:pt x="1168209" y="250253"/>
                  </a:lnTo>
                  <a:lnTo>
                    <a:pt x="1170241" y="248234"/>
                  </a:lnTo>
                  <a:lnTo>
                    <a:pt x="1170241" y="243255"/>
                  </a:lnTo>
                  <a:close/>
                </a:path>
                <a:path w="1334134" h="331470">
                  <a:moveTo>
                    <a:pt x="1170241" y="226301"/>
                  </a:moveTo>
                  <a:lnTo>
                    <a:pt x="1168209" y="224282"/>
                  </a:lnTo>
                  <a:lnTo>
                    <a:pt x="1136865" y="224282"/>
                  </a:lnTo>
                  <a:lnTo>
                    <a:pt x="1134846" y="226301"/>
                  </a:lnTo>
                  <a:lnTo>
                    <a:pt x="1134846" y="231279"/>
                  </a:lnTo>
                  <a:lnTo>
                    <a:pt x="1136865" y="233299"/>
                  </a:lnTo>
                  <a:lnTo>
                    <a:pt x="1139380" y="233299"/>
                  </a:lnTo>
                  <a:lnTo>
                    <a:pt x="1168209" y="233299"/>
                  </a:lnTo>
                  <a:lnTo>
                    <a:pt x="1170241" y="231279"/>
                  </a:lnTo>
                  <a:lnTo>
                    <a:pt x="1170241" y="226301"/>
                  </a:lnTo>
                  <a:close/>
                </a:path>
                <a:path w="1334134" h="331470">
                  <a:moveTo>
                    <a:pt x="1235430" y="83515"/>
                  </a:moveTo>
                  <a:lnTo>
                    <a:pt x="1226362" y="83515"/>
                  </a:lnTo>
                  <a:lnTo>
                    <a:pt x="1226362" y="92532"/>
                  </a:lnTo>
                  <a:lnTo>
                    <a:pt x="1226362" y="108356"/>
                  </a:lnTo>
                  <a:lnTo>
                    <a:pt x="1210462" y="108356"/>
                  </a:lnTo>
                  <a:lnTo>
                    <a:pt x="1210462" y="92532"/>
                  </a:lnTo>
                  <a:lnTo>
                    <a:pt x="1226362" y="92532"/>
                  </a:lnTo>
                  <a:lnTo>
                    <a:pt x="1226362" y="83515"/>
                  </a:lnTo>
                  <a:lnTo>
                    <a:pt x="1210462" y="83515"/>
                  </a:lnTo>
                  <a:lnTo>
                    <a:pt x="1201394" y="83515"/>
                  </a:lnTo>
                  <a:lnTo>
                    <a:pt x="1201394" y="117360"/>
                  </a:lnTo>
                  <a:lnTo>
                    <a:pt x="1235430" y="117360"/>
                  </a:lnTo>
                  <a:lnTo>
                    <a:pt x="1235430" y="83515"/>
                  </a:lnTo>
                  <a:close/>
                </a:path>
                <a:path w="1334134" h="331470">
                  <a:moveTo>
                    <a:pt x="1239964" y="260197"/>
                  </a:moveTo>
                  <a:lnTo>
                    <a:pt x="1237932" y="258191"/>
                  </a:lnTo>
                  <a:lnTo>
                    <a:pt x="1206588" y="258191"/>
                  </a:lnTo>
                  <a:lnTo>
                    <a:pt x="1204569" y="260197"/>
                  </a:lnTo>
                  <a:lnTo>
                    <a:pt x="1204569" y="265176"/>
                  </a:lnTo>
                  <a:lnTo>
                    <a:pt x="1206588" y="267195"/>
                  </a:lnTo>
                  <a:lnTo>
                    <a:pt x="1209103" y="267195"/>
                  </a:lnTo>
                  <a:lnTo>
                    <a:pt x="1237932" y="267195"/>
                  </a:lnTo>
                  <a:lnTo>
                    <a:pt x="1239964" y="265176"/>
                  </a:lnTo>
                  <a:lnTo>
                    <a:pt x="1239964" y="260197"/>
                  </a:lnTo>
                  <a:close/>
                </a:path>
                <a:path w="1334134" h="331470">
                  <a:moveTo>
                    <a:pt x="1239964" y="243255"/>
                  </a:moveTo>
                  <a:lnTo>
                    <a:pt x="1237932" y="241236"/>
                  </a:lnTo>
                  <a:lnTo>
                    <a:pt x="1206588" y="241236"/>
                  </a:lnTo>
                  <a:lnTo>
                    <a:pt x="1204569" y="243255"/>
                  </a:lnTo>
                  <a:lnTo>
                    <a:pt x="1204569" y="248234"/>
                  </a:lnTo>
                  <a:lnTo>
                    <a:pt x="1206588" y="250253"/>
                  </a:lnTo>
                  <a:lnTo>
                    <a:pt x="1209103" y="250253"/>
                  </a:lnTo>
                  <a:lnTo>
                    <a:pt x="1237932" y="250253"/>
                  </a:lnTo>
                  <a:lnTo>
                    <a:pt x="1239964" y="248234"/>
                  </a:lnTo>
                  <a:lnTo>
                    <a:pt x="1239964" y="243255"/>
                  </a:lnTo>
                  <a:close/>
                </a:path>
                <a:path w="1334134" h="331470">
                  <a:moveTo>
                    <a:pt x="1239964" y="226301"/>
                  </a:moveTo>
                  <a:lnTo>
                    <a:pt x="1237932" y="224282"/>
                  </a:lnTo>
                  <a:lnTo>
                    <a:pt x="1206588" y="224282"/>
                  </a:lnTo>
                  <a:lnTo>
                    <a:pt x="1204569" y="226301"/>
                  </a:lnTo>
                  <a:lnTo>
                    <a:pt x="1204569" y="231279"/>
                  </a:lnTo>
                  <a:lnTo>
                    <a:pt x="1206588" y="233299"/>
                  </a:lnTo>
                  <a:lnTo>
                    <a:pt x="1209103" y="233299"/>
                  </a:lnTo>
                  <a:lnTo>
                    <a:pt x="1237932" y="233299"/>
                  </a:lnTo>
                  <a:lnTo>
                    <a:pt x="1239964" y="231279"/>
                  </a:lnTo>
                  <a:lnTo>
                    <a:pt x="1239964" y="226301"/>
                  </a:lnTo>
                  <a:close/>
                </a:path>
                <a:path w="1334134" h="331470">
                  <a:moveTo>
                    <a:pt x="1256195" y="163741"/>
                  </a:moveTo>
                  <a:lnTo>
                    <a:pt x="1254163" y="161721"/>
                  </a:lnTo>
                  <a:lnTo>
                    <a:pt x="1249159" y="161721"/>
                  </a:lnTo>
                  <a:lnTo>
                    <a:pt x="1247127" y="163741"/>
                  </a:lnTo>
                  <a:lnTo>
                    <a:pt x="1247127" y="289471"/>
                  </a:lnTo>
                  <a:lnTo>
                    <a:pt x="1189697" y="289471"/>
                  </a:lnTo>
                  <a:lnTo>
                    <a:pt x="1189697" y="38569"/>
                  </a:lnTo>
                  <a:lnTo>
                    <a:pt x="1214005" y="38569"/>
                  </a:lnTo>
                  <a:lnTo>
                    <a:pt x="1216025" y="36550"/>
                  </a:lnTo>
                  <a:lnTo>
                    <a:pt x="1216025" y="31572"/>
                  </a:lnTo>
                  <a:lnTo>
                    <a:pt x="1214005" y="29552"/>
                  </a:lnTo>
                  <a:lnTo>
                    <a:pt x="1180630" y="29565"/>
                  </a:lnTo>
                  <a:lnTo>
                    <a:pt x="1180630" y="52451"/>
                  </a:lnTo>
                  <a:lnTo>
                    <a:pt x="1159014" y="30530"/>
                  </a:lnTo>
                  <a:lnTo>
                    <a:pt x="1156144" y="30505"/>
                  </a:lnTo>
                  <a:lnTo>
                    <a:pt x="1152563" y="33985"/>
                  </a:lnTo>
                  <a:lnTo>
                    <a:pt x="1152537" y="36842"/>
                  </a:lnTo>
                  <a:lnTo>
                    <a:pt x="1154290" y="38620"/>
                  </a:lnTo>
                  <a:lnTo>
                    <a:pt x="1154099" y="38620"/>
                  </a:lnTo>
                  <a:lnTo>
                    <a:pt x="1175918" y="60591"/>
                  </a:lnTo>
                  <a:lnTo>
                    <a:pt x="1177747" y="64947"/>
                  </a:lnTo>
                  <a:lnTo>
                    <a:pt x="1177772" y="150596"/>
                  </a:lnTo>
                  <a:lnTo>
                    <a:pt x="1179791" y="152615"/>
                  </a:lnTo>
                  <a:lnTo>
                    <a:pt x="1180630" y="152615"/>
                  </a:lnTo>
                  <a:lnTo>
                    <a:pt x="1180630" y="161721"/>
                  </a:lnTo>
                  <a:lnTo>
                    <a:pt x="1179436" y="161721"/>
                  </a:lnTo>
                  <a:lnTo>
                    <a:pt x="1177404" y="163741"/>
                  </a:lnTo>
                  <a:lnTo>
                    <a:pt x="1177404" y="289471"/>
                  </a:lnTo>
                  <a:lnTo>
                    <a:pt x="1119974" y="289471"/>
                  </a:lnTo>
                  <a:lnTo>
                    <a:pt x="1119974" y="38569"/>
                  </a:lnTo>
                  <a:lnTo>
                    <a:pt x="1144282" y="38569"/>
                  </a:lnTo>
                  <a:lnTo>
                    <a:pt x="1146302" y="36550"/>
                  </a:lnTo>
                  <a:lnTo>
                    <a:pt x="1146302" y="31572"/>
                  </a:lnTo>
                  <a:lnTo>
                    <a:pt x="1144282" y="29552"/>
                  </a:lnTo>
                  <a:lnTo>
                    <a:pt x="1110907" y="29565"/>
                  </a:lnTo>
                  <a:lnTo>
                    <a:pt x="1110907" y="61404"/>
                  </a:lnTo>
                  <a:lnTo>
                    <a:pt x="1108621" y="55918"/>
                  </a:lnTo>
                  <a:lnTo>
                    <a:pt x="1083576" y="30530"/>
                  </a:lnTo>
                  <a:lnTo>
                    <a:pt x="1080706" y="30505"/>
                  </a:lnTo>
                  <a:lnTo>
                    <a:pt x="1077125" y="33985"/>
                  </a:lnTo>
                  <a:lnTo>
                    <a:pt x="1077099" y="36842"/>
                  </a:lnTo>
                  <a:lnTo>
                    <a:pt x="1078852" y="38620"/>
                  </a:lnTo>
                  <a:lnTo>
                    <a:pt x="1078661" y="38620"/>
                  </a:lnTo>
                  <a:lnTo>
                    <a:pt x="1100480" y="60591"/>
                  </a:lnTo>
                  <a:lnTo>
                    <a:pt x="1102309" y="64947"/>
                  </a:lnTo>
                  <a:lnTo>
                    <a:pt x="1102334" y="150596"/>
                  </a:lnTo>
                  <a:lnTo>
                    <a:pt x="1104353" y="152615"/>
                  </a:lnTo>
                  <a:lnTo>
                    <a:pt x="1109370" y="152615"/>
                  </a:lnTo>
                  <a:lnTo>
                    <a:pt x="1110907" y="151091"/>
                  </a:lnTo>
                  <a:lnTo>
                    <a:pt x="1110907" y="163626"/>
                  </a:lnTo>
                  <a:lnTo>
                    <a:pt x="1109002" y="161721"/>
                  </a:lnTo>
                  <a:lnTo>
                    <a:pt x="1103998" y="161721"/>
                  </a:lnTo>
                  <a:lnTo>
                    <a:pt x="1101966" y="163741"/>
                  </a:lnTo>
                  <a:lnTo>
                    <a:pt x="1101966" y="289471"/>
                  </a:lnTo>
                  <a:lnTo>
                    <a:pt x="1044536" y="289471"/>
                  </a:lnTo>
                  <a:lnTo>
                    <a:pt x="1044536" y="38569"/>
                  </a:lnTo>
                  <a:lnTo>
                    <a:pt x="1068844" y="38569"/>
                  </a:lnTo>
                  <a:lnTo>
                    <a:pt x="1070864" y="36550"/>
                  </a:lnTo>
                  <a:lnTo>
                    <a:pt x="1070864" y="31572"/>
                  </a:lnTo>
                  <a:lnTo>
                    <a:pt x="1068844" y="29552"/>
                  </a:lnTo>
                  <a:lnTo>
                    <a:pt x="1035469" y="29565"/>
                  </a:lnTo>
                  <a:lnTo>
                    <a:pt x="1035469" y="298488"/>
                  </a:lnTo>
                  <a:lnTo>
                    <a:pt x="1110907" y="298488"/>
                  </a:lnTo>
                  <a:lnTo>
                    <a:pt x="1111034" y="298488"/>
                  </a:lnTo>
                  <a:lnTo>
                    <a:pt x="1180630" y="298488"/>
                  </a:lnTo>
                  <a:lnTo>
                    <a:pt x="1186472" y="298488"/>
                  </a:lnTo>
                  <a:lnTo>
                    <a:pt x="1256195" y="298488"/>
                  </a:lnTo>
                  <a:lnTo>
                    <a:pt x="1256195" y="163741"/>
                  </a:lnTo>
                  <a:close/>
                </a:path>
                <a:path w="1334134" h="331470">
                  <a:moveTo>
                    <a:pt x="1256563" y="150596"/>
                  </a:moveTo>
                  <a:lnTo>
                    <a:pt x="1256550" y="62560"/>
                  </a:lnTo>
                  <a:lnTo>
                    <a:pt x="1253782" y="55918"/>
                  </a:lnTo>
                  <a:lnTo>
                    <a:pt x="1228737" y="30530"/>
                  </a:lnTo>
                  <a:lnTo>
                    <a:pt x="1225867" y="30505"/>
                  </a:lnTo>
                  <a:lnTo>
                    <a:pt x="1222286" y="33985"/>
                  </a:lnTo>
                  <a:lnTo>
                    <a:pt x="1222260" y="36842"/>
                  </a:lnTo>
                  <a:lnTo>
                    <a:pt x="1224013" y="38620"/>
                  </a:lnTo>
                  <a:lnTo>
                    <a:pt x="1223822" y="38620"/>
                  </a:lnTo>
                  <a:lnTo>
                    <a:pt x="1245641" y="60591"/>
                  </a:lnTo>
                  <a:lnTo>
                    <a:pt x="1247470" y="64947"/>
                  </a:lnTo>
                  <a:lnTo>
                    <a:pt x="1247495" y="150596"/>
                  </a:lnTo>
                  <a:lnTo>
                    <a:pt x="1249514" y="152615"/>
                  </a:lnTo>
                  <a:lnTo>
                    <a:pt x="1254531" y="152615"/>
                  </a:lnTo>
                  <a:lnTo>
                    <a:pt x="1256563" y="150596"/>
                  </a:lnTo>
                  <a:close/>
                </a:path>
                <a:path w="1334134" h="331470">
                  <a:moveTo>
                    <a:pt x="1312646" y="83515"/>
                  </a:moveTo>
                  <a:lnTo>
                    <a:pt x="1303578" y="83515"/>
                  </a:lnTo>
                  <a:lnTo>
                    <a:pt x="1303578" y="92532"/>
                  </a:lnTo>
                  <a:lnTo>
                    <a:pt x="1303578" y="108356"/>
                  </a:lnTo>
                  <a:lnTo>
                    <a:pt x="1287678" y="108356"/>
                  </a:lnTo>
                  <a:lnTo>
                    <a:pt x="1287678" y="92532"/>
                  </a:lnTo>
                  <a:lnTo>
                    <a:pt x="1303578" y="92532"/>
                  </a:lnTo>
                  <a:lnTo>
                    <a:pt x="1303578" y="83515"/>
                  </a:lnTo>
                  <a:lnTo>
                    <a:pt x="1287678" y="83515"/>
                  </a:lnTo>
                  <a:lnTo>
                    <a:pt x="1278610" y="83515"/>
                  </a:lnTo>
                  <a:lnTo>
                    <a:pt x="1278610" y="117360"/>
                  </a:lnTo>
                  <a:lnTo>
                    <a:pt x="1312646" y="117360"/>
                  </a:lnTo>
                  <a:lnTo>
                    <a:pt x="1312646" y="83515"/>
                  </a:lnTo>
                  <a:close/>
                </a:path>
                <a:path w="1334134" h="331470">
                  <a:moveTo>
                    <a:pt x="1317180" y="260197"/>
                  </a:moveTo>
                  <a:lnTo>
                    <a:pt x="1315148" y="258191"/>
                  </a:lnTo>
                  <a:lnTo>
                    <a:pt x="1283804" y="258191"/>
                  </a:lnTo>
                  <a:lnTo>
                    <a:pt x="1281785" y="260197"/>
                  </a:lnTo>
                  <a:lnTo>
                    <a:pt x="1281785" y="265176"/>
                  </a:lnTo>
                  <a:lnTo>
                    <a:pt x="1283804" y="267195"/>
                  </a:lnTo>
                  <a:lnTo>
                    <a:pt x="1286319" y="267195"/>
                  </a:lnTo>
                  <a:lnTo>
                    <a:pt x="1315148" y="267195"/>
                  </a:lnTo>
                  <a:lnTo>
                    <a:pt x="1317180" y="265176"/>
                  </a:lnTo>
                  <a:lnTo>
                    <a:pt x="1317180" y="260197"/>
                  </a:lnTo>
                  <a:close/>
                </a:path>
                <a:path w="1334134" h="331470">
                  <a:moveTo>
                    <a:pt x="1317180" y="243255"/>
                  </a:moveTo>
                  <a:lnTo>
                    <a:pt x="1315148" y="241236"/>
                  </a:lnTo>
                  <a:lnTo>
                    <a:pt x="1283804" y="241236"/>
                  </a:lnTo>
                  <a:lnTo>
                    <a:pt x="1281785" y="243255"/>
                  </a:lnTo>
                  <a:lnTo>
                    <a:pt x="1281785" y="248234"/>
                  </a:lnTo>
                  <a:lnTo>
                    <a:pt x="1283804" y="250253"/>
                  </a:lnTo>
                  <a:lnTo>
                    <a:pt x="1286319" y="250253"/>
                  </a:lnTo>
                  <a:lnTo>
                    <a:pt x="1315148" y="250253"/>
                  </a:lnTo>
                  <a:lnTo>
                    <a:pt x="1317180" y="248234"/>
                  </a:lnTo>
                  <a:lnTo>
                    <a:pt x="1317180" y="243255"/>
                  </a:lnTo>
                  <a:close/>
                </a:path>
                <a:path w="1334134" h="331470">
                  <a:moveTo>
                    <a:pt x="1317180" y="226301"/>
                  </a:moveTo>
                  <a:lnTo>
                    <a:pt x="1315148" y="224282"/>
                  </a:lnTo>
                  <a:lnTo>
                    <a:pt x="1283804" y="224282"/>
                  </a:lnTo>
                  <a:lnTo>
                    <a:pt x="1281785" y="226301"/>
                  </a:lnTo>
                  <a:lnTo>
                    <a:pt x="1281785" y="231279"/>
                  </a:lnTo>
                  <a:lnTo>
                    <a:pt x="1283804" y="233299"/>
                  </a:lnTo>
                  <a:lnTo>
                    <a:pt x="1286319" y="233299"/>
                  </a:lnTo>
                  <a:lnTo>
                    <a:pt x="1315148" y="233299"/>
                  </a:lnTo>
                  <a:lnTo>
                    <a:pt x="1317180" y="231279"/>
                  </a:lnTo>
                  <a:lnTo>
                    <a:pt x="1317180" y="226301"/>
                  </a:lnTo>
                  <a:close/>
                </a:path>
                <a:path w="1334134" h="331470">
                  <a:moveTo>
                    <a:pt x="1333411" y="163741"/>
                  </a:moveTo>
                  <a:lnTo>
                    <a:pt x="1331379" y="161721"/>
                  </a:lnTo>
                  <a:lnTo>
                    <a:pt x="1326375" y="161721"/>
                  </a:lnTo>
                  <a:lnTo>
                    <a:pt x="1324343" y="163741"/>
                  </a:lnTo>
                  <a:lnTo>
                    <a:pt x="1324343" y="289471"/>
                  </a:lnTo>
                  <a:lnTo>
                    <a:pt x="1266913" y="289471"/>
                  </a:lnTo>
                  <a:lnTo>
                    <a:pt x="1266913" y="38569"/>
                  </a:lnTo>
                  <a:lnTo>
                    <a:pt x="1291221" y="38569"/>
                  </a:lnTo>
                  <a:lnTo>
                    <a:pt x="1293241" y="36550"/>
                  </a:lnTo>
                  <a:lnTo>
                    <a:pt x="1293241" y="31572"/>
                  </a:lnTo>
                  <a:lnTo>
                    <a:pt x="1291221" y="29552"/>
                  </a:lnTo>
                  <a:lnTo>
                    <a:pt x="1257846" y="29565"/>
                  </a:lnTo>
                  <a:lnTo>
                    <a:pt x="1257846" y="298488"/>
                  </a:lnTo>
                  <a:lnTo>
                    <a:pt x="1333411" y="298488"/>
                  </a:lnTo>
                  <a:lnTo>
                    <a:pt x="1333411" y="163741"/>
                  </a:lnTo>
                  <a:close/>
                </a:path>
                <a:path w="1334134" h="331470">
                  <a:moveTo>
                    <a:pt x="1333779" y="150596"/>
                  </a:moveTo>
                  <a:lnTo>
                    <a:pt x="1333766" y="62560"/>
                  </a:lnTo>
                  <a:lnTo>
                    <a:pt x="1330998" y="55918"/>
                  </a:lnTo>
                  <a:lnTo>
                    <a:pt x="1305953" y="30530"/>
                  </a:lnTo>
                  <a:lnTo>
                    <a:pt x="1303083" y="30505"/>
                  </a:lnTo>
                  <a:lnTo>
                    <a:pt x="1299502" y="33985"/>
                  </a:lnTo>
                  <a:lnTo>
                    <a:pt x="1299476" y="36842"/>
                  </a:lnTo>
                  <a:lnTo>
                    <a:pt x="1301229" y="38620"/>
                  </a:lnTo>
                  <a:lnTo>
                    <a:pt x="1301038" y="38620"/>
                  </a:lnTo>
                  <a:lnTo>
                    <a:pt x="1322857" y="60591"/>
                  </a:lnTo>
                  <a:lnTo>
                    <a:pt x="1324686" y="64947"/>
                  </a:lnTo>
                  <a:lnTo>
                    <a:pt x="1324711" y="150596"/>
                  </a:lnTo>
                  <a:lnTo>
                    <a:pt x="1326730" y="152615"/>
                  </a:lnTo>
                  <a:lnTo>
                    <a:pt x="1331747" y="152615"/>
                  </a:lnTo>
                  <a:lnTo>
                    <a:pt x="1333779" y="1505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89025" y="4777352"/>
              <a:ext cx="75974" cy="9379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449896" y="4755197"/>
              <a:ext cx="2237740" cy="358775"/>
            </a:xfrm>
            <a:custGeom>
              <a:avLst/>
              <a:gdLst/>
              <a:ahLst/>
              <a:cxnLst/>
              <a:rect l="l" t="t" r="r" b="b"/>
              <a:pathLst>
                <a:path w="2237740" h="358775">
                  <a:moveTo>
                    <a:pt x="50711" y="306755"/>
                  </a:moveTo>
                  <a:lnTo>
                    <a:pt x="17348" y="272529"/>
                  </a:lnTo>
                  <a:lnTo>
                    <a:pt x="14160" y="269303"/>
                  </a:lnTo>
                  <a:lnTo>
                    <a:pt x="12382" y="264896"/>
                  </a:lnTo>
                  <a:lnTo>
                    <a:pt x="12395" y="149694"/>
                  </a:lnTo>
                  <a:lnTo>
                    <a:pt x="9626" y="146850"/>
                  </a:lnTo>
                  <a:lnTo>
                    <a:pt x="2781" y="146850"/>
                  </a:lnTo>
                  <a:lnTo>
                    <a:pt x="12" y="149694"/>
                  </a:lnTo>
                  <a:lnTo>
                    <a:pt x="0" y="268274"/>
                  </a:lnTo>
                  <a:lnTo>
                    <a:pt x="3098" y="275920"/>
                  </a:lnTo>
                  <a:lnTo>
                    <a:pt x="41998" y="315683"/>
                  </a:lnTo>
                  <a:lnTo>
                    <a:pt x="45897" y="315683"/>
                  </a:lnTo>
                  <a:lnTo>
                    <a:pt x="50711" y="310756"/>
                  </a:lnTo>
                  <a:lnTo>
                    <a:pt x="50711" y="306755"/>
                  </a:lnTo>
                  <a:close/>
                </a:path>
                <a:path w="2237740" h="358775">
                  <a:moveTo>
                    <a:pt x="305358" y="96151"/>
                  </a:moveTo>
                  <a:lnTo>
                    <a:pt x="293573" y="63792"/>
                  </a:lnTo>
                  <a:lnTo>
                    <a:pt x="292976" y="63309"/>
                  </a:lnTo>
                  <a:lnTo>
                    <a:pt x="292976" y="96151"/>
                  </a:lnTo>
                  <a:lnTo>
                    <a:pt x="281813" y="123088"/>
                  </a:lnTo>
                  <a:lnTo>
                    <a:pt x="251548" y="145275"/>
                  </a:lnTo>
                  <a:lnTo>
                    <a:pt x="207048" y="160324"/>
                  </a:lnTo>
                  <a:lnTo>
                    <a:pt x="153149" y="165862"/>
                  </a:lnTo>
                  <a:lnTo>
                    <a:pt x="99326" y="160324"/>
                  </a:lnTo>
                  <a:lnTo>
                    <a:pt x="54813" y="145275"/>
                  </a:lnTo>
                  <a:lnTo>
                    <a:pt x="24511" y="123088"/>
                  </a:lnTo>
                  <a:lnTo>
                    <a:pt x="13322" y="96151"/>
                  </a:lnTo>
                  <a:lnTo>
                    <a:pt x="24511" y="69215"/>
                  </a:lnTo>
                  <a:lnTo>
                    <a:pt x="54813" y="47028"/>
                  </a:lnTo>
                  <a:lnTo>
                    <a:pt x="99326" y="31978"/>
                  </a:lnTo>
                  <a:lnTo>
                    <a:pt x="153149" y="26441"/>
                  </a:lnTo>
                  <a:lnTo>
                    <a:pt x="206971" y="31978"/>
                  </a:lnTo>
                  <a:lnTo>
                    <a:pt x="251485" y="47028"/>
                  </a:lnTo>
                  <a:lnTo>
                    <a:pt x="281787" y="69215"/>
                  </a:lnTo>
                  <a:lnTo>
                    <a:pt x="292976" y="96151"/>
                  </a:lnTo>
                  <a:lnTo>
                    <a:pt x="292976" y="63309"/>
                  </a:lnTo>
                  <a:lnTo>
                    <a:pt x="261251" y="37630"/>
                  </a:lnTo>
                  <a:lnTo>
                    <a:pt x="230327" y="26441"/>
                  </a:lnTo>
                  <a:lnTo>
                    <a:pt x="212928" y="20129"/>
                  </a:lnTo>
                  <a:lnTo>
                    <a:pt x="153149" y="13754"/>
                  </a:lnTo>
                  <a:lnTo>
                    <a:pt x="93345" y="20129"/>
                  </a:lnTo>
                  <a:lnTo>
                    <a:pt x="45021" y="37630"/>
                  </a:lnTo>
                  <a:lnTo>
                    <a:pt x="12712" y="63792"/>
                  </a:lnTo>
                  <a:lnTo>
                    <a:pt x="939" y="96151"/>
                  </a:lnTo>
                  <a:lnTo>
                    <a:pt x="12712" y="128549"/>
                  </a:lnTo>
                  <a:lnTo>
                    <a:pt x="45021" y="154698"/>
                  </a:lnTo>
                  <a:lnTo>
                    <a:pt x="93345" y="172173"/>
                  </a:lnTo>
                  <a:lnTo>
                    <a:pt x="153149" y="178549"/>
                  </a:lnTo>
                  <a:lnTo>
                    <a:pt x="198577" y="174942"/>
                  </a:lnTo>
                  <a:lnTo>
                    <a:pt x="234086" y="165862"/>
                  </a:lnTo>
                  <a:lnTo>
                    <a:pt x="238252" y="164807"/>
                  </a:lnTo>
                  <a:lnTo>
                    <a:pt x="270319" y="149186"/>
                  </a:lnTo>
                  <a:lnTo>
                    <a:pt x="292976" y="129108"/>
                  </a:lnTo>
                  <a:lnTo>
                    <a:pt x="292976" y="151739"/>
                  </a:lnTo>
                  <a:lnTo>
                    <a:pt x="281774" y="178549"/>
                  </a:lnTo>
                  <a:lnTo>
                    <a:pt x="251485" y="200736"/>
                  </a:lnTo>
                  <a:lnTo>
                    <a:pt x="206971" y="215861"/>
                  </a:lnTo>
                  <a:lnTo>
                    <a:pt x="153149" y="221449"/>
                  </a:lnTo>
                  <a:lnTo>
                    <a:pt x="119024" y="219303"/>
                  </a:lnTo>
                  <a:lnTo>
                    <a:pt x="87376" y="213093"/>
                  </a:lnTo>
                  <a:lnTo>
                    <a:pt x="59524" y="203136"/>
                  </a:lnTo>
                  <a:lnTo>
                    <a:pt x="36791" y="189763"/>
                  </a:lnTo>
                  <a:lnTo>
                    <a:pt x="34036" y="187693"/>
                  </a:lnTo>
                  <a:lnTo>
                    <a:pt x="30162" y="188315"/>
                  </a:lnTo>
                  <a:lnTo>
                    <a:pt x="28143" y="191135"/>
                  </a:lnTo>
                  <a:lnTo>
                    <a:pt x="26136" y="193979"/>
                  </a:lnTo>
                  <a:lnTo>
                    <a:pt x="26746" y="197916"/>
                  </a:lnTo>
                  <a:lnTo>
                    <a:pt x="83451" y="224878"/>
                  </a:lnTo>
                  <a:lnTo>
                    <a:pt x="153339" y="233870"/>
                  </a:lnTo>
                  <a:lnTo>
                    <a:pt x="198653" y="230365"/>
                  </a:lnTo>
                  <a:lnTo>
                    <a:pt x="233946" y="221449"/>
                  </a:lnTo>
                  <a:lnTo>
                    <a:pt x="238264" y="220357"/>
                  </a:lnTo>
                  <a:lnTo>
                    <a:pt x="270319" y="204851"/>
                  </a:lnTo>
                  <a:lnTo>
                    <a:pt x="292976" y="184886"/>
                  </a:lnTo>
                  <a:lnTo>
                    <a:pt x="292976" y="206933"/>
                  </a:lnTo>
                  <a:lnTo>
                    <a:pt x="281787" y="233870"/>
                  </a:lnTo>
                  <a:lnTo>
                    <a:pt x="251485" y="256057"/>
                  </a:lnTo>
                  <a:lnTo>
                    <a:pt x="206971" y="271106"/>
                  </a:lnTo>
                  <a:lnTo>
                    <a:pt x="153149" y="276656"/>
                  </a:lnTo>
                  <a:lnTo>
                    <a:pt x="119024" y="274497"/>
                  </a:lnTo>
                  <a:lnTo>
                    <a:pt x="87376" y="268274"/>
                  </a:lnTo>
                  <a:lnTo>
                    <a:pt x="59524" y="258305"/>
                  </a:lnTo>
                  <a:lnTo>
                    <a:pt x="36791" y="244970"/>
                  </a:lnTo>
                  <a:lnTo>
                    <a:pt x="34023" y="242900"/>
                  </a:lnTo>
                  <a:lnTo>
                    <a:pt x="30149" y="243522"/>
                  </a:lnTo>
                  <a:lnTo>
                    <a:pt x="26111" y="249199"/>
                  </a:lnTo>
                  <a:lnTo>
                    <a:pt x="26720" y="253161"/>
                  </a:lnTo>
                  <a:lnTo>
                    <a:pt x="29489" y="255231"/>
                  </a:lnTo>
                  <a:lnTo>
                    <a:pt x="53809" y="269494"/>
                  </a:lnTo>
                  <a:lnTo>
                    <a:pt x="83451" y="280149"/>
                  </a:lnTo>
                  <a:lnTo>
                    <a:pt x="117068" y="286829"/>
                  </a:lnTo>
                  <a:lnTo>
                    <a:pt x="153339" y="289140"/>
                  </a:lnTo>
                  <a:lnTo>
                    <a:pt x="198716" y="285546"/>
                  </a:lnTo>
                  <a:lnTo>
                    <a:pt x="233743" y="276656"/>
                  </a:lnTo>
                  <a:lnTo>
                    <a:pt x="238391" y="275475"/>
                  </a:lnTo>
                  <a:lnTo>
                    <a:pt x="270497" y="259918"/>
                  </a:lnTo>
                  <a:lnTo>
                    <a:pt x="293154" y="239890"/>
                  </a:lnTo>
                  <a:lnTo>
                    <a:pt x="293154" y="262839"/>
                  </a:lnTo>
                  <a:lnTo>
                    <a:pt x="281965" y="289775"/>
                  </a:lnTo>
                  <a:lnTo>
                    <a:pt x="251663" y="311950"/>
                  </a:lnTo>
                  <a:lnTo>
                    <a:pt x="207162" y="327012"/>
                  </a:lnTo>
                  <a:lnTo>
                    <a:pt x="153339" y="332549"/>
                  </a:lnTo>
                  <a:lnTo>
                    <a:pt x="132245" y="331863"/>
                  </a:lnTo>
                  <a:lnTo>
                    <a:pt x="112090" y="329412"/>
                  </a:lnTo>
                  <a:lnTo>
                    <a:pt x="111760" y="329412"/>
                  </a:lnTo>
                  <a:lnTo>
                    <a:pt x="90703" y="324929"/>
                  </a:lnTo>
                  <a:lnTo>
                    <a:pt x="70485" y="318731"/>
                  </a:lnTo>
                  <a:lnTo>
                    <a:pt x="67271" y="317500"/>
                  </a:lnTo>
                  <a:lnTo>
                    <a:pt x="63677" y="319151"/>
                  </a:lnTo>
                  <a:lnTo>
                    <a:pt x="61252" y="325729"/>
                  </a:lnTo>
                  <a:lnTo>
                    <a:pt x="62865" y="329412"/>
                  </a:lnTo>
                  <a:lnTo>
                    <a:pt x="66090" y="330657"/>
                  </a:lnTo>
                  <a:lnTo>
                    <a:pt x="87325" y="337185"/>
                  </a:lnTo>
                  <a:lnTo>
                    <a:pt x="109004" y="341807"/>
                  </a:lnTo>
                  <a:lnTo>
                    <a:pt x="130975" y="344487"/>
                  </a:lnTo>
                  <a:lnTo>
                    <a:pt x="153149" y="345224"/>
                  </a:lnTo>
                  <a:lnTo>
                    <a:pt x="212928" y="338848"/>
                  </a:lnTo>
                  <a:lnTo>
                    <a:pt x="230327" y="332549"/>
                  </a:lnTo>
                  <a:lnTo>
                    <a:pt x="261251" y="321360"/>
                  </a:lnTo>
                  <a:lnTo>
                    <a:pt x="293573" y="295198"/>
                  </a:lnTo>
                  <a:lnTo>
                    <a:pt x="305358" y="262839"/>
                  </a:lnTo>
                  <a:lnTo>
                    <a:pt x="305358" y="239890"/>
                  </a:lnTo>
                  <a:lnTo>
                    <a:pt x="305358" y="184886"/>
                  </a:lnTo>
                  <a:lnTo>
                    <a:pt x="305358" y="129108"/>
                  </a:lnTo>
                  <a:lnTo>
                    <a:pt x="305358" y="96151"/>
                  </a:lnTo>
                  <a:close/>
                </a:path>
                <a:path w="2237740" h="358775">
                  <a:moveTo>
                    <a:pt x="933716" y="162407"/>
                  </a:moveTo>
                  <a:lnTo>
                    <a:pt x="930884" y="159626"/>
                  </a:lnTo>
                  <a:lnTo>
                    <a:pt x="923886" y="159626"/>
                  </a:lnTo>
                  <a:lnTo>
                    <a:pt x="921054" y="162407"/>
                  </a:lnTo>
                  <a:lnTo>
                    <a:pt x="921054" y="165849"/>
                  </a:lnTo>
                  <a:lnTo>
                    <a:pt x="921054" y="205473"/>
                  </a:lnTo>
                  <a:lnTo>
                    <a:pt x="923886" y="208267"/>
                  </a:lnTo>
                  <a:lnTo>
                    <a:pt x="930884" y="208267"/>
                  </a:lnTo>
                  <a:lnTo>
                    <a:pt x="933716" y="205473"/>
                  </a:lnTo>
                  <a:lnTo>
                    <a:pt x="933716" y="162407"/>
                  </a:lnTo>
                  <a:close/>
                </a:path>
                <a:path w="2237740" h="358775">
                  <a:moveTo>
                    <a:pt x="957516" y="162407"/>
                  </a:moveTo>
                  <a:lnTo>
                    <a:pt x="954684" y="159626"/>
                  </a:lnTo>
                  <a:lnTo>
                    <a:pt x="947686" y="159626"/>
                  </a:lnTo>
                  <a:lnTo>
                    <a:pt x="944854" y="162407"/>
                  </a:lnTo>
                  <a:lnTo>
                    <a:pt x="944854" y="165849"/>
                  </a:lnTo>
                  <a:lnTo>
                    <a:pt x="944854" y="205473"/>
                  </a:lnTo>
                  <a:lnTo>
                    <a:pt x="947686" y="208267"/>
                  </a:lnTo>
                  <a:lnTo>
                    <a:pt x="954684" y="208267"/>
                  </a:lnTo>
                  <a:lnTo>
                    <a:pt x="957516" y="205473"/>
                  </a:lnTo>
                  <a:lnTo>
                    <a:pt x="957516" y="162407"/>
                  </a:lnTo>
                  <a:close/>
                </a:path>
                <a:path w="2237740" h="358775">
                  <a:moveTo>
                    <a:pt x="981316" y="162407"/>
                  </a:moveTo>
                  <a:lnTo>
                    <a:pt x="978484" y="159626"/>
                  </a:lnTo>
                  <a:lnTo>
                    <a:pt x="971486" y="159626"/>
                  </a:lnTo>
                  <a:lnTo>
                    <a:pt x="968654" y="162407"/>
                  </a:lnTo>
                  <a:lnTo>
                    <a:pt x="968654" y="165849"/>
                  </a:lnTo>
                  <a:lnTo>
                    <a:pt x="968654" y="205473"/>
                  </a:lnTo>
                  <a:lnTo>
                    <a:pt x="971486" y="208267"/>
                  </a:lnTo>
                  <a:lnTo>
                    <a:pt x="978484" y="208267"/>
                  </a:lnTo>
                  <a:lnTo>
                    <a:pt x="981316" y="205473"/>
                  </a:lnTo>
                  <a:lnTo>
                    <a:pt x="981316" y="162407"/>
                  </a:lnTo>
                  <a:close/>
                </a:path>
                <a:path w="2237740" h="358775">
                  <a:moveTo>
                    <a:pt x="1171384" y="294703"/>
                  </a:moveTo>
                  <a:lnTo>
                    <a:pt x="1168958" y="292227"/>
                  </a:lnTo>
                  <a:lnTo>
                    <a:pt x="1166456" y="289814"/>
                  </a:lnTo>
                  <a:lnTo>
                    <a:pt x="1162392" y="289814"/>
                  </a:lnTo>
                  <a:lnTo>
                    <a:pt x="1139825" y="312026"/>
                  </a:lnTo>
                  <a:lnTo>
                    <a:pt x="1139825" y="244868"/>
                  </a:lnTo>
                  <a:lnTo>
                    <a:pt x="1136992" y="242087"/>
                  </a:lnTo>
                  <a:lnTo>
                    <a:pt x="1130007" y="242087"/>
                  </a:lnTo>
                  <a:lnTo>
                    <a:pt x="1127175" y="244868"/>
                  </a:lnTo>
                  <a:lnTo>
                    <a:pt x="1127175" y="312026"/>
                  </a:lnTo>
                  <a:lnTo>
                    <a:pt x="1104506" y="289814"/>
                  </a:lnTo>
                  <a:lnTo>
                    <a:pt x="1100480" y="289814"/>
                  </a:lnTo>
                  <a:lnTo>
                    <a:pt x="1095552" y="294703"/>
                  </a:lnTo>
                  <a:lnTo>
                    <a:pt x="1095565" y="298640"/>
                  </a:lnTo>
                  <a:lnTo>
                    <a:pt x="1133500" y="335889"/>
                  </a:lnTo>
                  <a:lnTo>
                    <a:pt x="1157706" y="312026"/>
                  </a:lnTo>
                  <a:lnTo>
                    <a:pt x="1171308" y="298640"/>
                  </a:lnTo>
                  <a:lnTo>
                    <a:pt x="1171384" y="294703"/>
                  </a:lnTo>
                  <a:close/>
                </a:path>
                <a:path w="2237740" h="358775">
                  <a:moveTo>
                    <a:pt x="1179017" y="155206"/>
                  </a:moveTo>
                  <a:lnTo>
                    <a:pt x="1166355" y="155206"/>
                  </a:lnTo>
                  <a:lnTo>
                    <a:pt x="1166355" y="167652"/>
                  </a:lnTo>
                  <a:lnTo>
                    <a:pt x="1166355" y="189585"/>
                  </a:lnTo>
                  <a:lnTo>
                    <a:pt x="1144130" y="189585"/>
                  </a:lnTo>
                  <a:lnTo>
                    <a:pt x="1144130" y="167652"/>
                  </a:lnTo>
                  <a:lnTo>
                    <a:pt x="1166355" y="167652"/>
                  </a:lnTo>
                  <a:lnTo>
                    <a:pt x="1166355" y="155206"/>
                  </a:lnTo>
                  <a:lnTo>
                    <a:pt x="1131481" y="155206"/>
                  </a:lnTo>
                  <a:lnTo>
                    <a:pt x="1131481" y="202031"/>
                  </a:lnTo>
                  <a:lnTo>
                    <a:pt x="1179017" y="202031"/>
                  </a:lnTo>
                  <a:lnTo>
                    <a:pt x="1179017" y="189585"/>
                  </a:lnTo>
                  <a:lnTo>
                    <a:pt x="1179017" y="167652"/>
                  </a:lnTo>
                  <a:lnTo>
                    <a:pt x="1179017" y="155206"/>
                  </a:lnTo>
                  <a:close/>
                </a:path>
                <a:path w="2237740" h="358775">
                  <a:moveTo>
                    <a:pt x="1253477" y="188645"/>
                  </a:moveTo>
                  <a:lnTo>
                    <a:pt x="1248575" y="183730"/>
                  </a:lnTo>
                  <a:lnTo>
                    <a:pt x="1244561" y="183680"/>
                  </a:lnTo>
                  <a:lnTo>
                    <a:pt x="1242072" y="186093"/>
                  </a:lnTo>
                  <a:lnTo>
                    <a:pt x="1211211" y="216065"/>
                  </a:lnTo>
                  <a:lnTo>
                    <a:pt x="1205090" y="218579"/>
                  </a:lnTo>
                  <a:lnTo>
                    <a:pt x="1084808" y="218605"/>
                  </a:lnTo>
                  <a:lnTo>
                    <a:pt x="1081976" y="221386"/>
                  </a:lnTo>
                  <a:lnTo>
                    <a:pt x="1081976" y="228269"/>
                  </a:lnTo>
                  <a:lnTo>
                    <a:pt x="1084808" y="231063"/>
                  </a:lnTo>
                  <a:lnTo>
                    <a:pt x="1198702" y="231063"/>
                  </a:lnTo>
                  <a:lnTo>
                    <a:pt x="1253426" y="192595"/>
                  </a:lnTo>
                  <a:lnTo>
                    <a:pt x="1253477" y="188645"/>
                  </a:lnTo>
                  <a:close/>
                </a:path>
                <a:path w="2237740" h="358775">
                  <a:moveTo>
                    <a:pt x="1254785" y="126733"/>
                  </a:moveTo>
                  <a:lnTo>
                    <a:pt x="877125" y="126733"/>
                  </a:lnTo>
                  <a:lnTo>
                    <a:pt x="877125" y="230568"/>
                  </a:lnTo>
                  <a:lnTo>
                    <a:pt x="1066342" y="230568"/>
                  </a:lnTo>
                  <a:lnTo>
                    <a:pt x="1069187" y="227774"/>
                  </a:lnTo>
                  <a:lnTo>
                    <a:pt x="1069187" y="220891"/>
                  </a:lnTo>
                  <a:lnTo>
                    <a:pt x="1066342" y="218109"/>
                  </a:lnTo>
                  <a:lnTo>
                    <a:pt x="889774" y="218109"/>
                  </a:lnTo>
                  <a:lnTo>
                    <a:pt x="889774" y="139192"/>
                  </a:lnTo>
                  <a:lnTo>
                    <a:pt x="1242136" y="139192"/>
                  </a:lnTo>
                  <a:lnTo>
                    <a:pt x="1242136" y="172529"/>
                  </a:lnTo>
                  <a:lnTo>
                    <a:pt x="1244968" y="175310"/>
                  </a:lnTo>
                  <a:lnTo>
                    <a:pt x="1251953" y="175310"/>
                  </a:lnTo>
                  <a:lnTo>
                    <a:pt x="1254785" y="172529"/>
                  </a:lnTo>
                  <a:lnTo>
                    <a:pt x="1254785" y="126733"/>
                  </a:lnTo>
                  <a:close/>
                </a:path>
                <a:path w="2237740" h="358775">
                  <a:moveTo>
                    <a:pt x="2237422" y="0"/>
                  </a:moveTo>
                  <a:lnTo>
                    <a:pt x="2225916" y="0"/>
                  </a:lnTo>
                  <a:lnTo>
                    <a:pt x="2225916" y="11531"/>
                  </a:lnTo>
                  <a:lnTo>
                    <a:pt x="2225916" y="281508"/>
                  </a:lnTo>
                  <a:lnTo>
                    <a:pt x="2224722" y="283768"/>
                  </a:lnTo>
                  <a:lnTo>
                    <a:pt x="2215667" y="290106"/>
                  </a:lnTo>
                  <a:lnTo>
                    <a:pt x="2211438" y="298170"/>
                  </a:lnTo>
                  <a:lnTo>
                    <a:pt x="2211438" y="315252"/>
                  </a:lnTo>
                  <a:lnTo>
                    <a:pt x="2215667" y="323316"/>
                  </a:lnTo>
                  <a:lnTo>
                    <a:pt x="2222703" y="328218"/>
                  </a:lnTo>
                  <a:lnTo>
                    <a:pt x="2224722" y="329641"/>
                  </a:lnTo>
                  <a:lnTo>
                    <a:pt x="2225916" y="331978"/>
                  </a:lnTo>
                  <a:lnTo>
                    <a:pt x="2225916" y="346849"/>
                  </a:lnTo>
                  <a:lnTo>
                    <a:pt x="2010968" y="346849"/>
                  </a:lnTo>
                  <a:lnTo>
                    <a:pt x="2010968" y="332447"/>
                  </a:lnTo>
                  <a:lnTo>
                    <a:pt x="2012226" y="330060"/>
                  </a:lnTo>
                  <a:lnTo>
                    <a:pt x="2014423" y="328688"/>
                  </a:lnTo>
                  <a:lnTo>
                    <a:pt x="2022005" y="323850"/>
                  </a:lnTo>
                  <a:lnTo>
                    <a:pt x="2026526" y="315544"/>
                  </a:lnTo>
                  <a:lnTo>
                    <a:pt x="2026424" y="297446"/>
                  </a:lnTo>
                  <a:lnTo>
                    <a:pt x="2022005" y="289382"/>
                  </a:lnTo>
                  <a:lnTo>
                    <a:pt x="2012276" y="283121"/>
                  </a:lnTo>
                  <a:lnTo>
                    <a:pt x="2010968" y="280720"/>
                  </a:lnTo>
                  <a:lnTo>
                    <a:pt x="2010968" y="197586"/>
                  </a:lnTo>
                  <a:lnTo>
                    <a:pt x="2096871" y="197586"/>
                  </a:lnTo>
                  <a:lnTo>
                    <a:pt x="2103793" y="213042"/>
                  </a:lnTo>
                  <a:lnTo>
                    <a:pt x="2116239" y="226618"/>
                  </a:lnTo>
                  <a:lnTo>
                    <a:pt x="2133219" y="236258"/>
                  </a:lnTo>
                  <a:lnTo>
                    <a:pt x="2153793" y="239928"/>
                  </a:lnTo>
                  <a:lnTo>
                    <a:pt x="2156955" y="239928"/>
                  </a:lnTo>
                  <a:lnTo>
                    <a:pt x="2159520" y="237363"/>
                  </a:lnTo>
                  <a:lnTo>
                    <a:pt x="2159520" y="231038"/>
                  </a:lnTo>
                  <a:lnTo>
                    <a:pt x="2156955" y="228460"/>
                  </a:lnTo>
                  <a:lnTo>
                    <a:pt x="2153793" y="228460"/>
                  </a:lnTo>
                  <a:lnTo>
                    <a:pt x="2135619" y="224790"/>
                  </a:lnTo>
                  <a:lnTo>
                    <a:pt x="2120811" y="215379"/>
                  </a:lnTo>
                  <a:lnTo>
                    <a:pt x="2110829" y="202590"/>
                  </a:lnTo>
                  <a:lnTo>
                    <a:pt x="2109508" y="197586"/>
                  </a:lnTo>
                  <a:lnTo>
                    <a:pt x="2107184" y="188810"/>
                  </a:lnTo>
                  <a:lnTo>
                    <a:pt x="2107184" y="186182"/>
                  </a:lnTo>
                  <a:lnTo>
                    <a:pt x="2107184" y="34886"/>
                  </a:lnTo>
                  <a:lnTo>
                    <a:pt x="2200402" y="34886"/>
                  </a:lnTo>
                  <a:lnTo>
                    <a:pt x="2200402" y="69291"/>
                  </a:lnTo>
                  <a:lnTo>
                    <a:pt x="2202967" y="71856"/>
                  </a:lnTo>
                  <a:lnTo>
                    <a:pt x="2209292" y="71856"/>
                  </a:lnTo>
                  <a:lnTo>
                    <a:pt x="2211857" y="69291"/>
                  </a:lnTo>
                  <a:lnTo>
                    <a:pt x="2211857" y="34886"/>
                  </a:lnTo>
                  <a:lnTo>
                    <a:pt x="2211857" y="23418"/>
                  </a:lnTo>
                  <a:lnTo>
                    <a:pt x="2095614" y="23418"/>
                  </a:lnTo>
                  <a:lnTo>
                    <a:pt x="2095614" y="186182"/>
                  </a:lnTo>
                  <a:lnTo>
                    <a:pt x="2010968" y="186182"/>
                  </a:lnTo>
                  <a:lnTo>
                    <a:pt x="2010968" y="11531"/>
                  </a:lnTo>
                  <a:lnTo>
                    <a:pt x="2225916" y="11531"/>
                  </a:lnTo>
                  <a:lnTo>
                    <a:pt x="2225916" y="0"/>
                  </a:lnTo>
                  <a:lnTo>
                    <a:pt x="1999462" y="0"/>
                  </a:lnTo>
                  <a:lnTo>
                    <a:pt x="1999462" y="284784"/>
                  </a:lnTo>
                  <a:lnTo>
                    <a:pt x="2002739" y="290766"/>
                  </a:lnTo>
                  <a:lnTo>
                    <a:pt x="2012467" y="297027"/>
                  </a:lnTo>
                  <a:lnTo>
                    <a:pt x="2015020" y="301688"/>
                  </a:lnTo>
                  <a:lnTo>
                    <a:pt x="2015020" y="311721"/>
                  </a:lnTo>
                  <a:lnTo>
                    <a:pt x="2012467" y="316382"/>
                  </a:lnTo>
                  <a:lnTo>
                    <a:pt x="2002739" y="322656"/>
                  </a:lnTo>
                  <a:lnTo>
                    <a:pt x="1999462" y="328688"/>
                  </a:lnTo>
                  <a:lnTo>
                    <a:pt x="1999462" y="358381"/>
                  </a:lnTo>
                  <a:lnTo>
                    <a:pt x="2237422" y="358381"/>
                  </a:lnTo>
                  <a:lnTo>
                    <a:pt x="2237422" y="346849"/>
                  </a:lnTo>
                  <a:lnTo>
                    <a:pt x="2237422" y="328218"/>
                  </a:lnTo>
                  <a:lnTo>
                    <a:pt x="2234514" y="322656"/>
                  </a:lnTo>
                  <a:lnTo>
                    <a:pt x="2234387" y="322414"/>
                  </a:lnTo>
                  <a:lnTo>
                    <a:pt x="2225319" y="316090"/>
                  </a:lnTo>
                  <a:lnTo>
                    <a:pt x="2223033" y="311721"/>
                  </a:lnTo>
                  <a:lnTo>
                    <a:pt x="2222944" y="301993"/>
                  </a:lnTo>
                  <a:lnTo>
                    <a:pt x="2225167" y="297624"/>
                  </a:lnTo>
                  <a:lnTo>
                    <a:pt x="2225268" y="297446"/>
                  </a:lnTo>
                  <a:lnTo>
                    <a:pt x="2229256" y="294703"/>
                  </a:lnTo>
                  <a:lnTo>
                    <a:pt x="2234387" y="291122"/>
                  </a:lnTo>
                  <a:lnTo>
                    <a:pt x="2237422" y="285267"/>
                  </a:lnTo>
                  <a:lnTo>
                    <a:pt x="2237422" y="11531"/>
                  </a:lnTo>
                  <a:lnTo>
                    <a:pt x="2237422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74309" y="4810982"/>
              <a:ext cx="85240" cy="17649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0345954" y="4765585"/>
              <a:ext cx="203835" cy="328930"/>
            </a:xfrm>
            <a:custGeom>
              <a:avLst/>
              <a:gdLst/>
              <a:ahLst/>
              <a:cxnLst/>
              <a:rect l="l" t="t" r="r" b="b"/>
              <a:pathLst>
                <a:path w="203834" h="328929">
                  <a:moveTo>
                    <a:pt x="130644" y="74168"/>
                  </a:moveTo>
                  <a:lnTo>
                    <a:pt x="119253" y="74168"/>
                  </a:lnTo>
                  <a:lnTo>
                    <a:pt x="119253" y="85585"/>
                  </a:lnTo>
                  <a:lnTo>
                    <a:pt x="119253" y="93738"/>
                  </a:lnTo>
                  <a:lnTo>
                    <a:pt x="83845" y="93738"/>
                  </a:lnTo>
                  <a:lnTo>
                    <a:pt x="83845" y="85585"/>
                  </a:lnTo>
                  <a:lnTo>
                    <a:pt x="119253" y="85585"/>
                  </a:lnTo>
                  <a:lnTo>
                    <a:pt x="119253" y="74168"/>
                  </a:lnTo>
                  <a:lnTo>
                    <a:pt x="72453" y="74168"/>
                  </a:lnTo>
                  <a:lnTo>
                    <a:pt x="72453" y="105156"/>
                  </a:lnTo>
                  <a:lnTo>
                    <a:pt x="130644" y="105156"/>
                  </a:lnTo>
                  <a:lnTo>
                    <a:pt x="130644" y="93738"/>
                  </a:lnTo>
                  <a:lnTo>
                    <a:pt x="130644" y="85585"/>
                  </a:lnTo>
                  <a:lnTo>
                    <a:pt x="130644" y="74168"/>
                  </a:lnTo>
                  <a:close/>
                </a:path>
                <a:path w="203834" h="328929">
                  <a:moveTo>
                    <a:pt x="135420" y="232854"/>
                  </a:moveTo>
                  <a:lnTo>
                    <a:pt x="132892" y="230263"/>
                  </a:lnTo>
                  <a:lnTo>
                    <a:pt x="70319" y="230263"/>
                  </a:lnTo>
                  <a:lnTo>
                    <a:pt x="67741" y="232803"/>
                  </a:lnTo>
                  <a:lnTo>
                    <a:pt x="67741" y="239102"/>
                  </a:lnTo>
                  <a:lnTo>
                    <a:pt x="70269" y="241630"/>
                  </a:lnTo>
                  <a:lnTo>
                    <a:pt x="73406" y="241630"/>
                  </a:lnTo>
                  <a:lnTo>
                    <a:pt x="132842" y="241630"/>
                  </a:lnTo>
                  <a:lnTo>
                    <a:pt x="135420" y="239039"/>
                  </a:lnTo>
                  <a:lnTo>
                    <a:pt x="135420" y="232854"/>
                  </a:lnTo>
                  <a:close/>
                </a:path>
                <a:path w="203834" h="328929">
                  <a:moveTo>
                    <a:pt x="203441" y="87604"/>
                  </a:moveTo>
                  <a:lnTo>
                    <a:pt x="200964" y="85077"/>
                  </a:lnTo>
                  <a:lnTo>
                    <a:pt x="196989" y="85077"/>
                  </a:lnTo>
                  <a:lnTo>
                    <a:pt x="187299" y="57111"/>
                  </a:lnTo>
                  <a:lnTo>
                    <a:pt x="187159" y="56934"/>
                  </a:lnTo>
                  <a:lnTo>
                    <a:pt x="187159" y="102285"/>
                  </a:lnTo>
                  <a:lnTo>
                    <a:pt x="180416" y="135648"/>
                  </a:lnTo>
                  <a:lnTo>
                    <a:pt x="162039" y="162928"/>
                  </a:lnTo>
                  <a:lnTo>
                    <a:pt x="134810" y="181330"/>
                  </a:lnTo>
                  <a:lnTo>
                    <a:pt x="101523" y="188099"/>
                  </a:lnTo>
                  <a:lnTo>
                    <a:pt x="68237" y="181330"/>
                  </a:lnTo>
                  <a:lnTo>
                    <a:pt x="41008" y="162928"/>
                  </a:lnTo>
                  <a:lnTo>
                    <a:pt x="22631" y="135636"/>
                  </a:lnTo>
                  <a:lnTo>
                    <a:pt x="15887" y="102285"/>
                  </a:lnTo>
                  <a:lnTo>
                    <a:pt x="22631" y="68922"/>
                  </a:lnTo>
                  <a:lnTo>
                    <a:pt x="41008" y="41643"/>
                  </a:lnTo>
                  <a:lnTo>
                    <a:pt x="68237" y="23228"/>
                  </a:lnTo>
                  <a:lnTo>
                    <a:pt x="101523" y="16471"/>
                  </a:lnTo>
                  <a:lnTo>
                    <a:pt x="134835" y="23228"/>
                  </a:lnTo>
                  <a:lnTo>
                    <a:pt x="162064" y="41643"/>
                  </a:lnTo>
                  <a:lnTo>
                    <a:pt x="180428" y="68922"/>
                  </a:lnTo>
                  <a:lnTo>
                    <a:pt x="187159" y="102285"/>
                  </a:lnTo>
                  <a:lnTo>
                    <a:pt x="187159" y="56934"/>
                  </a:lnTo>
                  <a:lnTo>
                    <a:pt x="169989" y="33667"/>
                  </a:lnTo>
                  <a:lnTo>
                    <a:pt x="146812" y="16471"/>
                  </a:lnTo>
                  <a:lnTo>
                    <a:pt x="146596" y="16306"/>
                  </a:lnTo>
                  <a:lnTo>
                    <a:pt x="118694" y="6629"/>
                  </a:lnTo>
                  <a:lnTo>
                    <a:pt x="118757" y="2578"/>
                  </a:lnTo>
                  <a:lnTo>
                    <a:pt x="116230" y="0"/>
                  </a:lnTo>
                  <a:lnTo>
                    <a:pt x="86982" y="0"/>
                  </a:lnTo>
                  <a:lnTo>
                    <a:pt x="84404" y="2578"/>
                  </a:lnTo>
                  <a:lnTo>
                    <a:pt x="84467" y="6629"/>
                  </a:lnTo>
                  <a:lnTo>
                    <a:pt x="56591" y="16306"/>
                  </a:lnTo>
                  <a:lnTo>
                    <a:pt x="33197" y="33667"/>
                  </a:lnTo>
                  <a:lnTo>
                    <a:pt x="15862" y="57111"/>
                  </a:lnTo>
                  <a:lnTo>
                    <a:pt x="6159" y="85077"/>
                  </a:lnTo>
                  <a:lnTo>
                    <a:pt x="2527" y="85077"/>
                  </a:lnTo>
                  <a:lnTo>
                    <a:pt x="0" y="87604"/>
                  </a:lnTo>
                  <a:lnTo>
                    <a:pt x="50" y="116903"/>
                  </a:lnTo>
                  <a:lnTo>
                    <a:pt x="2527" y="119430"/>
                  </a:lnTo>
                  <a:lnTo>
                    <a:pt x="6172" y="119430"/>
                  </a:lnTo>
                  <a:lnTo>
                    <a:pt x="11734" y="138696"/>
                  </a:lnTo>
                  <a:lnTo>
                    <a:pt x="21031" y="156235"/>
                  </a:lnTo>
                  <a:lnTo>
                    <a:pt x="33718" y="171551"/>
                  </a:lnTo>
                  <a:lnTo>
                    <a:pt x="49441" y="184099"/>
                  </a:lnTo>
                  <a:lnTo>
                    <a:pt x="48945" y="285483"/>
                  </a:lnTo>
                  <a:lnTo>
                    <a:pt x="49047" y="293471"/>
                  </a:lnTo>
                  <a:lnTo>
                    <a:pt x="52311" y="301231"/>
                  </a:lnTo>
                  <a:lnTo>
                    <a:pt x="57975" y="306743"/>
                  </a:lnTo>
                  <a:lnTo>
                    <a:pt x="79717" y="328587"/>
                  </a:lnTo>
                  <a:lnTo>
                    <a:pt x="104635" y="328587"/>
                  </a:lnTo>
                  <a:lnTo>
                    <a:pt x="107302" y="325920"/>
                  </a:lnTo>
                  <a:lnTo>
                    <a:pt x="107302" y="319735"/>
                  </a:lnTo>
                  <a:lnTo>
                    <a:pt x="104775" y="317144"/>
                  </a:lnTo>
                  <a:lnTo>
                    <a:pt x="84467" y="317144"/>
                  </a:lnTo>
                  <a:lnTo>
                    <a:pt x="66052" y="298589"/>
                  </a:lnTo>
                  <a:lnTo>
                    <a:pt x="62522" y="295109"/>
                  </a:lnTo>
                  <a:lnTo>
                    <a:pt x="60388" y="290322"/>
                  </a:lnTo>
                  <a:lnTo>
                    <a:pt x="60388" y="285483"/>
                  </a:lnTo>
                  <a:lnTo>
                    <a:pt x="60769" y="204457"/>
                  </a:lnTo>
                  <a:lnTo>
                    <a:pt x="60833" y="190347"/>
                  </a:lnTo>
                  <a:lnTo>
                    <a:pt x="68300" y="193827"/>
                  </a:lnTo>
                  <a:lnTo>
                    <a:pt x="76276" y="196354"/>
                  </a:lnTo>
                  <a:lnTo>
                    <a:pt x="84467" y="197827"/>
                  </a:lnTo>
                  <a:lnTo>
                    <a:pt x="84467" y="201930"/>
                  </a:lnTo>
                  <a:lnTo>
                    <a:pt x="86931" y="204457"/>
                  </a:lnTo>
                  <a:lnTo>
                    <a:pt x="116166" y="204457"/>
                  </a:lnTo>
                  <a:lnTo>
                    <a:pt x="118757" y="201930"/>
                  </a:lnTo>
                  <a:lnTo>
                    <a:pt x="118694" y="197827"/>
                  </a:lnTo>
                  <a:lnTo>
                    <a:pt x="140195" y="190347"/>
                  </a:lnTo>
                  <a:lnTo>
                    <a:pt x="146596" y="188125"/>
                  </a:lnTo>
                  <a:lnTo>
                    <a:pt x="169989" y="170764"/>
                  </a:lnTo>
                  <a:lnTo>
                    <a:pt x="187299" y="147332"/>
                  </a:lnTo>
                  <a:lnTo>
                    <a:pt x="196964" y="119430"/>
                  </a:lnTo>
                  <a:lnTo>
                    <a:pt x="200863" y="119430"/>
                  </a:lnTo>
                  <a:lnTo>
                    <a:pt x="203441" y="116903"/>
                  </a:lnTo>
                  <a:lnTo>
                    <a:pt x="203441" y="8760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385582" y="4805838"/>
              <a:ext cx="123801" cy="124049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0348760" y="4761788"/>
              <a:ext cx="1220470" cy="341630"/>
            </a:xfrm>
            <a:custGeom>
              <a:avLst/>
              <a:gdLst/>
              <a:ahLst/>
              <a:cxnLst/>
              <a:rect l="l" t="t" r="r" b="b"/>
              <a:pathLst>
                <a:path w="1220470" h="341629">
                  <a:moveTo>
                    <a:pt x="42087" y="264325"/>
                  </a:moveTo>
                  <a:lnTo>
                    <a:pt x="30810" y="260223"/>
                  </a:lnTo>
                  <a:lnTo>
                    <a:pt x="30810" y="272300"/>
                  </a:lnTo>
                  <a:lnTo>
                    <a:pt x="30810" y="327698"/>
                  </a:lnTo>
                  <a:lnTo>
                    <a:pt x="28397" y="328599"/>
                  </a:lnTo>
                  <a:lnTo>
                    <a:pt x="26047" y="329438"/>
                  </a:lnTo>
                  <a:lnTo>
                    <a:pt x="23571" y="329882"/>
                  </a:lnTo>
                  <a:lnTo>
                    <a:pt x="18630" y="329882"/>
                  </a:lnTo>
                  <a:lnTo>
                    <a:pt x="16217" y="329438"/>
                  </a:lnTo>
                  <a:lnTo>
                    <a:pt x="13868" y="328599"/>
                  </a:lnTo>
                  <a:lnTo>
                    <a:pt x="11506" y="327698"/>
                  </a:lnTo>
                  <a:lnTo>
                    <a:pt x="11506" y="272300"/>
                  </a:lnTo>
                  <a:lnTo>
                    <a:pt x="16217" y="270611"/>
                  </a:lnTo>
                  <a:lnTo>
                    <a:pt x="18694" y="270167"/>
                  </a:lnTo>
                  <a:lnTo>
                    <a:pt x="23634" y="270167"/>
                  </a:lnTo>
                  <a:lnTo>
                    <a:pt x="26098" y="270611"/>
                  </a:lnTo>
                  <a:lnTo>
                    <a:pt x="30810" y="272300"/>
                  </a:lnTo>
                  <a:lnTo>
                    <a:pt x="30810" y="260223"/>
                  </a:lnTo>
                  <a:lnTo>
                    <a:pt x="28625" y="259422"/>
                  </a:lnTo>
                  <a:lnTo>
                    <a:pt x="24866" y="258749"/>
                  </a:lnTo>
                  <a:lnTo>
                    <a:pt x="17233" y="258749"/>
                  </a:lnTo>
                  <a:lnTo>
                    <a:pt x="13474" y="259422"/>
                  </a:lnTo>
                  <a:lnTo>
                    <a:pt x="0" y="264325"/>
                  </a:lnTo>
                  <a:lnTo>
                    <a:pt x="0" y="335686"/>
                  </a:lnTo>
                  <a:lnTo>
                    <a:pt x="13525" y="340575"/>
                  </a:lnTo>
                  <a:lnTo>
                    <a:pt x="17284" y="341249"/>
                  </a:lnTo>
                  <a:lnTo>
                    <a:pt x="24803" y="341249"/>
                  </a:lnTo>
                  <a:lnTo>
                    <a:pt x="28562" y="340575"/>
                  </a:lnTo>
                  <a:lnTo>
                    <a:pt x="42087" y="335686"/>
                  </a:lnTo>
                  <a:lnTo>
                    <a:pt x="42087" y="329882"/>
                  </a:lnTo>
                  <a:lnTo>
                    <a:pt x="42087" y="270167"/>
                  </a:lnTo>
                  <a:lnTo>
                    <a:pt x="42087" y="264325"/>
                  </a:lnTo>
                  <a:close/>
                </a:path>
                <a:path w="1220470" h="341629">
                  <a:moveTo>
                    <a:pt x="150914" y="297332"/>
                  </a:moveTo>
                  <a:lnTo>
                    <a:pt x="150456" y="201790"/>
                  </a:lnTo>
                  <a:lnTo>
                    <a:pt x="147878" y="199263"/>
                  </a:lnTo>
                  <a:lnTo>
                    <a:pt x="143167" y="199263"/>
                  </a:lnTo>
                  <a:lnTo>
                    <a:pt x="141757" y="199872"/>
                  </a:lnTo>
                  <a:lnTo>
                    <a:pt x="139623" y="202018"/>
                  </a:lnTo>
                  <a:lnTo>
                    <a:pt x="139065" y="203479"/>
                  </a:lnTo>
                  <a:lnTo>
                    <a:pt x="139522" y="294182"/>
                  </a:lnTo>
                  <a:lnTo>
                    <a:pt x="137439" y="299021"/>
                  </a:lnTo>
                  <a:lnTo>
                    <a:pt x="111569" y="324942"/>
                  </a:lnTo>
                  <a:lnTo>
                    <a:pt x="111569" y="328536"/>
                  </a:lnTo>
                  <a:lnTo>
                    <a:pt x="114884" y="331851"/>
                  </a:lnTo>
                  <a:lnTo>
                    <a:pt x="116281" y="332422"/>
                  </a:lnTo>
                  <a:lnTo>
                    <a:pt x="117906" y="332473"/>
                  </a:lnTo>
                  <a:lnTo>
                    <a:pt x="119430" y="332473"/>
                  </a:lnTo>
                  <a:lnTo>
                    <a:pt x="120891" y="331851"/>
                  </a:lnTo>
                  <a:lnTo>
                    <a:pt x="147548" y="305092"/>
                  </a:lnTo>
                  <a:lnTo>
                    <a:pt x="150914" y="297332"/>
                  </a:lnTo>
                  <a:close/>
                </a:path>
                <a:path w="1220470" h="341629">
                  <a:moveTo>
                    <a:pt x="197434" y="264325"/>
                  </a:moveTo>
                  <a:lnTo>
                    <a:pt x="186156" y="260223"/>
                  </a:lnTo>
                  <a:lnTo>
                    <a:pt x="186156" y="272300"/>
                  </a:lnTo>
                  <a:lnTo>
                    <a:pt x="186156" y="327698"/>
                  </a:lnTo>
                  <a:lnTo>
                    <a:pt x="183743" y="328599"/>
                  </a:lnTo>
                  <a:lnTo>
                    <a:pt x="181381" y="329438"/>
                  </a:lnTo>
                  <a:lnTo>
                    <a:pt x="178917" y="329882"/>
                  </a:lnTo>
                  <a:lnTo>
                    <a:pt x="173977" y="329882"/>
                  </a:lnTo>
                  <a:lnTo>
                    <a:pt x="171564" y="329438"/>
                  </a:lnTo>
                  <a:lnTo>
                    <a:pt x="169202" y="328599"/>
                  </a:lnTo>
                  <a:lnTo>
                    <a:pt x="166852" y="327698"/>
                  </a:lnTo>
                  <a:lnTo>
                    <a:pt x="166852" y="272300"/>
                  </a:lnTo>
                  <a:lnTo>
                    <a:pt x="171564" y="270611"/>
                  </a:lnTo>
                  <a:lnTo>
                    <a:pt x="173977" y="270167"/>
                  </a:lnTo>
                  <a:lnTo>
                    <a:pt x="179031" y="270167"/>
                  </a:lnTo>
                  <a:lnTo>
                    <a:pt x="181444" y="270611"/>
                  </a:lnTo>
                  <a:lnTo>
                    <a:pt x="186156" y="272300"/>
                  </a:lnTo>
                  <a:lnTo>
                    <a:pt x="186156" y="260223"/>
                  </a:lnTo>
                  <a:lnTo>
                    <a:pt x="183959" y="259422"/>
                  </a:lnTo>
                  <a:lnTo>
                    <a:pt x="180200" y="258749"/>
                  </a:lnTo>
                  <a:lnTo>
                    <a:pt x="172567" y="258749"/>
                  </a:lnTo>
                  <a:lnTo>
                    <a:pt x="168808" y="259422"/>
                  </a:lnTo>
                  <a:lnTo>
                    <a:pt x="155346" y="264325"/>
                  </a:lnTo>
                  <a:lnTo>
                    <a:pt x="155346" y="335686"/>
                  </a:lnTo>
                  <a:lnTo>
                    <a:pt x="168871" y="340575"/>
                  </a:lnTo>
                  <a:lnTo>
                    <a:pt x="172631" y="341249"/>
                  </a:lnTo>
                  <a:lnTo>
                    <a:pt x="180200" y="341249"/>
                  </a:lnTo>
                  <a:lnTo>
                    <a:pt x="183959" y="340575"/>
                  </a:lnTo>
                  <a:lnTo>
                    <a:pt x="197434" y="335686"/>
                  </a:lnTo>
                  <a:lnTo>
                    <a:pt x="197434" y="329882"/>
                  </a:lnTo>
                  <a:lnTo>
                    <a:pt x="197434" y="270167"/>
                  </a:lnTo>
                  <a:lnTo>
                    <a:pt x="197434" y="264325"/>
                  </a:lnTo>
                  <a:close/>
                </a:path>
                <a:path w="1220470" h="341629">
                  <a:moveTo>
                    <a:pt x="1068628" y="3708"/>
                  </a:moveTo>
                  <a:lnTo>
                    <a:pt x="1064907" y="0"/>
                  </a:lnTo>
                  <a:lnTo>
                    <a:pt x="1061834" y="0"/>
                  </a:lnTo>
                  <a:lnTo>
                    <a:pt x="1047013" y="33159"/>
                  </a:lnTo>
                  <a:lnTo>
                    <a:pt x="1047864" y="41884"/>
                  </a:lnTo>
                  <a:lnTo>
                    <a:pt x="1062151" y="65887"/>
                  </a:lnTo>
                  <a:lnTo>
                    <a:pt x="1063371" y="65887"/>
                  </a:lnTo>
                  <a:lnTo>
                    <a:pt x="1064590" y="65887"/>
                  </a:lnTo>
                  <a:lnTo>
                    <a:pt x="1065809" y="65443"/>
                  </a:lnTo>
                  <a:lnTo>
                    <a:pt x="1068628" y="62623"/>
                  </a:lnTo>
                  <a:lnTo>
                    <a:pt x="1068628" y="59550"/>
                  </a:lnTo>
                  <a:lnTo>
                    <a:pt x="1066774" y="57683"/>
                  </a:lnTo>
                  <a:lnTo>
                    <a:pt x="1062418" y="52412"/>
                  </a:lnTo>
                  <a:lnTo>
                    <a:pt x="1059243" y="46456"/>
                  </a:lnTo>
                  <a:lnTo>
                    <a:pt x="1057300" y="39992"/>
                  </a:lnTo>
                  <a:lnTo>
                    <a:pt x="1056627" y="33159"/>
                  </a:lnTo>
                  <a:lnTo>
                    <a:pt x="1057300" y="26327"/>
                  </a:lnTo>
                  <a:lnTo>
                    <a:pt x="1059243" y="19862"/>
                  </a:lnTo>
                  <a:lnTo>
                    <a:pt x="1062418" y="13919"/>
                  </a:lnTo>
                  <a:lnTo>
                    <a:pt x="1066774" y="8636"/>
                  </a:lnTo>
                  <a:lnTo>
                    <a:pt x="1068628" y="6781"/>
                  </a:lnTo>
                  <a:lnTo>
                    <a:pt x="1068628" y="3708"/>
                  </a:lnTo>
                  <a:close/>
                </a:path>
                <a:path w="1220470" h="341629">
                  <a:moveTo>
                    <a:pt x="1083195" y="18186"/>
                  </a:moveTo>
                  <a:lnTo>
                    <a:pt x="1079474" y="14465"/>
                  </a:lnTo>
                  <a:lnTo>
                    <a:pt x="1076388" y="14465"/>
                  </a:lnTo>
                  <a:lnTo>
                    <a:pt x="1074534" y="16319"/>
                  </a:lnTo>
                  <a:lnTo>
                    <a:pt x="1069301" y="24193"/>
                  </a:lnTo>
                  <a:lnTo>
                    <a:pt x="1067549" y="33159"/>
                  </a:lnTo>
                  <a:lnTo>
                    <a:pt x="1069301" y="42125"/>
                  </a:lnTo>
                  <a:lnTo>
                    <a:pt x="1074534" y="49999"/>
                  </a:lnTo>
                  <a:lnTo>
                    <a:pt x="1075499" y="50965"/>
                  </a:lnTo>
                  <a:lnTo>
                    <a:pt x="1076718" y="51409"/>
                  </a:lnTo>
                  <a:lnTo>
                    <a:pt x="1079144" y="51409"/>
                  </a:lnTo>
                  <a:lnTo>
                    <a:pt x="1080363" y="50965"/>
                  </a:lnTo>
                  <a:lnTo>
                    <a:pt x="1083195" y="48145"/>
                  </a:lnTo>
                  <a:lnTo>
                    <a:pt x="1083195" y="45072"/>
                  </a:lnTo>
                  <a:lnTo>
                    <a:pt x="1075753" y="37642"/>
                  </a:lnTo>
                  <a:lnTo>
                    <a:pt x="1075753" y="28676"/>
                  </a:lnTo>
                  <a:lnTo>
                    <a:pt x="1083195" y="21259"/>
                  </a:lnTo>
                  <a:lnTo>
                    <a:pt x="1083195" y="18186"/>
                  </a:lnTo>
                  <a:close/>
                </a:path>
                <a:path w="1220470" h="341629">
                  <a:moveTo>
                    <a:pt x="1153312" y="26822"/>
                  </a:moveTo>
                  <a:lnTo>
                    <a:pt x="1150810" y="20802"/>
                  </a:lnTo>
                  <a:lnTo>
                    <a:pt x="1144460" y="14465"/>
                  </a:lnTo>
                  <a:lnTo>
                    <a:pt x="1141374" y="14465"/>
                  </a:lnTo>
                  <a:lnTo>
                    <a:pt x="1137653" y="18186"/>
                  </a:lnTo>
                  <a:lnTo>
                    <a:pt x="1137653" y="21259"/>
                  </a:lnTo>
                  <a:lnTo>
                    <a:pt x="1145095" y="28676"/>
                  </a:lnTo>
                  <a:lnTo>
                    <a:pt x="1145095" y="37642"/>
                  </a:lnTo>
                  <a:lnTo>
                    <a:pt x="1137653" y="45072"/>
                  </a:lnTo>
                  <a:lnTo>
                    <a:pt x="1137653" y="48145"/>
                  </a:lnTo>
                  <a:lnTo>
                    <a:pt x="1139520" y="49999"/>
                  </a:lnTo>
                  <a:lnTo>
                    <a:pt x="1140485" y="50965"/>
                  </a:lnTo>
                  <a:lnTo>
                    <a:pt x="1141704" y="51409"/>
                  </a:lnTo>
                  <a:lnTo>
                    <a:pt x="1144143" y="51409"/>
                  </a:lnTo>
                  <a:lnTo>
                    <a:pt x="1145362" y="50965"/>
                  </a:lnTo>
                  <a:lnTo>
                    <a:pt x="1150810" y="45516"/>
                  </a:lnTo>
                  <a:lnTo>
                    <a:pt x="1153312" y="39509"/>
                  </a:lnTo>
                  <a:lnTo>
                    <a:pt x="1153312" y="26822"/>
                  </a:lnTo>
                  <a:close/>
                </a:path>
                <a:path w="1220470" h="341629">
                  <a:moveTo>
                    <a:pt x="1173835" y="33159"/>
                  </a:moveTo>
                  <a:lnTo>
                    <a:pt x="1159027" y="0"/>
                  </a:lnTo>
                  <a:lnTo>
                    <a:pt x="1155941" y="0"/>
                  </a:lnTo>
                  <a:lnTo>
                    <a:pt x="1152220" y="3708"/>
                  </a:lnTo>
                  <a:lnTo>
                    <a:pt x="1152220" y="6781"/>
                  </a:lnTo>
                  <a:lnTo>
                    <a:pt x="1154087" y="8636"/>
                  </a:lnTo>
                  <a:lnTo>
                    <a:pt x="1158430" y="13919"/>
                  </a:lnTo>
                  <a:lnTo>
                    <a:pt x="1161605" y="19862"/>
                  </a:lnTo>
                  <a:lnTo>
                    <a:pt x="1163548" y="26339"/>
                  </a:lnTo>
                  <a:lnTo>
                    <a:pt x="1164221" y="33159"/>
                  </a:lnTo>
                  <a:lnTo>
                    <a:pt x="1163548" y="39992"/>
                  </a:lnTo>
                  <a:lnTo>
                    <a:pt x="1161605" y="46456"/>
                  </a:lnTo>
                  <a:lnTo>
                    <a:pt x="1158430" y="52412"/>
                  </a:lnTo>
                  <a:lnTo>
                    <a:pt x="1154087" y="57683"/>
                  </a:lnTo>
                  <a:lnTo>
                    <a:pt x="1152220" y="59550"/>
                  </a:lnTo>
                  <a:lnTo>
                    <a:pt x="1152220" y="62623"/>
                  </a:lnTo>
                  <a:lnTo>
                    <a:pt x="1155039" y="65443"/>
                  </a:lnTo>
                  <a:lnTo>
                    <a:pt x="1156258" y="65887"/>
                  </a:lnTo>
                  <a:lnTo>
                    <a:pt x="1158697" y="65887"/>
                  </a:lnTo>
                  <a:lnTo>
                    <a:pt x="1172984" y="41884"/>
                  </a:lnTo>
                  <a:lnTo>
                    <a:pt x="1173835" y="33159"/>
                  </a:lnTo>
                  <a:close/>
                </a:path>
                <a:path w="1220470" h="341629">
                  <a:moveTo>
                    <a:pt x="1220292" y="227952"/>
                  </a:moveTo>
                  <a:lnTo>
                    <a:pt x="1218107" y="225780"/>
                  </a:lnTo>
                  <a:lnTo>
                    <a:pt x="1215478" y="225780"/>
                  </a:lnTo>
                  <a:lnTo>
                    <a:pt x="1212850" y="225780"/>
                  </a:lnTo>
                  <a:lnTo>
                    <a:pt x="1210665" y="227952"/>
                  </a:lnTo>
                  <a:lnTo>
                    <a:pt x="1210665" y="267144"/>
                  </a:lnTo>
                  <a:lnTo>
                    <a:pt x="1205077" y="272719"/>
                  </a:lnTo>
                  <a:lnTo>
                    <a:pt x="821321" y="272719"/>
                  </a:lnTo>
                  <a:lnTo>
                    <a:pt x="815733" y="267144"/>
                  </a:lnTo>
                  <a:lnTo>
                    <a:pt x="815733" y="190309"/>
                  </a:lnTo>
                  <a:lnTo>
                    <a:pt x="821321" y="184734"/>
                  </a:lnTo>
                  <a:lnTo>
                    <a:pt x="973747" y="184734"/>
                  </a:lnTo>
                  <a:lnTo>
                    <a:pt x="975931" y="182549"/>
                  </a:lnTo>
                  <a:lnTo>
                    <a:pt x="975931" y="177304"/>
                  </a:lnTo>
                  <a:lnTo>
                    <a:pt x="973747" y="175133"/>
                  </a:lnTo>
                  <a:lnTo>
                    <a:pt x="828179" y="175133"/>
                  </a:lnTo>
                  <a:lnTo>
                    <a:pt x="819594" y="176860"/>
                  </a:lnTo>
                  <a:lnTo>
                    <a:pt x="812571" y="181584"/>
                  </a:lnTo>
                  <a:lnTo>
                    <a:pt x="807847" y="188582"/>
                  </a:lnTo>
                  <a:lnTo>
                    <a:pt x="806107" y="197154"/>
                  </a:lnTo>
                  <a:lnTo>
                    <a:pt x="806107" y="260286"/>
                  </a:lnTo>
                  <a:lnTo>
                    <a:pt x="807847" y="268871"/>
                  </a:lnTo>
                  <a:lnTo>
                    <a:pt x="812571" y="275869"/>
                  </a:lnTo>
                  <a:lnTo>
                    <a:pt x="819594" y="280593"/>
                  </a:lnTo>
                  <a:lnTo>
                    <a:pt x="828179" y="282321"/>
                  </a:lnTo>
                  <a:lnTo>
                    <a:pt x="1198219" y="282321"/>
                  </a:lnTo>
                  <a:lnTo>
                    <a:pt x="1206804" y="280593"/>
                  </a:lnTo>
                  <a:lnTo>
                    <a:pt x="1213827" y="275869"/>
                  </a:lnTo>
                  <a:lnTo>
                    <a:pt x="1218552" y="268871"/>
                  </a:lnTo>
                  <a:lnTo>
                    <a:pt x="1220292" y="260299"/>
                  </a:lnTo>
                  <a:lnTo>
                    <a:pt x="1220292" y="22795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175664" y="4773303"/>
              <a:ext cx="392106" cy="25005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399588" y="1558054"/>
              <a:ext cx="259909" cy="26003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8821" y="5870137"/>
              <a:ext cx="104775" cy="104775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11352" y="5740755"/>
              <a:ext cx="300355" cy="301625"/>
            </a:xfrm>
            <a:custGeom>
              <a:avLst/>
              <a:gdLst/>
              <a:ahLst/>
              <a:cxnLst/>
              <a:rect l="l" t="t" r="r" b="b"/>
              <a:pathLst>
                <a:path w="300355" h="301625">
                  <a:moveTo>
                    <a:pt x="255587" y="23012"/>
                  </a:moveTo>
                  <a:lnTo>
                    <a:pt x="257334" y="14053"/>
                  </a:lnTo>
                  <a:lnTo>
                    <a:pt x="262099" y="6738"/>
                  </a:lnTo>
                  <a:lnTo>
                    <a:pt x="269164" y="1807"/>
                  </a:lnTo>
                  <a:lnTo>
                    <a:pt x="277812" y="0"/>
                  </a:lnTo>
                  <a:lnTo>
                    <a:pt x="286466" y="1807"/>
                  </a:lnTo>
                  <a:lnTo>
                    <a:pt x="293530" y="6738"/>
                  </a:lnTo>
                  <a:lnTo>
                    <a:pt x="298291" y="14053"/>
                  </a:lnTo>
                  <a:lnTo>
                    <a:pt x="300037" y="23012"/>
                  </a:lnTo>
                  <a:lnTo>
                    <a:pt x="298291" y="31973"/>
                  </a:lnTo>
                  <a:lnTo>
                    <a:pt x="293530" y="39292"/>
                  </a:lnTo>
                  <a:lnTo>
                    <a:pt x="286466" y="44227"/>
                  </a:lnTo>
                  <a:lnTo>
                    <a:pt x="277812" y="46037"/>
                  </a:lnTo>
                  <a:lnTo>
                    <a:pt x="269164" y="44227"/>
                  </a:lnTo>
                  <a:lnTo>
                    <a:pt x="262099" y="39292"/>
                  </a:lnTo>
                  <a:lnTo>
                    <a:pt x="257334" y="31973"/>
                  </a:lnTo>
                  <a:lnTo>
                    <a:pt x="255587" y="23012"/>
                  </a:lnTo>
                  <a:close/>
                </a:path>
                <a:path w="300355" h="301625">
                  <a:moveTo>
                    <a:pt x="218681" y="180974"/>
                  </a:moveTo>
                  <a:lnTo>
                    <a:pt x="218681" y="173431"/>
                  </a:lnTo>
                  <a:lnTo>
                    <a:pt x="218681" y="165887"/>
                  </a:lnTo>
                  <a:lnTo>
                    <a:pt x="214909" y="162115"/>
                  </a:lnTo>
                  <a:lnTo>
                    <a:pt x="230166" y="153400"/>
                  </a:lnTo>
                  <a:lnTo>
                    <a:pt x="238001" y="148924"/>
                  </a:lnTo>
                  <a:lnTo>
                    <a:pt x="240887" y="147276"/>
                  </a:lnTo>
                  <a:lnTo>
                    <a:pt x="241300" y="147040"/>
                  </a:lnTo>
                  <a:lnTo>
                    <a:pt x="223862" y="116526"/>
                  </a:lnTo>
                  <a:lnTo>
                    <a:pt x="214907" y="100857"/>
                  </a:lnTo>
                  <a:lnTo>
                    <a:pt x="211608" y="95084"/>
                  </a:lnTo>
                  <a:lnTo>
                    <a:pt x="211137" y="94259"/>
                  </a:lnTo>
                  <a:lnTo>
                    <a:pt x="198061" y="102974"/>
                  </a:lnTo>
                  <a:lnTo>
                    <a:pt x="191346" y="107449"/>
                  </a:lnTo>
                  <a:lnTo>
                    <a:pt x="188872" y="109098"/>
                  </a:lnTo>
                  <a:lnTo>
                    <a:pt x="188518" y="109334"/>
                  </a:lnTo>
                  <a:lnTo>
                    <a:pt x="179975" y="101556"/>
                  </a:lnTo>
                  <a:lnTo>
                    <a:pt x="171080" y="95196"/>
                  </a:lnTo>
                  <a:lnTo>
                    <a:pt x="161477" y="90249"/>
                  </a:lnTo>
                  <a:lnTo>
                    <a:pt x="150812" y="86715"/>
                  </a:lnTo>
                  <a:lnTo>
                    <a:pt x="150812" y="71458"/>
                  </a:lnTo>
                  <a:lnTo>
                    <a:pt x="150812" y="63623"/>
                  </a:lnTo>
                  <a:lnTo>
                    <a:pt x="150812" y="60737"/>
                  </a:lnTo>
                  <a:lnTo>
                    <a:pt x="150812" y="60324"/>
                  </a:lnTo>
                  <a:lnTo>
                    <a:pt x="115937" y="60324"/>
                  </a:lnTo>
                  <a:lnTo>
                    <a:pt x="98028" y="60324"/>
                  </a:lnTo>
                  <a:lnTo>
                    <a:pt x="91430" y="60324"/>
                  </a:lnTo>
                  <a:lnTo>
                    <a:pt x="90487" y="60324"/>
                  </a:lnTo>
                  <a:lnTo>
                    <a:pt x="90487" y="75582"/>
                  </a:lnTo>
                  <a:lnTo>
                    <a:pt x="90487" y="83416"/>
                  </a:lnTo>
                  <a:lnTo>
                    <a:pt x="90487" y="86303"/>
                  </a:lnTo>
                  <a:lnTo>
                    <a:pt x="90487" y="86715"/>
                  </a:lnTo>
                  <a:lnTo>
                    <a:pt x="79886" y="90249"/>
                  </a:lnTo>
                  <a:lnTo>
                    <a:pt x="70696" y="95196"/>
                  </a:lnTo>
                  <a:lnTo>
                    <a:pt x="62917" y="101556"/>
                  </a:lnTo>
                  <a:lnTo>
                    <a:pt x="56553" y="109334"/>
                  </a:lnTo>
                  <a:lnTo>
                    <a:pt x="41296" y="100619"/>
                  </a:lnTo>
                  <a:lnTo>
                    <a:pt x="33461" y="96143"/>
                  </a:lnTo>
                  <a:lnTo>
                    <a:pt x="30574" y="94494"/>
                  </a:lnTo>
                  <a:lnTo>
                    <a:pt x="30162" y="94259"/>
                  </a:lnTo>
                  <a:lnTo>
                    <a:pt x="12724" y="124773"/>
                  </a:lnTo>
                  <a:lnTo>
                    <a:pt x="3770" y="140442"/>
                  </a:lnTo>
                  <a:lnTo>
                    <a:pt x="471" y="146215"/>
                  </a:lnTo>
                  <a:lnTo>
                    <a:pt x="0" y="147040"/>
                  </a:lnTo>
                  <a:lnTo>
                    <a:pt x="15257" y="155755"/>
                  </a:lnTo>
                  <a:lnTo>
                    <a:pt x="23091" y="160231"/>
                  </a:lnTo>
                  <a:lnTo>
                    <a:pt x="25978" y="161879"/>
                  </a:lnTo>
                  <a:lnTo>
                    <a:pt x="26390" y="162115"/>
                  </a:lnTo>
                  <a:lnTo>
                    <a:pt x="22618" y="165887"/>
                  </a:lnTo>
                  <a:lnTo>
                    <a:pt x="22618" y="173431"/>
                  </a:lnTo>
                  <a:lnTo>
                    <a:pt x="22618" y="180974"/>
                  </a:lnTo>
                  <a:lnTo>
                    <a:pt x="22618" y="188506"/>
                  </a:lnTo>
                  <a:lnTo>
                    <a:pt x="22618" y="196049"/>
                  </a:lnTo>
                  <a:lnTo>
                    <a:pt x="26390" y="199821"/>
                  </a:lnTo>
                  <a:lnTo>
                    <a:pt x="11133" y="208544"/>
                  </a:lnTo>
                  <a:lnTo>
                    <a:pt x="3298" y="213023"/>
                  </a:lnTo>
                  <a:lnTo>
                    <a:pt x="412" y="214673"/>
                  </a:lnTo>
                  <a:lnTo>
                    <a:pt x="0" y="214909"/>
                  </a:lnTo>
                  <a:lnTo>
                    <a:pt x="17437" y="245423"/>
                  </a:lnTo>
                  <a:lnTo>
                    <a:pt x="26392" y="261092"/>
                  </a:lnTo>
                  <a:lnTo>
                    <a:pt x="29691" y="266865"/>
                  </a:lnTo>
                  <a:lnTo>
                    <a:pt x="30162" y="267690"/>
                  </a:lnTo>
                  <a:lnTo>
                    <a:pt x="45419" y="258968"/>
                  </a:lnTo>
                  <a:lnTo>
                    <a:pt x="53254" y="254488"/>
                  </a:lnTo>
                  <a:lnTo>
                    <a:pt x="56140" y="252838"/>
                  </a:lnTo>
                  <a:lnTo>
                    <a:pt x="56553" y="252602"/>
                  </a:lnTo>
                  <a:lnTo>
                    <a:pt x="62917" y="260382"/>
                  </a:lnTo>
                  <a:lnTo>
                    <a:pt x="70696" y="266747"/>
                  </a:lnTo>
                  <a:lnTo>
                    <a:pt x="79886" y="271698"/>
                  </a:lnTo>
                  <a:lnTo>
                    <a:pt x="90487" y="275234"/>
                  </a:lnTo>
                  <a:lnTo>
                    <a:pt x="90487" y="290491"/>
                  </a:lnTo>
                  <a:lnTo>
                    <a:pt x="90487" y="298326"/>
                  </a:lnTo>
                  <a:lnTo>
                    <a:pt x="90487" y="301212"/>
                  </a:lnTo>
                  <a:lnTo>
                    <a:pt x="90487" y="301624"/>
                  </a:lnTo>
                  <a:lnTo>
                    <a:pt x="125362" y="301624"/>
                  </a:lnTo>
                  <a:lnTo>
                    <a:pt x="143271" y="301624"/>
                  </a:lnTo>
                  <a:lnTo>
                    <a:pt x="149869" y="301624"/>
                  </a:lnTo>
                  <a:lnTo>
                    <a:pt x="150812" y="301624"/>
                  </a:lnTo>
                  <a:lnTo>
                    <a:pt x="150812" y="286367"/>
                  </a:lnTo>
                  <a:lnTo>
                    <a:pt x="150812" y="278533"/>
                  </a:lnTo>
                  <a:lnTo>
                    <a:pt x="150812" y="275646"/>
                  </a:lnTo>
                  <a:lnTo>
                    <a:pt x="150812" y="275234"/>
                  </a:lnTo>
                  <a:lnTo>
                    <a:pt x="161477" y="271698"/>
                  </a:lnTo>
                  <a:lnTo>
                    <a:pt x="171080" y="266747"/>
                  </a:lnTo>
                  <a:lnTo>
                    <a:pt x="179975" y="260382"/>
                  </a:lnTo>
                  <a:lnTo>
                    <a:pt x="188518" y="252602"/>
                  </a:lnTo>
                  <a:lnTo>
                    <a:pt x="201595" y="261325"/>
                  </a:lnTo>
                  <a:lnTo>
                    <a:pt x="208310" y="265804"/>
                  </a:lnTo>
                  <a:lnTo>
                    <a:pt x="210784" y="267454"/>
                  </a:lnTo>
                  <a:lnTo>
                    <a:pt x="211137" y="267690"/>
                  </a:lnTo>
                  <a:lnTo>
                    <a:pt x="228575" y="237176"/>
                  </a:lnTo>
                  <a:lnTo>
                    <a:pt x="237529" y="221507"/>
                  </a:lnTo>
                  <a:lnTo>
                    <a:pt x="240828" y="215734"/>
                  </a:lnTo>
                  <a:lnTo>
                    <a:pt x="241300" y="214909"/>
                  </a:lnTo>
                  <a:lnTo>
                    <a:pt x="226042" y="206186"/>
                  </a:lnTo>
                  <a:lnTo>
                    <a:pt x="218208" y="201707"/>
                  </a:lnTo>
                  <a:lnTo>
                    <a:pt x="215321" y="200057"/>
                  </a:lnTo>
                  <a:lnTo>
                    <a:pt x="214909" y="199821"/>
                  </a:lnTo>
                  <a:lnTo>
                    <a:pt x="218681" y="196049"/>
                  </a:lnTo>
                  <a:lnTo>
                    <a:pt x="218681" y="188506"/>
                  </a:lnTo>
                  <a:lnTo>
                    <a:pt x="218681" y="180974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346" y="5689162"/>
              <a:ext cx="149224" cy="14922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63997" y="1371600"/>
              <a:ext cx="2245105" cy="962151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11081" y="1513967"/>
              <a:ext cx="1465544" cy="412844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620538" y="1566363"/>
              <a:ext cx="113612" cy="19074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73952" y="1816582"/>
              <a:ext cx="831062" cy="56276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81520" y="1926234"/>
              <a:ext cx="584245" cy="31228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249418" y="2080641"/>
              <a:ext cx="1234440" cy="0"/>
            </a:xfrm>
            <a:custGeom>
              <a:avLst/>
              <a:gdLst/>
              <a:ahLst/>
              <a:cxnLst/>
              <a:rect l="l" t="t" r="r" b="b"/>
              <a:pathLst>
                <a:path w="1234439">
                  <a:moveTo>
                    <a:pt x="0" y="0"/>
                  </a:moveTo>
                  <a:lnTo>
                    <a:pt x="1234440" y="0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96412" y="2584754"/>
              <a:ext cx="960526" cy="95905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553239" y="2802763"/>
              <a:ext cx="480634" cy="480695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673041" y="2901167"/>
              <a:ext cx="222885" cy="285750"/>
            </a:xfrm>
            <a:custGeom>
              <a:avLst/>
              <a:gdLst/>
              <a:ahLst/>
              <a:cxnLst/>
              <a:rect l="l" t="t" r="r" b="b"/>
              <a:pathLst>
                <a:path w="222885" h="285750">
                  <a:moveTo>
                    <a:pt x="178417" y="141745"/>
                  </a:moveTo>
                  <a:lnTo>
                    <a:pt x="156514" y="143169"/>
                  </a:lnTo>
                  <a:lnTo>
                    <a:pt x="132045" y="147377"/>
                  </a:lnTo>
                  <a:lnTo>
                    <a:pt x="128507" y="148165"/>
                  </a:lnTo>
                  <a:lnTo>
                    <a:pt x="128590" y="232563"/>
                  </a:lnTo>
                  <a:lnTo>
                    <a:pt x="177213" y="282446"/>
                  </a:lnTo>
                  <a:lnTo>
                    <a:pt x="188559" y="285548"/>
                  </a:lnTo>
                  <a:lnTo>
                    <a:pt x="191459" y="284514"/>
                  </a:lnTo>
                  <a:lnTo>
                    <a:pt x="193916" y="282446"/>
                  </a:lnTo>
                  <a:lnTo>
                    <a:pt x="199839" y="276832"/>
                  </a:lnTo>
                  <a:lnTo>
                    <a:pt x="184539" y="276832"/>
                  </a:lnTo>
                  <a:lnTo>
                    <a:pt x="183301" y="275798"/>
                  </a:lnTo>
                  <a:lnTo>
                    <a:pt x="139269" y="232563"/>
                  </a:lnTo>
                  <a:lnTo>
                    <a:pt x="138188" y="231480"/>
                  </a:lnTo>
                  <a:lnTo>
                    <a:pt x="137598" y="230052"/>
                  </a:lnTo>
                  <a:lnTo>
                    <a:pt x="137598" y="155502"/>
                  </a:lnTo>
                  <a:lnTo>
                    <a:pt x="161274" y="151907"/>
                  </a:lnTo>
                  <a:lnTo>
                    <a:pt x="159527" y="151907"/>
                  </a:lnTo>
                  <a:lnTo>
                    <a:pt x="183620" y="150867"/>
                  </a:lnTo>
                  <a:lnTo>
                    <a:pt x="222249" y="150867"/>
                  </a:lnTo>
                  <a:lnTo>
                    <a:pt x="222565" y="150233"/>
                  </a:lnTo>
                  <a:lnTo>
                    <a:pt x="222664" y="149642"/>
                  </a:lnTo>
                  <a:lnTo>
                    <a:pt x="222860" y="149248"/>
                  </a:lnTo>
                  <a:lnTo>
                    <a:pt x="222860" y="143536"/>
                  </a:lnTo>
                  <a:lnTo>
                    <a:pt x="213769" y="143536"/>
                  </a:lnTo>
                  <a:lnTo>
                    <a:pt x="197565" y="142177"/>
                  </a:lnTo>
                  <a:lnTo>
                    <a:pt x="178417" y="141745"/>
                  </a:lnTo>
                  <a:close/>
                </a:path>
                <a:path w="222885" h="285750">
                  <a:moveTo>
                    <a:pt x="205071" y="262158"/>
                  </a:moveTo>
                  <a:lnTo>
                    <a:pt x="202068" y="262158"/>
                  </a:lnTo>
                  <a:lnTo>
                    <a:pt x="200255" y="263833"/>
                  </a:lnTo>
                  <a:lnTo>
                    <a:pt x="187657" y="275798"/>
                  </a:lnTo>
                  <a:lnTo>
                    <a:pt x="186446" y="276832"/>
                  </a:lnTo>
                  <a:lnTo>
                    <a:pt x="199839" y="276832"/>
                  </a:lnTo>
                  <a:lnTo>
                    <a:pt x="208413" y="268707"/>
                  </a:lnTo>
                  <a:lnTo>
                    <a:pt x="208511" y="265802"/>
                  </a:lnTo>
                  <a:lnTo>
                    <a:pt x="205071" y="262158"/>
                  </a:lnTo>
                  <a:close/>
                </a:path>
                <a:path w="222885" h="285750">
                  <a:moveTo>
                    <a:pt x="220845" y="0"/>
                  </a:moveTo>
                  <a:lnTo>
                    <a:pt x="2063" y="0"/>
                  </a:lnTo>
                  <a:lnTo>
                    <a:pt x="0" y="2068"/>
                  </a:lnTo>
                  <a:lnTo>
                    <a:pt x="48" y="256348"/>
                  </a:lnTo>
                  <a:lnTo>
                    <a:pt x="2015" y="258367"/>
                  </a:lnTo>
                  <a:lnTo>
                    <a:pt x="131751" y="258367"/>
                  </a:lnTo>
                  <a:lnTo>
                    <a:pt x="133814" y="256348"/>
                  </a:lnTo>
                  <a:lnTo>
                    <a:pt x="133814" y="251225"/>
                  </a:lnTo>
                  <a:lnTo>
                    <a:pt x="131849" y="249256"/>
                  </a:lnTo>
                  <a:lnTo>
                    <a:pt x="9140" y="249256"/>
                  </a:lnTo>
                  <a:lnTo>
                    <a:pt x="9140" y="208534"/>
                  </a:lnTo>
                  <a:lnTo>
                    <a:pt x="113861" y="208534"/>
                  </a:lnTo>
                  <a:lnTo>
                    <a:pt x="115976" y="206466"/>
                  </a:lnTo>
                  <a:lnTo>
                    <a:pt x="115976" y="199424"/>
                  </a:lnTo>
                  <a:lnTo>
                    <a:pt x="9140" y="199424"/>
                  </a:lnTo>
                  <a:lnTo>
                    <a:pt x="9140" y="158702"/>
                  </a:lnTo>
                  <a:lnTo>
                    <a:pt x="115976" y="158702"/>
                  </a:lnTo>
                  <a:lnTo>
                    <a:pt x="115976" y="151907"/>
                  </a:lnTo>
                  <a:lnTo>
                    <a:pt x="116264" y="151907"/>
                  </a:lnTo>
                  <a:lnTo>
                    <a:pt x="114057" y="149642"/>
                  </a:lnTo>
                  <a:lnTo>
                    <a:pt x="9140" y="149642"/>
                  </a:lnTo>
                  <a:lnTo>
                    <a:pt x="9140" y="108821"/>
                  </a:lnTo>
                  <a:lnTo>
                    <a:pt x="222860" y="108822"/>
                  </a:lnTo>
                  <a:lnTo>
                    <a:pt x="222860" y="99712"/>
                  </a:lnTo>
                  <a:lnTo>
                    <a:pt x="9140" y="99712"/>
                  </a:lnTo>
                  <a:lnTo>
                    <a:pt x="9140" y="58990"/>
                  </a:lnTo>
                  <a:lnTo>
                    <a:pt x="222860" y="58990"/>
                  </a:lnTo>
                  <a:lnTo>
                    <a:pt x="222860" y="49831"/>
                  </a:lnTo>
                  <a:lnTo>
                    <a:pt x="9140" y="49831"/>
                  </a:lnTo>
                  <a:lnTo>
                    <a:pt x="9140" y="9109"/>
                  </a:lnTo>
                  <a:lnTo>
                    <a:pt x="222860" y="9109"/>
                  </a:lnTo>
                  <a:lnTo>
                    <a:pt x="222860" y="2068"/>
                  </a:lnTo>
                  <a:lnTo>
                    <a:pt x="220845" y="0"/>
                  </a:lnTo>
                  <a:close/>
                </a:path>
                <a:path w="222885" h="285750">
                  <a:moveTo>
                    <a:pt x="91405" y="208534"/>
                  </a:moveTo>
                  <a:lnTo>
                    <a:pt x="82313" y="208534"/>
                  </a:lnTo>
                  <a:lnTo>
                    <a:pt x="82313" y="249256"/>
                  </a:lnTo>
                  <a:lnTo>
                    <a:pt x="91405" y="249256"/>
                  </a:lnTo>
                  <a:lnTo>
                    <a:pt x="91405" y="208534"/>
                  </a:lnTo>
                  <a:close/>
                </a:path>
                <a:path w="222885" h="285750">
                  <a:moveTo>
                    <a:pt x="115976" y="158702"/>
                  </a:moveTo>
                  <a:lnTo>
                    <a:pt x="106884" y="158702"/>
                  </a:lnTo>
                  <a:lnTo>
                    <a:pt x="106884" y="199424"/>
                  </a:lnTo>
                  <a:lnTo>
                    <a:pt x="115976" y="199424"/>
                  </a:lnTo>
                  <a:lnTo>
                    <a:pt x="115976" y="158702"/>
                  </a:lnTo>
                  <a:close/>
                </a:path>
                <a:path w="222885" h="285750">
                  <a:moveTo>
                    <a:pt x="222237" y="150867"/>
                  </a:moveTo>
                  <a:lnTo>
                    <a:pt x="183620" y="150867"/>
                  </a:lnTo>
                  <a:lnTo>
                    <a:pt x="208194" y="151907"/>
                  </a:lnTo>
                  <a:lnTo>
                    <a:pt x="204931" y="151907"/>
                  </a:lnTo>
                  <a:lnTo>
                    <a:pt x="217848" y="153138"/>
                  </a:lnTo>
                  <a:lnTo>
                    <a:pt x="220870" y="152793"/>
                  </a:lnTo>
                  <a:lnTo>
                    <a:pt x="220076" y="152793"/>
                  </a:lnTo>
                  <a:lnTo>
                    <a:pt x="220403" y="152547"/>
                  </a:lnTo>
                  <a:lnTo>
                    <a:pt x="221140" y="152104"/>
                  </a:lnTo>
                  <a:lnTo>
                    <a:pt x="221386" y="151907"/>
                  </a:lnTo>
                  <a:lnTo>
                    <a:pt x="222237" y="150867"/>
                  </a:lnTo>
                  <a:close/>
                </a:path>
                <a:path w="222885" h="285750">
                  <a:moveTo>
                    <a:pt x="52091" y="108821"/>
                  </a:moveTo>
                  <a:lnTo>
                    <a:pt x="42999" y="108821"/>
                  </a:lnTo>
                  <a:lnTo>
                    <a:pt x="42999" y="149642"/>
                  </a:lnTo>
                  <a:lnTo>
                    <a:pt x="52091" y="149642"/>
                  </a:lnTo>
                  <a:lnTo>
                    <a:pt x="52091" y="108821"/>
                  </a:lnTo>
                  <a:close/>
                </a:path>
                <a:path w="222885" h="285750">
                  <a:moveTo>
                    <a:pt x="222860" y="108822"/>
                  </a:moveTo>
                  <a:lnTo>
                    <a:pt x="213769" y="108822"/>
                  </a:lnTo>
                  <a:lnTo>
                    <a:pt x="213769" y="143536"/>
                  </a:lnTo>
                  <a:lnTo>
                    <a:pt x="222860" y="143536"/>
                  </a:lnTo>
                  <a:lnTo>
                    <a:pt x="222860" y="108822"/>
                  </a:lnTo>
                  <a:close/>
                </a:path>
                <a:path w="222885" h="285750">
                  <a:moveTo>
                    <a:pt x="164627" y="108821"/>
                  </a:moveTo>
                  <a:lnTo>
                    <a:pt x="155486" y="108821"/>
                  </a:lnTo>
                  <a:lnTo>
                    <a:pt x="155534" y="131472"/>
                  </a:lnTo>
                  <a:lnTo>
                    <a:pt x="157501" y="133491"/>
                  </a:lnTo>
                  <a:lnTo>
                    <a:pt x="162612" y="133491"/>
                  </a:lnTo>
                  <a:lnTo>
                    <a:pt x="164627" y="131472"/>
                  </a:lnTo>
                  <a:lnTo>
                    <a:pt x="164627" y="108821"/>
                  </a:lnTo>
                  <a:close/>
                </a:path>
                <a:path w="222885" h="285750">
                  <a:moveTo>
                    <a:pt x="115976" y="58990"/>
                  </a:moveTo>
                  <a:lnTo>
                    <a:pt x="106884" y="58990"/>
                  </a:lnTo>
                  <a:lnTo>
                    <a:pt x="106884" y="99712"/>
                  </a:lnTo>
                  <a:lnTo>
                    <a:pt x="115976" y="99712"/>
                  </a:lnTo>
                  <a:lnTo>
                    <a:pt x="115976" y="58990"/>
                  </a:lnTo>
                  <a:close/>
                </a:path>
                <a:path w="222885" h="285750">
                  <a:moveTo>
                    <a:pt x="222860" y="58990"/>
                  </a:moveTo>
                  <a:lnTo>
                    <a:pt x="213720" y="58990"/>
                  </a:lnTo>
                  <a:lnTo>
                    <a:pt x="213720" y="99712"/>
                  </a:lnTo>
                  <a:lnTo>
                    <a:pt x="222860" y="99712"/>
                  </a:lnTo>
                  <a:lnTo>
                    <a:pt x="222860" y="58990"/>
                  </a:lnTo>
                  <a:close/>
                </a:path>
                <a:path w="222885" h="285750">
                  <a:moveTo>
                    <a:pt x="73467" y="9109"/>
                  </a:moveTo>
                  <a:lnTo>
                    <a:pt x="64376" y="9109"/>
                  </a:lnTo>
                  <a:lnTo>
                    <a:pt x="64376" y="49831"/>
                  </a:lnTo>
                  <a:lnTo>
                    <a:pt x="73467" y="49831"/>
                  </a:lnTo>
                  <a:lnTo>
                    <a:pt x="73467" y="9109"/>
                  </a:lnTo>
                  <a:close/>
                </a:path>
                <a:path w="222885" h="285750">
                  <a:moveTo>
                    <a:pt x="178042" y="9109"/>
                  </a:moveTo>
                  <a:lnTo>
                    <a:pt x="168902" y="9109"/>
                  </a:lnTo>
                  <a:lnTo>
                    <a:pt x="168902" y="49831"/>
                  </a:lnTo>
                  <a:lnTo>
                    <a:pt x="178042" y="49831"/>
                  </a:lnTo>
                  <a:lnTo>
                    <a:pt x="178042" y="9109"/>
                  </a:lnTo>
                  <a:close/>
                </a:path>
                <a:path w="222885" h="285750">
                  <a:moveTo>
                    <a:pt x="222860" y="9109"/>
                  </a:moveTo>
                  <a:lnTo>
                    <a:pt x="213720" y="9109"/>
                  </a:lnTo>
                  <a:lnTo>
                    <a:pt x="213720" y="49831"/>
                  </a:lnTo>
                  <a:lnTo>
                    <a:pt x="222860" y="49831"/>
                  </a:lnTo>
                  <a:lnTo>
                    <a:pt x="222860" y="91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37570" y="3048594"/>
              <a:ext cx="77399" cy="11000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40195" y="2584754"/>
              <a:ext cx="959053" cy="95905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396101" y="2802763"/>
              <a:ext cx="480695" cy="480695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6515935" y="2901167"/>
              <a:ext cx="222885" cy="285750"/>
            </a:xfrm>
            <a:custGeom>
              <a:avLst/>
              <a:gdLst/>
              <a:ahLst/>
              <a:cxnLst/>
              <a:rect l="l" t="t" r="r" b="b"/>
              <a:pathLst>
                <a:path w="222884" h="285750">
                  <a:moveTo>
                    <a:pt x="178417" y="141745"/>
                  </a:moveTo>
                  <a:lnTo>
                    <a:pt x="156514" y="143169"/>
                  </a:lnTo>
                  <a:lnTo>
                    <a:pt x="132045" y="147377"/>
                  </a:lnTo>
                  <a:lnTo>
                    <a:pt x="128507" y="148165"/>
                  </a:lnTo>
                  <a:lnTo>
                    <a:pt x="128591" y="232563"/>
                  </a:lnTo>
                  <a:lnTo>
                    <a:pt x="177213" y="282446"/>
                  </a:lnTo>
                  <a:lnTo>
                    <a:pt x="188559" y="285548"/>
                  </a:lnTo>
                  <a:lnTo>
                    <a:pt x="191459" y="284514"/>
                  </a:lnTo>
                  <a:lnTo>
                    <a:pt x="193916" y="282446"/>
                  </a:lnTo>
                  <a:lnTo>
                    <a:pt x="199839" y="276832"/>
                  </a:lnTo>
                  <a:lnTo>
                    <a:pt x="184540" y="276832"/>
                  </a:lnTo>
                  <a:lnTo>
                    <a:pt x="183301" y="275798"/>
                  </a:lnTo>
                  <a:lnTo>
                    <a:pt x="139270" y="232563"/>
                  </a:lnTo>
                  <a:lnTo>
                    <a:pt x="138188" y="231480"/>
                  </a:lnTo>
                  <a:lnTo>
                    <a:pt x="137599" y="230052"/>
                  </a:lnTo>
                  <a:lnTo>
                    <a:pt x="137599" y="155502"/>
                  </a:lnTo>
                  <a:lnTo>
                    <a:pt x="161274" y="151907"/>
                  </a:lnTo>
                  <a:lnTo>
                    <a:pt x="159527" y="151907"/>
                  </a:lnTo>
                  <a:lnTo>
                    <a:pt x="183620" y="150867"/>
                  </a:lnTo>
                  <a:lnTo>
                    <a:pt x="222249" y="150867"/>
                  </a:lnTo>
                  <a:lnTo>
                    <a:pt x="222566" y="150233"/>
                  </a:lnTo>
                  <a:lnTo>
                    <a:pt x="222664" y="149642"/>
                  </a:lnTo>
                  <a:lnTo>
                    <a:pt x="222861" y="149248"/>
                  </a:lnTo>
                  <a:lnTo>
                    <a:pt x="222860" y="143536"/>
                  </a:lnTo>
                  <a:lnTo>
                    <a:pt x="213769" y="143536"/>
                  </a:lnTo>
                  <a:lnTo>
                    <a:pt x="197565" y="142177"/>
                  </a:lnTo>
                  <a:lnTo>
                    <a:pt x="178417" y="141745"/>
                  </a:lnTo>
                  <a:close/>
                </a:path>
                <a:path w="222884" h="285750">
                  <a:moveTo>
                    <a:pt x="205071" y="262158"/>
                  </a:moveTo>
                  <a:lnTo>
                    <a:pt x="202068" y="262158"/>
                  </a:lnTo>
                  <a:lnTo>
                    <a:pt x="200255" y="263833"/>
                  </a:lnTo>
                  <a:lnTo>
                    <a:pt x="187658" y="275798"/>
                  </a:lnTo>
                  <a:lnTo>
                    <a:pt x="186446" y="276832"/>
                  </a:lnTo>
                  <a:lnTo>
                    <a:pt x="199839" y="276832"/>
                  </a:lnTo>
                  <a:lnTo>
                    <a:pt x="208413" y="268707"/>
                  </a:lnTo>
                  <a:lnTo>
                    <a:pt x="208511" y="265802"/>
                  </a:lnTo>
                  <a:lnTo>
                    <a:pt x="205071" y="262158"/>
                  </a:lnTo>
                  <a:close/>
                </a:path>
                <a:path w="222884" h="285750">
                  <a:moveTo>
                    <a:pt x="220845" y="0"/>
                  </a:moveTo>
                  <a:lnTo>
                    <a:pt x="2063" y="0"/>
                  </a:lnTo>
                  <a:lnTo>
                    <a:pt x="0" y="2068"/>
                  </a:lnTo>
                  <a:lnTo>
                    <a:pt x="48" y="256348"/>
                  </a:lnTo>
                  <a:lnTo>
                    <a:pt x="2015" y="258367"/>
                  </a:lnTo>
                  <a:lnTo>
                    <a:pt x="131751" y="258367"/>
                  </a:lnTo>
                  <a:lnTo>
                    <a:pt x="133815" y="256348"/>
                  </a:lnTo>
                  <a:lnTo>
                    <a:pt x="133815" y="251225"/>
                  </a:lnTo>
                  <a:lnTo>
                    <a:pt x="131849" y="249256"/>
                  </a:lnTo>
                  <a:lnTo>
                    <a:pt x="9141" y="249256"/>
                  </a:lnTo>
                  <a:lnTo>
                    <a:pt x="9140" y="208534"/>
                  </a:lnTo>
                  <a:lnTo>
                    <a:pt x="113862" y="208534"/>
                  </a:lnTo>
                  <a:lnTo>
                    <a:pt x="115976" y="206466"/>
                  </a:lnTo>
                  <a:lnTo>
                    <a:pt x="115976" y="199424"/>
                  </a:lnTo>
                  <a:lnTo>
                    <a:pt x="9140" y="199424"/>
                  </a:lnTo>
                  <a:lnTo>
                    <a:pt x="9140" y="158702"/>
                  </a:lnTo>
                  <a:lnTo>
                    <a:pt x="115976" y="158702"/>
                  </a:lnTo>
                  <a:lnTo>
                    <a:pt x="115976" y="151907"/>
                  </a:lnTo>
                  <a:lnTo>
                    <a:pt x="116264" y="151907"/>
                  </a:lnTo>
                  <a:lnTo>
                    <a:pt x="114057" y="149642"/>
                  </a:lnTo>
                  <a:lnTo>
                    <a:pt x="9140" y="149642"/>
                  </a:lnTo>
                  <a:lnTo>
                    <a:pt x="9140" y="108821"/>
                  </a:lnTo>
                  <a:lnTo>
                    <a:pt x="222860" y="108822"/>
                  </a:lnTo>
                  <a:lnTo>
                    <a:pt x="222860" y="99712"/>
                  </a:lnTo>
                  <a:lnTo>
                    <a:pt x="9140" y="99712"/>
                  </a:lnTo>
                  <a:lnTo>
                    <a:pt x="9140" y="58990"/>
                  </a:lnTo>
                  <a:lnTo>
                    <a:pt x="222860" y="58990"/>
                  </a:lnTo>
                  <a:lnTo>
                    <a:pt x="222860" y="49831"/>
                  </a:lnTo>
                  <a:lnTo>
                    <a:pt x="9140" y="49831"/>
                  </a:lnTo>
                  <a:lnTo>
                    <a:pt x="9140" y="9109"/>
                  </a:lnTo>
                  <a:lnTo>
                    <a:pt x="222860" y="9109"/>
                  </a:lnTo>
                  <a:lnTo>
                    <a:pt x="222860" y="2068"/>
                  </a:lnTo>
                  <a:lnTo>
                    <a:pt x="220845" y="0"/>
                  </a:lnTo>
                  <a:close/>
                </a:path>
                <a:path w="222884" h="285750">
                  <a:moveTo>
                    <a:pt x="91405" y="208534"/>
                  </a:moveTo>
                  <a:lnTo>
                    <a:pt x="82313" y="208534"/>
                  </a:lnTo>
                  <a:lnTo>
                    <a:pt x="82314" y="249256"/>
                  </a:lnTo>
                  <a:lnTo>
                    <a:pt x="91405" y="249256"/>
                  </a:lnTo>
                  <a:lnTo>
                    <a:pt x="91405" y="208534"/>
                  </a:lnTo>
                  <a:close/>
                </a:path>
                <a:path w="222884" h="285750">
                  <a:moveTo>
                    <a:pt x="115976" y="158702"/>
                  </a:moveTo>
                  <a:lnTo>
                    <a:pt x="106885" y="158702"/>
                  </a:lnTo>
                  <a:lnTo>
                    <a:pt x="106885" y="199424"/>
                  </a:lnTo>
                  <a:lnTo>
                    <a:pt x="115976" y="199424"/>
                  </a:lnTo>
                  <a:lnTo>
                    <a:pt x="115976" y="158702"/>
                  </a:lnTo>
                  <a:close/>
                </a:path>
                <a:path w="222884" h="285750">
                  <a:moveTo>
                    <a:pt x="222237" y="150867"/>
                  </a:moveTo>
                  <a:lnTo>
                    <a:pt x="183620" y="150867"/>
                  </a:lnTo>
                  <a:lnTo>
                    <a:pt x="208195" y="151907"/>
                  </a:lnTo>
                  <a:lnTo>
                    <a:pt x="204931" y="151907"/>
                  </a:lnTo>
                  <a:lnTo>
                    <a:pt x="217848" y="153138"/>
                  </a:lnTo>
                  <a:lnTo>
                    <a:pt x="220870" y="152793"/>
                  </a:lnTo>
                  <a:lnTo>
                    <a:pt x="220076" y="152793"/>
                  </a:lnTo>
                  <a:lnTo>
                    <a:pt x="220403" y="152547"/>
                  </a:lnTo>
                  <a:lnTo>
                    <a:pt x="221141" y="152104"/>
                  </a:lnTo>
                  <a:lnTo>
                    <a:pt x="221386" y="151907"/>
                  </a:lnTo>
                  <a:lnTo>
                    <a:pt x="222237" y="150867"/>
                  </a:lnTo>
                  <a:close/>
                </a:path>
                <a:path w="222884" h="285750">
                  <a:moveTo>
                    <a:pt x="52091" y="108821"/>
                  </a:moveTo>
                  <a:lnTo>
                    <a:pt x="42999" y="108821"/>
                  </a:lnTo>
                  <a:lnTo>
                    <a:pt x="42999" y="149642"/>
                  </a:lnTo>
                  <a:lnTo>
                    <a:pt x="52091" y="149642"/>
                  </a:lnTo>
                  <a:lnTo>
                    <a:pt x="52091" y="108821"/>
                  </a:lnTo>
                  <a:close/>
                </a:path>
                <a:path w="222884" h="285750">
                  <a:moveTo>
                    <a:pt x="222860" y="108822"/>
                  </a:moveTo>
                  <a:lnTo>
                    <a:pt x="213769" y="108822"/>
                  </a:lnTo>
                  <a:lnTo>
                    <a:pt x="213769" y="143536"/>
                  </a:lnTo>
                  <a:lnTo>
                    <a:pt x="222860" y="143536"/>
                  </a:lnTo>
                  <a:lnTo>
                    <a:pt x="222860" y="108822"/>
                  </a:lnTo>
                  <a:close/>
                </a:path>
                <a:path w="222884" h="285750">
                  <a:moveTo>
                    <a:pt x="164627" y="108821"/>
                  </a:moveTo>
                  <a:lnTo>
                    <a:pt x="155486" y="108821"/>
                  </a:lnTo>
                  <a:lnTo>
                    <a:pt x="155534" y="131472"/>
                  </a:lnTo>
                  <a:lnTo>
                    <a:pt x="157501" y="133491"/>
                  </a:lnTo>
                  <a:lnTo>
                    <a:pt x="162612" y="133491"/>
                  </a:lnTo>
                  <a:lnTo>
                    <a:pt x="164627" y="131472"/>
                  </a:lnTo>
                  <a:lnTo>
                    <a:pt x="164627" y="108821"/>
                  </a:lnTo>
                  <a:close/>
                </a:path>
                <a:path w="222884" h="285750">
                  <a:moveTo>
                    <a:pt x="115976" y="58990"/>
                  </a:moveTo>
                  <a:lnTo>
                    <a:pt x="106884" y="58990"/>
                  </a:lnTo>
                  <a:lnTo>
                    <a:pt x="106884" y="99712"/>
                  </a:lnTo>
                  <a:lnTo>
                    <a:pt x="115976" y="99712"/>
                  </a:lnTo>
                  <a:lnTo>
                    <a:pt x="115976" y="58990"/>
                  </a:lnTo>
                  <a:close/>
                </a:path>
                <a:path w="222884" h="285750">
                  <a:moveTo>
                    <a:pt x="222860" y="58990"/>
                  </a:moveTo>
                  <a:lnTo>
                    <a:pt x="213720" y="58990"/>
                  </a:lnTo>
                  <a:lnTo>
                    <a:pt x="213720" y="99712"/>
                  </a:lnTo>
                  <a:lnTo>
                    <a:pt x="222860" y="99712"/>
                  </a:lnTo>
                  <a:lnTo>
                    <a:pt x="222860" y="58990"/>
                  </a:lnTo>
                  <a:close/>
                </a:path>
                <a:path w="222884" h="285750">
                  <a:moveTo>
                    <a:pt x="73467" y="9109"/>
                  </a:moveTo>
                  <a:lnTo>
                    <a:pt x="64376" y="9109"/>
                  </a:lnTo>
                  <a:lnTo>
                    <a:pt x="64376" y="49831"/>
                  </a:lnTo>
                  <a:lnTo>
                    <a:pt x="73467" y="49831"/>
                  </a:lnTo>
                  <a:lnTo>
                    <a:pt x="73467" y="9109"/>
                  </a:lnTo>
                  <a:close/>
                </a:path>
                <a:path w="222884" h="285750">
                  <a:moveTo>
                    <a:pt x="178042" y="9109"/>
                  </a:moveTo>
                  <a:lnTo>
                    <a:pt x="168902" y="9109"/>
                  </a:lnTo>
                  <a:lnTo>
                    <a:pt x="168902" y="49831"/>
                  </a:lnTo>
                  <a:lnTo>
                    <a:pt x="178042" y="49831"/>
                  </a:lnTo>
                  <a:lnTo>
                    <a:pt x="178042" y="9109"/>
                  </a:lnTo>
                  <a:close/>
                </a:path>
                <a:path w="222884" h="285750">
                  <a:moveTo>
                    <a:pt x="222860" y="9109"/>
                  </a:moveTo>
                  <a:lnTo>
                    <a:pt x="213720" y="9109"/>
                  </a:lnTo>
                  <a:lnTo>
                    <a:pt x="213720" y="49831"/>
                  </a:lnTo>
                  <a:lnTo>
                    <a:pt x="222860" y="49831"/>
                  </a:lnTo>
                  <a:lnTo>
                    <a:pt x="222860" y="91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680465" y="3048594"/>
              <a:ext cx="77399" cy="11000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985503" y="2584754"/>
              <a:ext cx="959053" cy="95905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241662" y="2802763"/>
              <a:ext cx="480694" cy="480695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9361498" y="2901167"/>
              <a:ext cx="222885" cy="285750"/>
            </a:xfrm>
            <a:custGeom>
              <a:avLst/>
              <a:gdLst/>
              <a:ahLst/>
              <a:cxnLst/>
              <a:rect l="l" t="t" r="r" b="b"/>
              <a:pathLst>
                <a:path w="222884" h="285750">
                  <a:moveTo>
                    <a:pt x="178417" y="141745"/>
                  </a:moveTo>
                  <a:lnTo>
                    <a:pt x="156514" y="143169"/>
                  </a:lnTo>
                  <a:lnTo>
                    <a:pt x="132045" y="147377"/>
                  </a:lnTo>
                  <a:lnTo>
                    <a:pt x="128507" y="148165"/>
                  </a:lnTo>
                  <a:lnTo>
                    <a:pt x="128591" y="232563"/>
                  </a:lnTo>
                  <a:lnTo>
                    <a:pt x="177213" y="282446"/>
                  </a:lnTo>
                  <a:lnTo>
                    <a:pt x="188559" y="285548"/>
                  </a:lnTo>
                  <a:lnTo>
                    <a:pt x="191459" y="284514"/>
                  </a:lnTo>
                  <a:lnTo>
                    <a:pt x="193916" y="282446"/>
                  </a:lnTo>
                  <a:lnTo>
                    <a:pt x="199839" y="276832"/>
                  </a:lnTo>
                  <a:lnTo>
                    <a:pt x="184540" y="276832"/>
                  </a:lnTo>
                  <a:lnTo>
                    <a:pt x="183301" y="275798"/>
                  </a:lnTo>
                  <a:lnTo>
                    <a:pt x="139270" y="232563"/>
                  </a:lnTo>
                  <a:lnTo>
                    <a:pt x="138188" y="231480"/>
                  </a:lnTo>
                  <a:lnTo>
                    <a:pt x="137599" y="230052"/>
                  </a:lnTo>
                  <a:lnTo>
                    <a:pt x="137599" y="155502"/>
                  </a:lnTo>
                  <a:lnTo>
                    <a:pt x="161274" y="151907"/>
                  </a:lnTo>
                  <a:lnTo>
                    <a:pt x="159527" y="151907"/>
                  </a:lnTo>
                  <a:lnTo>
                    <a:pt x="183620" y="150867"/>
                  </a:lnTo>
                  <a:lnTo>
                    <a:pt x="222249" y="150867"/>
                  </a:lnTo>
                  <a:lnTo>
                    <a:pt x="222566" y="150233"/>
                  </a:lnTo>
                  <a:lnTo>
                    <a:pt x="222664" y="149642"/>
                  </a:lnTo>
                  <a:lnTo>
                    <a:pt x="222861" y="149248"/>
                  </a:lnTo>
                  <a:lnTo>
                    <a:pt x="222860" y="143536"/>
                  </a:lnTo>
                  <a:lnTo>
                    <a:pt x="213769" y="143536"/>
                  </a:lnTo>
                  <a:lnTo>
                    <a:pt x="197565" y="142177"/>
                  </a:lnTo>
                  <a:lnTo>
                    <a:pt x="178417" y="141745"/>
                  </a:lnTo>
                  <a:close/>
                </a:path>
                <a:path w="222884" h="285750">
                  <a:moveTo>
                    <a:pt x="205071" y="262158"/>
                  </a:moveTo>
                  <a:lnTo>
                    <a:pt x="202068" y="262158"/>
                  </a:lnTo>
                  <a:lnTo>
                    <a:pt x="200255" y="263833"/>
                  </a:lnTo>
                  <a:lnTo>
                    <a:pt x="187658" y="275798"/>
                  </a:lnTo>
                  <a:lnTo>
                    <a:pt x="186446" y="276832"/>
                  </a:lnTo>
                  <a:lnTo>
                    <a:pt x="199839" y="276832"/>
                  </a:lnTo>
                  <a:lnTo>
                    <a:pt x="208413" y="268707"/>
                  </a:lnTo>
                  <a:lnTo>
                    <a:pt x="208511" y="265802"/>
                  </a:lnTo>
                  <a:lnTo>
                    <a:pt x="205071" y="262158"/>
                  </a:lnTo>
                  <a:close/>
                </a:path>
                <a:path w="222884" h="285750">
                  <a:moveTo>
                    <a:pt x="220845" y="0"/>
                  </a:moveTo>
                  <a:lnTo>
                    <a:pt x="2063" y="0"/>
                  </a:lnTo>
                  <a:lnTo>
                    <a:pt x="0" y="2068"/>
                  </a:lnTo>
                  <a:lnTo>
                    <a:pt x="48" y="256348"/>
                  </a:lnTo>
                  <a:lnTo>
                    <a:pt x="2015" y="258367"/>
                  </a:lnTo>
                  <a:lnTo>
                    <a:pt x="131751" y="258367"/>
                  </a:lnTo>
                  <a:lnTo>
                    <a:pt x="133815" y="256348"/>
                  </a:lnTo>
                  <a:lnTo>
                    <a:pt x="133815" y="251225"/>
                  </a:lnTo>
                  <a:lnTo>
                    <a:pt x="131849" y="249256"/>
                  </a:lnTo>
                  <a:lnTo>
                    <a:pt x="9141" y="249256"/>
                  </a:lnTo>
                  <a:lnTo>
                    <a:pt x="9140" y="208534"/>
                  </a:lnTo>
                  <a:lnTo>
                    <a:pt x="113862" y="208534"/>
                  </a:lnTo>
                  <a:lnTo>
                    <a:pt x="115976" y="206466"/>
                  </a:lnTo>
                  <a:lnTo>
                    <a:pt x="115976" y="199424"/>
                  </a:lnTo>
                  <a:lnTo>
                    <a:pt x="9140" y="199424"/>
                  </a:lnTo>
                  <a:lnTo>
                    <a:pt x="9140" y="158702"/>
                  </a:lnTo>
                  <a:lnTo>
                    <a:pt x="115976" y="158702"/>
                  </a:lnTo>
                  <a:lnTo>
                    <a:pt x="115976" y="151907"/>
                  </a:lnTo>
                  <a:lnTo>
                    <a:pt x="116264" y="151907"/>
                  </a:lnTo>
                  <a:lnTo>
                    <a:pt x="114057" y="149642"/>
                  </a:lnTo>
                  <a:lnTo>
                    <a:pt x="9140" y="149642"/>
                  </a:lnTo>
                  <a:lnTo>
                    <a:pt x="9140" y="108821"/>
                  </a:lnTo>
                  <a:lnTo>
                    <a:pt x="222860" y="108822"/>
                  </a:lnTo>
                  <a:lnTo>
                    <a:pt x="222860" y="99712"/>
                  </a:lnTo>
                  <a:lnTo>
                    <a:pt x="9140" y="99712"/>
                  </a:lnTo>
                  <a:lnTo>
                    <a:pt x="9140" y="58990"/>
                  </a:lnTo>
                  <a:lnTo>
                    <a:pt x="222860" y="58990"/>
                  </a:lnTo>
                  <a:lnTo>
                    <a:pt x="222860" y="49831"/>
                  </a:lnTo>
                  <a:lnTo>
                    <a:pt x="9140" y="49831"/>
                  </a:lnTo>
                  <a:lnTo>
                    <a:pt x="9140" y="9109"/>
                  </a:lnTo>
                  <a:lnTo>
                    <a:pt x="222860" y="9109"/>
                  </a:lnTo>
                  <a:lnTo>
                    <a:pt x="222860" y="2068"/>
                  </a:lnTo>
                  <a:lnTo>
                    <a:pt x="220845" y="0"/>
                  </a:lnTo>
                  <a:close/>
                </a:path>
                <a:path w="222884" h="285750">
                  <a:moveTo>
                    <a:pt x="91405" y="208534"/>
                  </a:moveTo>
                  <a:lnTo>
                    <a:pt x="82313" y="208534"/>
                  </a:lnTo>
                  <a:lnTo>
                    <a:pt x="82314" y="249256"/>
                  </a:lnTo>
                  <a:lnTo>
                    <a:pt x="91405" y="249256"/>
                  </a:lnTo>
                  <a:lnTo>
                    <a:pt x="91405" y="208534"/>
                  </a:lnTo>
                  <a:close/>
                </a:path>
                <a:path w="222884" h="285750">
                  <a:moveTo>
                    <a:pt x="115976" y="158702"/>
                  </a:moveTo>
                  <a:lnTo>
                    <a:pt x="106885" y="158702"/>
                  </a:lnTo>
                  <a:lnTo>
                    <a:pt x="106885" y="199424"/>
                  </a:lnTo>
                  <a:lnTo>
                    <a:pt x="115976" y="199424"/>
                  </a:lnTo>
                  <a:lnTo>
                    <a:pt x="115976" y="158702"/>
                  </a:lnTo>
                  <a:close/>
                </a:path>
                <a:path w="222884" h="285750">
                  <a:moveTo>
                    <a:pt x="222237" y="150867"/>
                  </a:moveTo>
                  <a:lnTo>
                    <a:pt x="183620" y="150867"/>
                  </a:lnTo>
                  <a:lnTo>
                    <a:pt x="208195" y="151907"/>
                  </a:lnTo>
                  <a:lnTo>
                    <a:pt x="204931" y="151907"/>
                  </a:lnTo>
                  <a:lnTo>
                    <a:pt x="217848" y="153138"/>
                  </a:lnTo>
                  <a:lnTo>
                    <a:pt x="220870" y="152793"/>
                  </a:lnTo>
                  <a:lnTo>
                    <a:pt x="220076" y="152793"/>
                  </a:lnTo>
                  <a:lnTo>
                    <a:pt x="220403" y="152547"/>
                  </a:lnTo>
                  <a:lnTo>
                    <a:pt x="221141" y="152104"/>
                  </a:lnTo>
                  <a:lnTo>
                    <a:pt x="221386" y="151907"/>
                  </a:lnTo>
                  <a:lnTo>
                    <a:pt x="222237" y="150867"/>
                  </a:lnTo>
                  <a:close/>
                </a:path>
                <a:path w="222884" h="285750">
                  <a:moveTo>
                    <a:pt x="52091" y="108821"/>
                  </a:moveTo>
                  <a:lnTo>
                    <a:pt x="42999" y="108821"/>
                  </a:lnTo>
                  <a:lnTo>
                    <a:pt x="42999" y="149642"/>
                  </a:lnTo>
                  <a:lnTo>
                    <a:pt x="52091" y="149642"/>
                  </a:lnTo>
                  <a:lnTo>
                    <a:pt x="52091" y="108821"/>
                  </a:lnTo>
                  <a:close/>
                </a:path>
                <a:path w="222884" h="285750">
                  <a:moveTo>
                    <a:pt x="222860" y="108822"/>
                  </a:moveTo>
                  <a:lnTo>
                    <a:pt x="213769" y="108822"/>
                  </a:lnTo>
                  <a:lnTo>
                    <a:pt x="213769" y="143536"/>
                  </a:lnTo>
                  <a:lnTo>
                    <a:pt x="222860" y="143536"/>
                  </a:lnTo>
                  <a:lnTo>
                    <a:pt x="222860" y="108822"/>
                  </a:lnTo>
                  <a:close/>
                </a:path>
                <a:path w="222884" h="285750">
                  <a:moveTo>
                    <a:pt x="164627" y="108821"/>
                  </a:moveTo>
                  <a:lnTo>
                    <a:pt x="155486" y="108821"/>
                  </a:lnTo>
                  <a:lnTo>
                    <a:pt x="155534" y="131472"/>
                  </a:lnTo>
                  <a:lnTo>
                    <a:pt x="157501" y="133491"/>
                  </a:lnTo>
                  <a:lnTo>
                    <a:pt x="162612" y="133491"/>
                  </a:lnTo>
                  <a:lnTo>
                    <a:pt x="164627" y="131472"/>
                  </a:lnTo>
                  <a:lnTo>
                    <a:pt x="164627" y="108821"/>
                  </a:lnTo>
                  <a:close/>
                </a:path>
                <a:path w="222884" h="285750">
                  <a:moveTo>
                    <a:pt x="115976" y="58990"/>
                  </a:moveTo>
                  <a:lnTo>
                    <a:pt x="106884" y="58990"/>
                  </a:lnTo>
                  <a:lnTo>
                    <a:pt x="106884" y="99712"/>
                  </a:lnTo>
                  <a:lnTo>
                    <a:pt x="115976" y="99712"/>
                  </a:lnTo>
                  <a:lnTo>
                    <a:pt x="115976" y="58990"/>
                  </a:lnTo>
                  <a:close/>
                </a:path>
                <a:path w="222884" h="285750">
                  <a:moveTo>
                    <a:pt x="222860" y="58990"/>
                  </a:moveTo>
                  <a:lnTo>
                    <a:pt x="213720" y="58990"/>
                  </a:lnTo>
                  <a:lnTo>
                    <a:pt x="213720" y="99712"/>
                  </a:lnTo>
                  <a:lnTo>
                    <a:pt x="222860" y="99712"/>
                  </a:lnTo>
                  <a:lnTo>
                    <a:pt x="222860" y="58990"/>
                  </a:lnTo>
                  <a:close/>
                </a:path>
                <a:path w="222884" h="285750">
                  <a:moveTo>
                    <a:pt x="73467" y="9109"/>
                  </a:moveTo>
                  <a:lnTo>
                    <a:pt x="64376" y="9109"/>
                  </a:lnTo>
                  <a:lnTo>
                    <a:pt x="64376" y="49831"/>
                  </a:lnTo>
                  <a:lnTo>
                    <a:pt x="73467" y="49831"/>
                  </a:lnTo>
                  <a:lnTo>
                    <a:pt x="73467" y="9109"/>
                  </a:lnTo>
                  <a:close/>
                </a:path>
                <a:path w="222884" h="285750">
                  <a:moveTo>
                    <a:pt x="178042" y="9109"/>
                  </a:moveTo>
                  <a:lnTo>
                    <a:pt x="168902" y="9109"/>
                  </a:lnTo>
                  <a:lnTo>
                    <a:pt x="168902" y="49831"/>
                  </a:lnTo>
                  <a:lnTo>
                    <a:pt x="178042" y="49831"/>
                  </a:lnTo>
                  <a:lnTo>
                    <a:pt x="178042" y="9109"/>
                  </a:lnTo>
                  <a:close/>
                </a:path>
                <a:path w="222884" h="285750">
                  <a:moveTo>
                    <a:pt x="222860" y="9109"/>
                  </a:moveTo>
                  <a:lnTo>
                    <a:pt x="213720" y="9109"/>
                  </a:lnTo>
                  <a:lnTo>
                    <a:pt x="213720" y="49831"/>
                  </a:lnTo>
                  <a:lnTo>
                    <a:pt x="222860" y="49831"/>
                  </a:lnTo>
                  <a:lnTo>
                    <a:pt x="222860" y="91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526026" y="3048594"/>
              <a:ext cx="77399" cy="11000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25916" y="3528083"/>
              <a:ext cx="242345" cy="246832"/>
            </a:xfrm>
            <a:prstGeom prst="rect">
              <a:avLst/>
            </a:prstGeom>
          </p:spPr>
        </p:pic>
      </p:grpSp>
      <p:sp>
        <p:nvSpPr>
          <p:cNvPr id="116" name="object 116"/>
          <p:cNvSpPr txBox="1"/>
          <p:nvPr/>
        </p:nvSpPr>
        <p:spPr>
          <a:xfrm>
            <a:off x="7610347" y="1451584"/>
            <a:ext cx="960119" cy="6959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Clr>
                <a:srgbClr val="CD163E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Activos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Clr>
                <a:srgbClr val="CD163E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45" dirty="0">
                <a:latin typeface="Arial"/>
                <a:cs typeface="Arial"/>
              </a:rPr>
              <a:t>Eventos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910955" y="1466214"/>
            <a:ext cx="1219835" cy="681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Clr>
                <a:srgbClr val="CD163E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Series </a:t>
            </a:r>
            <a:r>
              <a:rPr sz="1400" b="1" spc="-40" dirty="0">
                <a:latin typeface="Arial"/>
                <a:cs typeface="Arial"/>
              </a:rPr>
              <a:t>temporales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0"/>
              </a:spcBef>
              <a:buClr>
                <a:srgbClr val="CD163E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Archivos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40358" y="5779414"/>
            <a:ext cx="8324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Borde </a:t>
            </a:r>
            <a:r>
              <a:rPr sz="1100" b="1" spc="-60" dirty="0">
                <a:latin typeface="Arial"/>
                <a:cs typeface="Arial"/>
              </a:rPr>
              <a:t>Organización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084432" y="1973707"/>
            <a:ext cx="7607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4629" algn="r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Arial"/>
                <a:cs typeface="Arial"/>
              </a:rPr>
              <a:t>Conecte </a:t>
            </a:r>
            <a:r>
              <a:rPr sz="1100" b="1" spc="-25" dirty="0">
                <a:latin typeface="Arial"/>
                <a:cs typeface="Arial"/>
              </a:rPr>
              <a:t>fuentes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de </a:t>
            </a:r>
            <a:r>
              <a:rPr sz="1100" b="1" spc="-40" dirty="0">
                <a:latin typeface="Arial"/>
                <a:cs typeface="Arial"/>
              </a:rPr>
              <a:t>datos</a:t>
            </a:r>
            <a:r>
              <a:rPr sz="1100" b="1" spc="-8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de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0" dirty="0">
                <a:latin typeface="Arial"/>
                <a:cs typeface="Arial"/>
              </a:rPr>
              <a:t>OT</a:t>
            </a:r>
            <a:r>
              <a:rPr sz="1100" b="1" spc="-10" dirty="0">
                <a:latin typeface="Arial"/>
                <a:cs typeface="Arial"/>
              </a:rPr>
              <a:t> disímiles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876385" y="3538697"/>
            <a:ext cx="31115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315" dirty="0">
                <a:solidFill>
                  <a:srgbClr val="00ADEE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ADEE"/>
                </a:solidFill>
                <a:latin typeface="Arial"/>
                <a:cs typeface="Arial"/>
              </a:rPr>
              <a:t>pti 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21" name="object 12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444554" y="3512335"/>
            <a:ext cx="242345" cy="246832"/>
          </a:xfrm>
          <a:prstGeom prst="rect">
            <a:avLst/>
          </a:prstGeom>
        </p:spPr>
      </p:pic>
      <p:sp>
        <p:nvSpPr>
          <p:cNvPr id="122" name="object 122"/>
          <p:cNvSpPr txBox="1"/>
          <p:nvPr/>
        </p:nvSpPr>
        <p:spPr>
          <a:xfrm>
            <a:off x="6695023" y="3522948"/>
            <a:ext cx="31115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315" dirty="0">
                <a:solidFill>
                  <a:srgbClr val="00ADEE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ADEE"/>
                </a:solidFill>
                <a:latin typeface="Arial"/>
                <a:cs typeface="Arial"/>
              </a:rPr>
              <a:t>pti 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23" name="object 12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72336" y="3517923"/>
            <a:ext cx="242345" cy="246832"/>
          </a:xfrm>
          <a:prstGeom prst="rect">
            <a:avLst/>
          </a:prstGeom>
        </p:spPr>
      </p:pic>
      <p:sp>
        <p:nvSpPr>
          <p:cNvPr id="124" name="object 124"/>
          <p:cNvSpPr txBox="1"/>
          <p:nvPr/>
        </p:nvSpPr>
        <p:spPr>
          <a:xfrm>
            <a:off x="9522806" y="3528536"/>
            <a:ext cx="31115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315" dirty="0">
                <a:solidFill>
                  <a:srgbClr val="00ADEE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00ADEE"/>
                </a:solidFill>
                <a:latin typeface="Arial"/>
                <a:cs typeface="Arial"/>
              </a:rPr>
              <a:t>pti 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5" name="object 1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26" name="object 1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40763"/>
              <a:ext cx="12038838" cy="26694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694814"/>
              <a:ext cx="11810365" cy="2380615"/>
            </a:xfrm>
            <a:custGeom>
              <a:avLst/>
              <a:gdLst/>
              <a:ahLst/>
              <a:cxnLst/>
              <a:rect l="l" t="t" r="r" b="b"/>
              <a:pathLst>
                <a:path w="11810365" h="2380615">
                  <a:moveTo>
                    <a:pt x="11810238" y="0"/>
                  </a:moveTo>
                  <a:lnTo>
                    <a:pt x="0" y="0"/>
                  </a:lnTo>
                  <a:lnTo>
                    <a:pt x="0" y="2380614"/>
                  </a:lnTo>
                  <a:lnTo>
                    <a:pt x="11810238" y="2380614"/>
                  </a:lnTo>
                  <a:lnTo>
                    <a:pt x="11810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9668" y="326897"/>
            <a:ext cx="3343910" cy="91566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3410"/>
              </a:lnSpc>
              <a:spcBef>
                <a:spcPts val="370"/>
              </a:spcBef>
            </a:pPr>
            <a:r>
              <a:rPr sz="3000" spc="-135" dirty="0">
                <a:solidFill>
                  <a:srgbClr val="000000"/>
                </a:solidFill>
              </a:rPr>
              <a:t>Catálogo</a:t>
            </a:r>
            <a:r>
              <a:rPr sz="3000" spc="-18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datos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60" dirty="0">
                <a:solidFill>
                  <a:srgbClr val="000000"/>
                </a:solidFill>
              </a:rPr>
              <a:t>y </a:t>
            </a:r>
            <a:r>
              <a:rPr sz="3000" spc="-105" dirty="0">
                <a:solidFill>
                  <a:srgbClr val="000000"/>
                </a:solidFill>
              </a:rPr>
              <a:t>gestión</a:t>
            </a:r>
            <a:r>
              <a:rPr sz="3000" spc="-24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20" dirty="0">
                <a:solidFill>
                  <a:srgbClr val="000000"/>
                </a:solidFill>
              </a:rPr>
              <a:t>usuarios</a:t>
            </a:r>
            <a:endParaRPr sz="3000"/>
          </a:p>
        </p:txBody>
      </p:sp>
      <p:grpSp>
        <p:nvGrpSpPr>
          <p:cNvPr id="6" name="object 6"/>
          <p:cNvGrpSpPr/>
          <p:nvPr/>
        </p:nvGrpSpPr>
        <p:grpSpPr>
          <a:xfrm>
            <a:off x="381749" y="418122"/>
            <a:ext cx="11583035" cy="5615305"/>
            <a:chOff x="381749" y="418122"/>
            <a:chExt cx="11583035" cy="56153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4462" y="418122"/>
              <a:ext cx="6489699" cy="56153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34812" y="3499993"/>
              <a:ext cx="5953760" cy="539115"/>
            </a:xfrm>
            <a:custGeom>
              <a:avLst/>
              <a:gdLst/>
              <a:ahLst/>
              <a:cxnLst/>
              <a:rect l="l" t="t" r="r" b="b"/>
              <a:pathLst>
                <a:path w="5953759" h="539114">
                  <a:moveTo>
                    <a:pt x="0" y="538607"/>
                  </a:moveTo>
                  <a:lnTo>
                    <a:pt x="5953251" y="538607"/>
                  </a:lnTo>
                  <a:lnTo>
                    <a:pt x="5953251" y="0"/>
                  </a:lnTo>
                  <a:lnTo>
                    <a:pt x="0" y="0"/>
                  </a:lnTo>
                  <a:lnTo>
                    <a:pt x="0" y="5386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749" y="1374140"/>
              <a:ext cx="4397133" cy="6875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749" y="3775964"/>
              <a:ext cx="4397133" cy="68757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0654" y="1461338"/>
            <a:ext cx="4232275" cy="4625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adecuada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persona</a:t>
            </a:r>
            <a:endParaRPr sz="1600">
              <a:latin typeface="Arial"/>
              <a:cs typeface="Arial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adecuada</a:t>
            </a:r>
            <a:endParaRPr sz="16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1425"/>
              </a:spcBef>
              <a:buChar char="•"/>
              <a:tabLst>
                <a:tab pos="299085" algn="l"/>
              </a:tabLst>
            </a:pPr>
            <a:r>
              <a:rPr sz="1350" spc="-40" dirty="0">
                <a:latin typeface="Arial"/>
                <a:cs typeface="Arial"/>
              </a:rPr>
              <a:t>Gobierne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los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conjuntos</a:t>
            </a:r>
            <a:r>
              <a:rPr sz="1350" spc="-10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datos,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defina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los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controles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y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cree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40" dirty="0">
                <a:latin typeface="Arial"/>
                <a:cs typeface="Arial"/>
              </a:rPr>
              <a:t>una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vista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directa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para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todos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los </a:t>
            </a:r>
            <a:r>
              <a:rPr sz="1350" spc="-10" dirty="0">
                <a:latin typeface="Arial"/>
                <a:cs typeface="Arial"/>
              </a:rPr>
              <a:t>roles</a:t>
            </a:r>
            <a:endParaRPr sz="1350">
              <a:latin typeface="Arial"/>
              <a:cs typeface="Arial"/>
            </a:endParaRPr>
          </a:p>
          <a:p>
            <a:pPr marL="299085" marR="67310" indent="-287020">
              <a:lnSpc>
                <a:spcPct val="100000"/>
              </a:lnSpc>
              <a:spcBef>
                <a:spcPts val="605"/>
              </a:spcBef>
              <a:buChar char="•"/>
              <a:tabLst>
                <a:tab pos="299085" algn="l"/>
              </a:tabLst>
            </a:pPr>
            <a:r>
              <a:rPr sz="1350" dirty="0">
                <a:latin typeface="Arial"/>
                <a:cs typeface="Arial"/>
              </a:rPr>
              <a:t>Habilite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el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escalado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restringiendo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los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sitios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para</a:t>
            </a:r>
            <a:r>
              <a:rPr sz="1350" spc="-6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que </a:t>
            </a:r>
            <a:r>
              <a:rPr sz="1350" spc="-45" dirty="0">
                <a:latin typeface="Arial"/>
                <a:cs typeface="Arial"/>
              </a:rPr>
              <a:t>vean</a:t>
            </a:r>
            <a:r>
              <a:rPr sz="1350" spc="-10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solo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el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conjunto</a:t>
            </a:r>
            <a:r>
              <a:rPr sz="1350" spc="-114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datos</a:t>
            </a:r>
            <a:r>
              <a:rPr sz="1350" spc="-114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relevante</a:t>
            </a:r>
            <a:endParaRPr sz="1350">
              <a:latin typeface="Arial"/>
              <a:cs typeface="Arial"/>
            </a:endParaRPr>
          </a:p>
          <a:p>
            <a:pPr marL="299085" marR="107950" indent="-287020">
              <a:lnSpc>
                <a:spcPct val="100000"/>
              </a:lnSpc>
              <a:spcBef>
                <a:spcPts val="600"/>
              </a:spcBef>
              <a:buChar char="•"/>
              <a:tabLst>
                <a:tab pos="299085" algn="l"/>
              </a:tabLst>
            </a:pPr>
            <a:r>
              <a:rPr sz="1350" spc="-45" dirty="0">
                <a:latin typeface="Arial"/>
                <a:cs typeface="Arial"/>
              </a:rPr>
              <a:t>Obtenga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al</a:t>
            </a:r>
            <a:r>
              <a:rPr sz="1350" spc="-6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linaje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datos,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documentación</a:t>
            </a:r>
            <a:r>
              <a:rPr sz="1350" spc="-110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y </a:t>
            </a:r>
            <a:r>
              <a:rPr sz="1350" dirty="0">
                <a:latin typeface="Arial"/>
                <a:cs typeface="Arial"/>
              </a:rPr>
              <a:t>control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desde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un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mismo</a:t>
            </a:r>
            <a:r>
              <a:rPr sz="1350" spc="-6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lugar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Font typeface="Arial"/>
              <a:buChar char="•"/>
            </a:pPr>
            <a:endParaRPr sz="1350">
              <a:latin typeface="Arial"/>
              <a:cs typeface="Arial"/>
            </a:endParaRPr>
          </a:p>
          <a:p>
            <a:pPr marL="69850">
              <a:lnSpc>
                <a:spcPct val="100000"/>
              </a:lnSpc>
            </a:pP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acceso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usuarios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600">
              <a:latin typeface="Arial"/>
              <a:cs typeface="Arial"/>
            </a:endParaRPr>
          </a:p>
          <a:p>
            <a:pPr marL="299085" marR="1333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350" spc="-50" dirty="0">
                <a:latin typeface="Arial"/>
                <a:cs typeface="Arial"/>
              </a:rPr>
              <a:t>Cree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grupos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para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otorgarle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un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usuario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determinado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a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la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funcionalidad</a:t>
            </a:r>
            <a:r>
              <a:rPr sz="1350" spc="-10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y </a:t>
            </a:r>
            <a:r>
              <a:rPr sz="1350" spc="-25" dirty="0">
                <a:latin typeface="Arial"/>
                <a:cs typeface="Arial"/>
              </a:rPr>
              <a:t>capacidades</a:t>
            </a:r>
            <a:r>
              <a:rPr sz="1350" spc="-11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en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función </a:t>
            </a:r>
            <a:r>
              <a:rPr sz="1350" spc="-20" dirty="0">
                <a:latin typeface="Arial"/>
                <a:cs typeface="Arial"/>
              </a:rPr>
              <a:t>del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rol</a:t>
            </a:r>
            <a:endParaRPr sz="1350">
              <a:latin typeface="Arial"/>
              <a:cs typeface="Arial"/>
            </a:endParaRPr>
          </a:p>
          <a:p>
            <a:pPr marL="299085" marR="226695" indent="-287020">
              <a:lnSpc>
                <a:spcPct val="100000"/>
              </a:lnSpc>
              <a:spcBef>
                <a:spcPts val="605"/>
              </a:spcBef>
              <a:buChar char="•"/>
              <a:tabLst>
                <a:tab pos="299085" algn="l"/>
              </a:tabLst>
            </a:pPr>
            <a:r>
              <a:rPr sz="1350" spc="-30" dirty="0">
                <a:latin typeface="Arial"/>
                <a:cs typeface="Arial"/>
              </a:rPr>
              <a:t>Establezca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políticas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para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controlar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el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7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a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datos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específicos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del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sitio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y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otorgar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a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los </a:t>
            </a:r>
            <a:r>
              <a:rPr sz="1350" spc="-10" dirty="0">
                <a:latin typeface="Arial"/>
                <a:cs typeface="Arial"/>
              </a:rPr>
              <a:t>socios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acceso</a:t>
            </a:r>
            <a:r>
              <a:rPr sz="1350" spc="-9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datos</a:t>
            </a:r>
            <a:r>
              <a:rPr sz="1350" spc="-9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específicos</a:t>
            </a:r>
            <a:r>
              <a:rPr sz="1350" spc="-8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de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40" dirty="0">
                <a:latin typeface="Arial"/>
                <a:cs typeface="Arial"/>
              </a:rPr>
              <a:t>su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área</a:t>
            </a:r>
            <a:r>
              <a:rPr sz="1350" spc="-8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de </a:t>
            </a:r>
            <a:r>
              <a:rPr sz="1350" spc="-10" dirty="0">
                <a:latin typeface="Arial"/>
                <a:cs typeface="Arial"/>
              </a:rPr>
              <a:t>responsabilidad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05649" y="657605"/>
            <a:ext cx="7382509" cy="5747385"/>
            <a:chOff x="4305649" y="657605"/>
            <a:chExt cx="7382509" cy="574738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4811" y="657605"/>
              <a:ext cx="5953251" cy="28423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0330" y="3302000"/>
              <a:ext cx="4190746" cy="31025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86603" y="3582542"/>
              <a:ext cx="3364865" cy="2557780"/>
            </a:xfrm>
            <a:custGeom>
              <a:avLst/>
              <a:gdLst/>
              <a:ahLst/>
              <a:cxnLst/>
              <a:rect l="l" t="t" r="r" b="b"/>
              <a:pathLst>
                <a:path w="3364865" h="2557779">
                  <a:moveTo>
                    <a:pt x="3297047" y="0"/>
                  </a:moveTo>
                  <a:lnTo>
                    <a:pt x="67818" y="0"/>
                  </a:lnTo>
                  <a:lnTo>
                    <a:pt x="41415" y="5328"/>
                  </a:lnTo>
                  <a:lnTo>
                    <a:pt x="19859" y="19859"/>
                  </a:lnTo>
                  <a:lnTo>
                    <a:pt x="5328" y="41415"/>
                  </a:lnTo>
                  <a:lnTo>
                    <a:pt x="0" y="67818"/>
                  </a:lnTo>
                  <a:lnTo>
                    <a:pt x="0" y="2489555"/>
                  </a:lnTo>
                  <a:lnTo>
                    <a:pt x="5328" y="2515952"/>
                  </a:lnTo>
                  <a:lnTo>
                    <a:pt x="19859" y="2537509"/>
                  </a:lnTo>
                  <a:lnTo>
                    <a:pt x="41415" y="2552043"/>
                  </a:lnTo>
                  <a:lnTo>
                    <a:pt x="67818" y="2557373"/>
                  </a:lnTo>
                  <a:lnTo>
                    <a:pt x="3297047" y="2557373"/>
                  </a:lnTo>
                  <a:lnTo>
                    <a:pt x="3323395" y="2552043"/>
                  </a:lnTo>
                  <a:lnTo>
                    <a:pt x="3344957" y="2537509"/>
                  </a:lnTo>
                  <a:lnTo>
                    <a:pt x="3359519" y="2515952"/>
                  </a:lnTo>
                  <a:lnTo>
                    <a:pt x="3364865" y="2489555"/>
                  </a:lnTo>
                  <a:lnTo>
                    <a:pt x="3364865" y="67818"/>
                  </a:lnTo>
                  <a:lnTo>
                    <a:pt x="3359519" y="41415"/>
                  </a:lnTo>
                  <a:lnTo>
                    <a:pt x="3344957" y="19859"/>
                  </a:lnTo>
                  <a:lnTo>
                    <a:pt x="3323395" y="5328"/>
                  </a:lnTo>
                  <a:lnTo>
                    <a:pt x="3297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6603" y="3617722"/>
              <a:ext cx="3364738" cy="18387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2550" y="4144359"/>
              <a:ext cx="74612" cy="762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12792" y="4081652"/>
              <a:ext cx="255904" cy="215900"/>
            </a:xfrm>
            <a:custGeom>
              <a:avLst/>
              <a:gdLst/>
              <a:ahLst/>
              <a:cxnLst/>
              <a:rect l="l" t="t" r="r" b="b"/>
              <a:pathLst>
                <a:path w="255904" h="215900">
                  <a:moveTo>
                    <a:pt x="255651" y="61722"/>
                  </a:moveTo>
                  <a:lnTo>
                    <a:pt x="250995" y="37451"/>
                  </a:lnTo>
                  <a:lnTo>
                    <a:pt x="238220" y="17859"/>
                  </a:lnTo>
                  <a:lnTo>
                    <a:pt x="219110" y="4768"/>
                  </a:lnTo>
                  <a:lnTo>
                    <a:pt x="195453" y="0"/>
                  </a:lnTo>
                  <a:lnTo>
                    <a:pt x="117258" y="0"/>
                  </a:lnTo>
                  <a:lnTo>
                    <a:pt x="77104" y="0"/>
                  </a:lnTo>
                  <a:lnTo>
                    <a:pt x="62311" y="0"/>
                  </a:lnTo>
                  <a:lnTo>
                    <a:pt x="60198" y="0"/>
                  </a:lnTo>
                  <a:lnTo>
                    <a:pt x="36486" y="4768"/>
                  </a:lnTo>
                  <a:lnTo>
                    <a:pt x="17383" y="17859"/>
                  </a:lnTo>
                  <a:lnTo>
                    <a:pt x="4637" y="37451"/>
                  </a:lnTo>
                  <a:lnTo>
                    <a:pt x="0" y="61722"/>
                  </a:lnTo>
                  <a:lnTo>
                    <a:pt x="0" y="115246"/>
                  </a:lnTo>
                  <a:lnTo>
                    <a:pt x="0" y="142732"/>
                  </a:lnTo>
                  <a:lnTo>
                    <a:pt x="0" y="152858"/>
                  </a:lnTo>
                  <a:lnTo>
                    <a:pt x="0" y="154305"/>
                  </a:lnTo>
                  <a:lnTo>
                    <a:pt x="4637" y="178556"/>
                  </a:lnTo>
                  <a:lnTo>
                    <a:pt x="17383" y="198104"/>
                  </a:lnTo>
                  <a:lnTo>
                    <a:pt x="36486" y="211151"/>
                  </a:lnTo>
                  <a:lnTo>
                    <a:pt x="60198" y="215900"/>
                  </a:lnTo>
                  <a:lnTo>
                    <a:pt x="138392" y="215900"/>
                  </a:lnTo>
                  <a:lnTo>
                    <a:pt x="178546" y="215900"/>
                  </a:lnTo>
                  <a:lnTo>
                    <a:pt x="193339" y="215900"/>
                  </a:lnTo>
                  <a:lnTo>
                    <a:pt x="195453" y="215900"/>
                  </a:lnTo>
                  <a:lnTo>
                    <a:pt x="219110" y="211151"/>
                  </a:lnTo>
                  <a:lnTo>
                    <a:pt x="238220" y="198104"/>
                  </a:lnTo>
                  <a:lnTo>
                    <a:pt x="250995" y="178556"/>
                  </a:lnTo>
                  <a:lnTo>
                    <a:pt x="255651" y="154305"/>
                  </a:lnTo>
                  <a:lnTo>
                    <a:pt x="255651" y="61722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50099" y="3934809"/>
              <a:ext cx="179387" cy="1539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2860" y="1556353"/>
              <a:ext cx="320325" cy="328993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1111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4016" y="2667000"/>
              <a:ext cx="331470" cy="37414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502400" y="1101222"/>
            <a:ext cx="5447665" cy="51028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Simplifique</a:t>
            </a:r>
            <a:r>
              <a:rPr sz="2000" b="1" spc="-1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2000" b="1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conectividad</a:t>
            </a:r>
            <a:r>
              <a:rPr sz="2000" b="1" spc="-1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2000" b="1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2000">
              <a:latin typeface="Arial"/>
              <a:cs typeface="Arial"/>
            </a:endParaRPr>
          </a:p>
          <a:p>
            <a:pPr marL="247015" marR="445134" indent="-218440">
              <a:lnSpc>
                <a:spcPct val="100000"/>
              </a:lnSpc>
              <a:spcBef>
                <a:spcPts val="795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45" dirty="0">
                <a:solidFill>
                  <a:srgbClr val="4B4B4B"/>
                </a:solidFill>
                <a:latin typeface="Arial"/>
                <a:cs typeface="Arial"/>
              </a:rPr>
              <a:t>Menor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esfuerzo</a:t>
            </a:r>
            <a:r>
              <a:rPr sz="14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manual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recolectar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provenientes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muchas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fuentes</a:t>
            </a:r>
            <a:endParaRPr sz="1400">
              <a:latin typeface="Arial"/>
              <a:cs typeface="Arial"/>
            </a:endParaRPr>
          </a:p>
          <a:p>
            <a:pPr marL="247015" marR="5080" indent="-218440">
              <a:lnSpc>
                <a:spcPct val="100000"/>
              </a:lnSpc>
              <a:spcBef>
                <a:spcPts val="800"/>
              </a:spcBef>
              <a:buSzPct val="78571"/>
              <a:buChar char="•"/>
              <a:tabLst>
                <a:tab pos="247015" algn="l"/>
              </a:tabLst>
            </a:pP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Extractores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45" dirty="0">
                <a:solidFill>
                  <a:srgbClr val="4B4B4B"/>
                </a:solidFill>
                <a:latin typeface="Arial"/>
                <a:cs typeface="Arial"/>
              </a:rPr>
              <a:t>OT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4B4B4B"/>
                </a:solidFill>
                <a:latin typeface="Arial"/>
                <a:cs typeface="Arial"/>
              </a:rPr>
              <a:t>IT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prediseñados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fuentes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comunes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805"/>
              </a:spcBef>
              <a:buSzPct val="78571"/>
              <a:buChar char="•"/>
              <a:tabLst>
                <a:tab pos="247015" algn="l"/>
                <a:tab pos="3790315" algn="l"/>
              </a:tabLst>
            </a:pP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Integración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estándar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4B4B4B"/>
                </a:solidFill>
                <a:latin typeface="Arial"/>
                <a:cs typeface="Arial"/>
              </a:rPr>
              <a:t>FactoryTalk®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Optix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real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79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API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SDK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bien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documentados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extracción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personalizada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805"/>
              </a:spcBef>
              <a:buSzPct val="78571"/>
              <a:buChar char="•"/>
              <a:tabLst>
                <a:tab pos="247015" algn="l"/>
              </a:tabLst>
            </a:pP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Importación</a:t>
            </a:r>
            <a:r>
              <a:rPr sz="14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estándar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ingeniería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4B4B4B"/>
              </a:buClr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70" dirty="0">
                <a:solidFill>
                  <a:srgbClr val="4B4B4B"/>
                </a:solidFill>
                <a:latin typeface="Arial"/>
                <a:cs typeface="Arial"/>
              </a:rPr>
              <a:t>Capture</a:t>
            </a:r>
            <a:r>
              <a:rPr sz="2000" b="1" spc="-1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2000" b="1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2000" b="1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escala</a:t>
            </a:r>
            <a:endParaRPr sz="2000">
              <a:latin typeface="Arial"/>
              <a:cs typeface="Arial"/>
            </a:endParaRPr>
          </a:p>
          <a:p>
            <a:pPr marL="247015" indent="-217804">
              <a:lnSpc>
                <a:spcPts val="1645"/>
              </a:lnSpc>
              <a:spcBef>
                <a:spcPts val="72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Amplíe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rápidamente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máquinas,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4B4B4B"/>
                </a:solidFill>
                <a:latin typeface="Arial"/>
                <a:cs typeface="Arial"/>
              </a:rPr>
              <a:t>líneas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instalaciones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flujos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ts val="1645"/>
              </a:lnSpc>
            </a:pP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reutilizables</a:t>
            </a:r>
            <a:endParaRPr sz="1400">
              <a:latin typeface="Arial"/>
              <a:cs typeface="Arial"/>
            </a:endParaRPr>
          </a:p>
          <a:p>
            <a:pPr marL="247015" marR="118745" indent="-218440">
              <a:lnSpc>
                <a:spcPts val="1600"/>
              </a:lnSpc>
              <a:spcBef>
                <a:spcPts val="84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Monitoreo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tiempo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real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gestión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del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ciclo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vida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flujos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75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Rastreabilidad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total</a:t>
            </a:r>
            <a:r>
              <a:rPr sz="14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del</a:t>
            </a:r>
            <a:r>
              <a:rPr sz="14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consumo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transformación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ts val="1639"/>
              </a:lnSpc>
              <a:spcBef>
                <a:spcPts val="72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Configure</a:t>
            </a:r>
            <a:r>
              <a:rPr sz="14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gestione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usuarios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acceso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basado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ts val="1639"/>
              </a:lnSpc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roles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5661025" cy="6858000"/>
            <a:chOff x="0" y="0"/>
            <a:chExt cx="5661025" cy="6858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003835" cy="685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61544"/>
              <a:ext cx="5661025" cy="148818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7159" y="612394"/>
            <a:ext cx="4519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Haga</a:t>
            </a:r>
            <a:r>
              <a:rPr spc="-245" dirty="0"/>
              <a:t> </a:t>
            </a:r>
            <a:r>
              <a:rPr spc="-135" dirty="0"/>
              <a:t>que</a:t>
            </a:r>
            <a:r>
              <a:rPr spc="-235" dirty="0"/>
              <a:t> </a:t>
            </a:r>
            <a:r>
              <a:rPr spc="-160" dirty="0"/>
              <a:t>los</a:t>
            </a:r>
            <a:r>
              <a:rPr spc="-225" dirty="0"/>
              <a:t> </a:t>
            </a:r>
            <a:r>
              <a:rPr spc="-95" dirty="0"/>
              <a:t>datos</a:t>
            </a:r>
            <a:r>
              <a:rPr spc="-220" dirty="0"/>
              <a:t> </a:t>
            </a:r>
            <a:r>
              <a:rPr spc="-10" dirty="0"/>
              <a:t>estén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669036"/>
            <a:ext cx="4848225" cy="1885950"/>
            <a:chOff x="0" y="669036"/>
            <a:chExt cx="4848225" cy="188595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69036"/>
              <a:ext cx="3166364" cy="14881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876" y="1562049"/>
              <a:ext cx="4697222" cy="99293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7159" y="1119581"/>
            <a:ext cx="3957320" cy="1084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Libere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encerrados</a:t>
            </a:r>
            <a:r>
              <a:rPr sz="20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silos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44383" y="292633"/>
            <a:ext cx="2912872" cy="79804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6464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solidFill>
                  <a:srgbClr val="000000"/>
                </a:solidFill>
              </a:rPr>
              <a:t>Haga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los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datos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25" dirty="0">
                <a:solidFill>
                  <a:srgbClr val="000000"/>
                </a:solidFill>
              </a:rPr>
              <a:t>sean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significativos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513994" y="1059941"/>
            <a:ext cx="9874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Elabore</a:t>
            </a:r>
            <a:r>
              <a:rPr sz="18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un</a:t>
            </a:r>
            <a:r>
              <a:rPr sz="18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gráfico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conocimientos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B4B4B"/>
                </a:solidFill>
                <a:latin typeface="Arial"/>
                <a:cs typeface="Arial"/>
              </a:rPr>
              <a:t>industriales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hablen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B4B4B"/>
                </a:solidFill>
                <a:latin typeface="Arial"/>
                <a:cs typeface="Arial"/>
              </a:rPr>
              <a:t>un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idioma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comprensible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693417"/>
            <a:ext cx="12192000" cy="4169410"/>
            <a:chOff x="0" y="1693417"/>
            <a:chExt cx="12192000" cy="4169410"/>
          </a:xfrm>
        </p:grpSpPr>
        <p:sp>
          <p:nvSpPr>
            <p:cNvPr id="8" name="object 8"/>
            <p:cNvSpPr/>
            <p:nvPr/>
          </p:nvSpPr>
          <p:spPr>
            <a:xfrm>
              <a:off x="0" y="1846922"/>
              <a:ext cx="12192000" cy="4015740"/>
            </a:xfrm>
            <a:custGeom>
              <a:avLst/>
              <a:gdLst/>
              <a:ahLst/>
              <a:cxnLst/>
              <a:rect l="l" t="t" r="r" b="b"/>
              <a:pathLst>
                <a:path w="12192000" h="4015740">
                  <a:moveTo>
                    <a:pt x="12192000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12192000" y="40157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6951" y="2757042"/>
              <a:ext cx="923290" cy="1515745"/>
            </a:xfrm>
            <a:custGeom>
              <a:avLst/>
              <a:gdLst/>
              <a:ahLst/>
              <a:cxnLst/>
              <a:rect l="l" t="t" r="r" b="b"/>
              <a:pathLst>
                <a:path w="923289" h="1515745">
                  <a:moveTo>
                    <a:pt x="0" y="1515236"/>
                  </a:moveTo>
                  <a:lnTo>
                    <a:pt x="922782" y="1515236"/>
                  </a:lnTo>
                  <a:lnTo>
                    <a:pt x="922782" y="0"/>
                  </a:lnTo>
                  <a:lnTo>
                    <a:pt x="0" y="0"/>
                  </a:lnTo>
                  <a:lnTo>
                    <a:pt x="0" y="15152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8208" y="290626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7982" y="3091052"/>
              <a:ext cx="221615" cy="1022350"/>
            </a:xfrm>
            <a:custGeom>
              <a:avLst/>
              <a:gdLst/>
              <a:ahLst/>
              <a:cxnLst/>
              <a:rect l="l" t="t" r="r" b="b"/>
              <a:pathLst>
                <a:path w="221614" h="1022350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221614" h="1022350">
                  <a:moveTo>
                    <a:pt x="131699" y="936752"/>
                  </a:moveTo>
                  <a:lnTo>
                    <a:pt x="46609" y="936752"/>
                  </a:lnTo>
                  <a:lnTo>
                    <a:pt x="46609" y="1021842"/>
                  </a:lnTo>
                  <a:lnTo>
                    <a:pt x="131699" y="1021842"/>
                  </a:lnTo>
                  <a:lnTo>
                    <a:pt x="131699" y="936752"/>
                  </a:lnTo>
                  <a:close/>
                </a:path>
                <a:path w="221614" h="1022350">
                  <a:moveTo>
                    <a:pt x="221107" y="584708"/>
                  </a:moveTo>
                  <a:lnTo>
                    <a:pt x="136017" y="584708"/>
                  </a:lnTo>
                  <a:lnTo>
                    <a:pt x="136017" y="669798"/>
                  </a:lnTo>
                  <a:lnTo>
                    <a:pt x="221107" y="669798"/>
                  </a:lnTo>
                  <a:lnTo>
                    <a:pt x="221107" y="584708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160" y="363461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982" y="3065017"/>
              <a:ext cx="279400" cy="850900"/>
            </a:xfrm>
            <a:custGeom>
              <a:avLst/>
              <a:gdLst/>
              <a:ahLst/>
              <a:cxnLst/>
              <a:rect l="l" t="t" r="r" b="b"/>
              <a:pathLst>
                <a:path w="279400" h="850900">
                  <a:moveTo>
                    <a:pt x="85090" y="205359"/>
                  </a:moveTo>
                  <a:lnTo>
                    <a:pt x="0" y="205359"/>
                  </a:lnTo>
                  <a:lnTo>
                    <a:pt x="0" y="290449"/>
                  </a:lnTo>
                  <a:lnTo>
                    <a:pt x="85090" y="290449"/>
                  </a:lnTo>
                  <a:lnTo>
                    <a:pt x="85090" y="205359"/>
                  </a:lnTo>
                  <a:close/>
                </a:path>
                <a:path w="279400" h="850900">
                  <a:moveTo>
                    <a:pt x="244856" y="0"/>
                  </a:moveTo>
                  <a:lnTo>
                    <a:pt x="159766" y="0"/>
                  </a:lnTo>
                  <a:lnTo>
                    <a:pt x="159766" y="85090"/>
                  </a:lnTo>
                  <a:lnTo>
                    <a:pt x="244856" y="85090"/>
                  </a:lnTo>
                  <a:lnTo>
                    <a:pt x="244856" y="0"/>
                  </a:lnTo>
                  <a:close/>
                </a:path>
                <a:path w="279400" h="850900">
                  <a:moveTo>
                    <a:pt x="279146" y="765810"/>
                  </a:moveTo>
                  <a:lnTo>
                    <a:pt x="194056" y="765810"/>
                  </a:lnTo>
                  <a:lnTo>
                    <a:pt x="194056" y="850900"/>
                  </a:lnTo>
                  <a:lnTo>
                    <a:pt x="279146" y="850900"/>
                  </a:lnTo>
                  <a:lnTo>
                    <a:pt x="279146" y="76581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982" y="3240658"/>
              <a:ext cx="219075" cy="690245"/>
            </a:xfrm>
            <a:custGeom>
              <a:avLst/>
              <a:gdLst/>
              <a:ahLst/>
              <a:cxnLst/>
              <a:rect l="l" t="t" r="r" b="b"/>
              <a:pathLst>
                <a:path w="219075" h="690245">
                  <a:moveTo>
                    <a:pt x="85090" y="605155"/>
                  </a:moveTo>
                  <a:lnTo>
                    <a:pt x="0" y="605155"/>
                  </a:lnTo>
                  <a:lnTo>
                    <a:pt x="0" y="690245"/>
                  </a:lnTo>
                  <a:lnTo>
                    <a:pt x="85090" y="690245"/>
                  </a:lnTo>
                  <a:lnTo>
                    <a:pt x="85090" y="605155"/>
                  </a:lnTo>
                  <a:close/>
                </a:path>
                <a:path w="219075" h="690245">
                  <a:moveTo>
                    <a:pt x="177419" y="219837"/>
                  </a:moveTo>
                  <a:lnTo>
                    <a:pt x="92329" y="219837"/>
                  </a:lnTo>
                  <a:lnTo>
                    <a:pt x="92329" y="304927"/>
                  </a:lnTo>
                  <a:lnTo>
                    <a:pt x="177419" y="304927"/>
                  </a:lnTo>
                  <a:lnTo>
                    <a:pt x="177419" y="219837"/>
                  </a:lnTo>
                  <a:close/>
                </a:path>
                <a:path w="219075" h="690245">
                  <a:moveTo>
                    <a:pt x="218948" y="0"/>
                  </a:moveTo>
                  <a:lnTo>
                    <a:pt x="133858" y="0"/>
                  </a:lnTo>
                  <a:lnTo>
                    <a:pt x="133858" y="85090"/>
                  </a:lnTo>
                  <a:lnTo>
                    <a:pt x="218948" y="85090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038" y="341617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0107" y="3367277"/>
              <a:ext cx="309880" cy="85090"/>
            </a:xfrm>
            <a:custGeom>
              <a:avLst/>
              <a:gdLst/>
              <a:ahLst/>
              <a:cxnLst/>
              <a:rect l="l" t="t" r="r" b="b"/>
              <a:pathLst>
                <a:path w="309879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09879" h="85089">
                  <a:moveTo>
                    <a:pt x="210566" y="0"/>
                  </a:moveTo>
                  <a:lnTo>
                    <a:pt x="125476" y="0"/>
                  </a:lnTo>
                  <a:lnTo>
                    <a:pt x="125476" y="85090"/>
                  </a:lnTo>
                  <a:lnTo>
                    <a:pt x="210566" y="85090"/>
                  </a:lnTo>
                  <a:lnTo>
                    <a:pt x="210566" y="0"/>
                  </a:lnTo>
                  <a:close/>
                </a:path>
                <a:path w="309879" h="85089">
                  <a:moveTo>
                    <a:pt x="309626" y="0"/>
                  </a:moveTo>
                  <a:lnTo>
                    <a:pt x="250952" y="0"/>
                  </a:lnTo>
                  <a:lnTo>
                    <a:pt x="250952" y="85090"/>
                  </a:lnTo>
                  <a:lnTo>
                    <a:pt x="309626" y="85090"/>
                  </a:lnTo>
                  <a:lnTo>
                    <a:pt x="309626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3233673"/>
              <a:ext cx="309880" cy="85090"/>
            </a:xfrm>
            <a:custGeom>
              <a:avLst/>
              <a:gdLst/>
              <a:ahLst/>
              <a:cxnLst/>
              <a:rect l="l" t="t" r="r" b="b"/>
              <a:pathLst>
                <a:path w="309879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09879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09879" h="85089">
                  <a:moveTo>
                    <a:pt x="309753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09753" y="85090"/>
                  </a:lnTo>
                  <a:lnTo>
                    <a:pt x="309753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3501008"/>
              <a:ext cx="309880" cy="85090"/>
            </a:xfrm>
            <a:custGeom>
              <a:avLst/>
              <a:gdLst/>
              <a:ahLst/>
              <a:cxnLst/>
              <a:rect l="l" t="t" r="r" b="b"/>
              <a:pathLst>
                <a:path w="309879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09879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09879" h="85089">
                  <a:moveTo>
                    <a:pt x="309753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09753" y="85090"/>
                  </a:lnTo>
                  <a:lnTo>
                    <a:pt x="309753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9980" y="3634612"/>
              <a:ext cx="309880" cy="85090"/>
            </a:xfrm>
            <a:custGeom>
              <a:avLst/>
              <a:gdLst/>
              <a:ahLst/>
              <a:cxnLst/>
              <a:rect l="l" t="t" r="r" b="b"/>
              <a:pathLst>
                <a:path w="309879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09879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09879" h="85089">
                  <a:moveTo>
                    <a:pt x="309753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09753" y="85090"/>
                  </a:lnTo>
                  <a:lnTo>
                    <a:pt x="309753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7230" y="2787268"/>
              <a:ext cx="393700" cy="1426210"/>
            </a:xfrm>
            <a:custGeom>
              <a:avLst/>
              <a:gdLst/>
              <a:ahLst/>
              <a:cxnLst/>
              <a:rect l="l" t="t" r="r" b="b"/>
              <a:pathLst>
                <a:path w="393700" h="1426210">
                  <a:moveTo>
                    <a:pt x="0" y="0"/>
                  </a:moveTo>
                  <a:lnTo>
                    <a:pt x="390144" y="382904"/>
                  </a:lnTo>
                </a:path>
                <a:path w="393700" h="1426210">
                  <a:moveTo>
                    <a:pt x="53212" y="1425701"/>
                  </a:moveTo>
                  <a:lnTo>
                    <a:pt x="393572" y="989329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88856" y="1693417"/>
              <a:ext cx="2456815" cy="313055"/>
            </a:xfrm>
            <a:custGeom>
              <a:avLst/>
              <a:gdLst/>
              <a:ahLst/>
              <a:cxnLst/>
              <a:rect l="l" t="t" r="r" b="b"/>
              <a:pathLst>
                <a:path w="2456815" h="313055">
                  <a:moveTo>
                    <a:pt x="2299843" y="0"/>
                  </a:moveTo>
                  <a:lnTo>
                    <a:pt x="0" y="0"/>
                  </a:lnTo>
                  <a:lnTo>
                    <a:pt x="156591" y="156591"/>
                  </a:lnTo>
                  <a:lnTo>
                    <a:pt x="0" y="313055"/>
                  </a:lnTo>
                  <a:lnTo>
                    <a:pt x="2299843" y="313055"/>
                  </a:lnTo>
                  <a:lnTo>
                    <a:pt x="2456434" y="156591"/>
                  </a:lnTo>
                  <a:lnTo>
                    <a:pt x="2299843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47606" y="1731010"/>
            <a:ext cx="2138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Otórgueles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41445" y="1503299"/>
            <a:ext cx="3255010" cy="4034790"/>
            <a:chOff x="3941445" y="1503299"/>
            <a:chExt cx="3255010" cy="403479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0208" y="1503299"/>
              <a:ext cx="3243707" cy="40347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1445" y="1693418"/>
              <a:ext cx="3254755" cy="31305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108830" y="1731010"/>
            <a:ext cx="29235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significativos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257160" y="1693417"/>
            <a:ext cx="2070735" cy="313055"/>
          </a:xfrm>
          <a:custGeom>
            <a:avLst/>
            <a:gdLst/>
            <a:ahLst/>
            <a:cxnLst/>
            <a:rect l="l" t="t" r="r" b="b"/>
            <a:pathLst>
              <a:path w="2070734" h="313055">
                <a:moveTo>
                  <a:pt x="1914271" y="0"/>
                </a:moveTo>
                <a:lnTo>
                  <a:pt x="0" y="0"/>
                </a:lnTo>
                <a:lnTo>
                  <a:pt x="156464" y="156591"/>
                </a:lnTo>
                <a:lnTo>
                  <a:pt x="0" y="313055"/>
                </a:lnTo>
                <a:lnTo>
                  <a:pt x="1914271" y="313055"/>
                </a:lnTo>
                <a:lnTo>
                  <a:pt x="2070735" y="156591"/>
                </a:lnTo>
                <a:lnTo>
                  <a:pt x="1914271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557643" y="1623187"/>
            <a:ext cx="1471295" cy="41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4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1270" algn="ctr">
              <a:lnSpc>
                <a:spcPts val="1540"/>
              </a:lnSpc>
            </a:pP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útiles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2900" y="1693417"/>
            <a:ext cx="3537585" cy="313055"/>
          </a:xfrm>
          <a:custGeom>
            <a:avLst/>
            <a:gdLst/>
            <a:ahLst/>
            <a:cxnLst/>
            <a:rect l="l" t="t" r="r" b="b"/>
            <a:pathLst>
              <a:path w="3537585" h="313055">
                <a:moveTo>
                  <a:pt x="3380994" y="0"/>
                </a:moveTo>
                <a:lnTo>
                  <a:pt x="0" y="0"/>
                </a:lnTo>
                <a:lnTo>
                  <a:pt x="0" y="313055"/>
                </a:lnTo>
                <a:lnTo>
                  <a:pt x="3380994" y="313055"/>
                </a:lnTo>
                <a:lnTo>
                  <a:pt x="3537585" y="156591"/>
                </a:lnTo>
                <a:lnTo>
                  <a:pt x="338099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41400" y="1731010"/>
            <a:ext cx="2861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estén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68701" y="2119122"/>
            <a:ext cx="14173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 marR="170815" algn="ctr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Integración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híbrida </a:t>
            </a:r>
            <a:r>
              <a:rPr sz="1000" b="1" spc="-55" dirty="0">
                <a:latin typeface="Arial"/>
                <a:cs typeface="Arial"/>
              </a:rPr>
              <a:t>y </a:t>
            </a: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b="1" spc="-35" dirty="0">
                <a:latin typeface="Arial"/>
                <a:cs typeface="Arial"/>
              </a:rPr>
              <a:t>transformación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12767" y="2119122"/>
            <a:ext cx="102996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ET/OT/IT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35" dirty="0">
                <a:latin typeface="Arial"/>
                <a:cs typeface="Arial"/>
              </a:rPr>
              <a:t>contextualización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50433" y="2119122"/>
            <a:ext cx="8693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-55" dirty="0">
                <a:latin typeface="Arial"/>
                <a:cs typeface="Arial"/>
              </a:rPr>
              <a:t>Conocimientos </a:t>
            </a:r>
            <a:r>
              <a:rPr sz="1000" b="1" spc="-10" dirty="0">
                <a:latin typeface="Arial"/>
                <a:cs typeface="Arial"/>
              </a:rPr>
              <a:t>industriales </a:t>
            </a:r>
            <a:r>
              <a:rPr sz="1000" spc="-10" dirty="0">
                <a:latin typeface="Arial"/>
                <a:cs typeface="Arial"/>
              </a:rPr>
              <a:t>Gráfico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6328" y="45087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Emparejamiento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entidades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98134" y="4437633"/>
            <a:ext cx="63690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Análisis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del diagrama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ingeniería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47161" y="4516958"/>
            <a:ext cx="790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Análisis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documentos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08398" y="2698940"/>
            <a:ext cx="2745105" cy="1553845"/>
            <a:chOff x="4208398" y="2698940"/>
            <a:chExt cx="2745105" cy="1553845"/>
          </a:xfrm>
        </p:grpSpPr>
        <p:sp>
          <p:nvSpPr>
            <p:cNvPr id="38" name="object 38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759332" y="0"/>
                  </a:moveTo>
                  <a:lnTo>
                    <a:pt x="711313" y="1493"/>
                  </a:lnTo>
                  <a:lnTo>
                    <a:pt x="664086" y="5916"/>
                  </a:lnTo>
                  <a:lnTo>
                    <a:pt x="617742" y="13178"/>
                  </a:lnTo>
                  <a:lnTo>
                    <a:pt x="572370" y="23191"/>
                  </a:lnTo>
                  <a:lnTo>
                    <a:pt x="528057" y="35866"/>
                  </a:lnTo>
                  <a:lnTo>
                    <a:pt x="484894" y="51113"/>
                  </a:lnTo>
                  <a:lnTo>
                    <a:pt x="442970" y="68844"/>
                  </a:lnTo>
                  <a:lnTo>
                    <a:pt x="402372" y="88970"/>
                  </a:lnTo>
                  <a:lnTo>
                    <a:pt x="363191" y="111402"/>
                  </a:lnTo>
                  <a:lnTo>
                    <a:pt x="325515" y="136050"/>
                  </a:lnTo>
                  <a:lnTo>
                    <a:pt x="289434" y="162827"/>
                  </a:lnTo>
                  <a:lnTo>
                    <a:pt x="255035" y="191643"/>
                  </a:lnTo>
                  <a:lnTo>
                    <a:pt x="222408" y="222408"/>
                  </a:lnTo>
                  <a:lnTo>
                    <a:pt x="191643" y="255035"/>
                  </a:lnTo>
                  <a:lnTo>
                    <a:pt x="162827" y="289434"/>
                  </a:lnTo>
                  <a:lnTo>
                    <a:pt x="136050" y="325515"/>
                  </a:lnTo>
                  <a:lnTo>
                    <a:pt x="111402" y="363191"/>
                  </a:lnTo>
                  <a:lnTo>
                    <a:pt x="88970" y="402372"/>
                  </a:lnTo>
                  <a:lnTo>
                    <a:pt x="68844" y="442970"/>
                  </a:lnTo>
                  <a:lnTo>
                    <a:pt x="51113" y="484894"/>
                  </a:lnTo>
                  <a:lnTo>
                    <a:pt x="35866" y="528057"/>
                  </a:lnTo>
                  <a:lnTo>
                    <a:pt x="23191" y="572370"/>
                  </a:lnTo>
                  <a:lnTo>
                    <a:pt x="13178" y="617742"/>
                  </a:lnTo>
                  <a:lnTo>
                    <a:pt x="5916" y="664086"/>
                  </a:lnTo>
                  <a:lnTo>
                    <a:pt x="1493" y="711313"/>
                  </a:lnTo>
                  <a:lnTo>
                    <a:pt x="0" y="759333"/>
                  </a:lnTo>
                  <a:lnTo>
                    <a:pt x="1493" y="807352"/>
                  </a:lnTo>
                  <a:lnTo>
                    <a:pt x="5916" y="854577"/>
                  </a:lnTo>
                  <a:lnTo>
                    <a:pt x="13178" y="900918"/>
                  </a:lnTo>
                  <a:lnTo>
                    <a:pt x="23191" y="946287"/>
                  </a:lnTo>
                  <a:lnTo>
                    <a:pt x="35866" y="990595"/>
                  </a:lnTo>
                  <a:lnTo>
                    <a:pt x="51113" y="1033753"/>
                  </a:lnTo>
                  <a:lnTo>
                    <a:pt x="68844" y="1075673"/>
                  </a:lnTo>
                  <a:lnTo>
                    <a:pt x="88970" y="1116264"/>
                  </a:lnTo>
                  <a:lnTo>
                    <a:pt x="111402" y="1155439"/>
                  </a:lnTo>
                  <a:lnTo>
                    <a:pt x="136050" y="1193108"/>
                  </a:lnTo>
                  <a:lnTo>
                    <a:pt x="162827" y="1229182"/>
                  </a:lnTo>
                  <a:lnTo>
                    <a:pt x="191643" y="1263574"/>
                  </a:lnTo>
                  <a:lnTo>
                    <a:pt x="222408" y="1296193"/>
                  </a:lnTo>
                  <a:lnTo>
                    <a:pt x="255035" y="1326952"/>
                  </a:lnTo>
                  <a:lnTo>
                    <a:pt x="289434" y="1355760"/>
                  </a:lnTo>
                  <a:lnTo>
                    <a:pt x="325515" y="1382529"/>
                  </a:lnTo>
                  <a:lnTo>
                    <a:pt x="363191" y="1407171"/>
                  </a:lnTo>
                  <a:lnTo>
                    <a:pt x="402372" y="1429597"/>
                  </a:lnTo>
                  <a:lnTo>
                    <a:pt x="442970" y="1449717"/>
                  </a:lnTo>
                  <a:lnTo>
                    <a:pt x="484894" y="1467442"/>
                  </a:lnTo>
                  <a:lnTo>
                    <a:pt x="528057" y="1482685"/>
                  </a:lnTo>
                  <a:lnTo>
                    <a:pt x="572370" y="1495355"/>
                  </a:lnTo>
                  <a:lnTo>
                    <a:pt x="617742" y="1505364"/>
                  </a:lnTo>
                  <a:lnTo>
                    <a:pt x="664086" y="1512624"/>
                  </a:lnTo>
                  <a:lnTo>
                    <a:pt x="711313" y="1517045"/>
                  </a:lnTo>
                  <a:lnTo>
                    <a:pt x="759332" y="1518539"/>
                  </a:lnTo>
                  <a:lnTo>
                    <a:pt x="807352" y="1517045"/>
                  </a:lnTo>
                  <a:lnTo>
                    <a:pt x="854579" y="1512624"/>
                  </a:lnTo>
                  <a:lnTo>
                    <a:pt x="900923" y="1505364"/>
                  </a:lnTo>
                  <a:lnTo>
                    <a:pt x="946295" y="1495355"/>
                  </a:lnTo>
                  <a:lnTo>
                    <a:pt x="990608" y="1482685"/>
                  </a:lnTo>
                  <a:lnTo>
                    <a:pt x="1033771" y="1467442"/>
                  </a:lnTo>
                  <a:lnTo>
                    <a:pt x="1075695" y="1449717"/>
                  </a:lnTo>
                  <a:lnTo>
                    <a:pt x="1116293" y="1429597"/>
                  </a:lnTo>
                  <a:lnTo>
                    <a:pt x="1155474" y="1407171"/>
                  </a:lnTo>
                  <a:lnTo>
                    <a:pt x="1193150" y="1382529"/>
                  </a:lnTo>
                  <a:lnTo>
                    <a:pt x="1229231" y="1355760"/>
                  </a:lnTo>
                  <a:lnTo>
                    <a:pt x="1263630" y="1326952"/>
                  </a:lnTo>
                  <a:lnTo>
                    <a:pt x="1296257" y="1296193"/>
                  </a:lnTo>
                  <a:lnTo>
                    <a:pt x="1327022" y="1263574"/>
                  </a:lnTo>
                  <a:lnTo>
                    <a:pt x="1355838" y="1229182"/>
                  </a:lnTo>
                  <a:lnTo>
                    <a:pt x="1382615" y="1193108"/>
                  </a:lnTo>
                  <a:lnTo>
                    <a:pt x="1407263" y="1155439"/>
                  </a:lnTo>
                  <a:lnTo>
                    <a:pt x="1429695" y="1116264"/>
                  </a:lnTo>
                  <a:lnTo>
                    <a:pt x="1449821" y="1075673"/>
                  </a:lnTo>
                  <a:lnTo>
                    <a:pt x="1467552" y="1033753"/>
                  </a:lnTo>
                  <a:lnTo>
                    <a:pt x="1482799" y="990595"/>
                  </a:lnTo>
                  <a:lnTo>
                    <a:pt x="1495474" y="946287"/>
                  </a:lnTo>
                  <a:lnTo>
                    <a:pt x="1505487" y="900918"/>
                  </a:lnTo>
                  <a:lnTo>
                    <a:pt x="1512749" y="854577"/>
                  </a:lnTo>
                  <a:lnTo>
                    <a:pt x="1517172" y="807352"/>
                  </a:lnTo>
                  <a:lnTo>
                    <a:pt x="1518665" y="759333"/>
                  </a:lnTo>
                  <a:lnTo>
                    <a:pt x="1517172" y="711313"/>
                  </a:lnTo>
                  <a:lnTo>
                    <a:pt x="1512749" y="664086"/>
                  </a:lnTo>
                  <a:lnTo>
                    <a:pt x="1505487" y="617742"/>
                  </a:lnTo>
                  <a:lnTo>
                    <a:pt x="1495474" y="572370"/>
                  </a:lnTo>
                  <a:lnTo>
                    <a:pt x="1482799" y="528057"/>
                  </a:lnTo>
                  <a:lnTo>
                    <a:pt x="1467552" y="484894"/>
                  </a:lnTo>
                  <a:lnTo>
                    <a:pt x="1449821" y="442970"/>
                  </a:lnTo>
                  <a:lnTo>
                    <a:pt x="1429695" y="402372"/>
                  </a:lnTo>
                  <a:lnTo>
                    <a:pt x="1407263" y="363191"/>
                  </a:lnTo>
                  <a:lnTo>
                    <a:pt x="1382615" y="325515"/>
                  </a:lnTo>
                  <a:lnTo>
                    <a:pt x="1355838" y="289434"/>
                  </a:lnTo>
                  <a:lnTo>
                    <a:pt x="1327022" y="255035"/>
                  </a:lnTo>
                  <a:lnTo>
                    <a:pt x="1296257" y="222408"/>
                  </a:lnTo>
                  <a:lnTo>
                    <a:pt x="1263630" y="191643"/>
                  </a:lnTo>
                  <a:lnTo>
                    <a:pt x="1229231" y="162827"/>
                  </a:lnTo>
                  <a:lnTo>
                    <a:pt x="1193150" y="136050"/>
                  </a:lnTo>
                  <a:lnTo>
                    <a:pt x="1155474" y="111402"/>
                  </a:lnTo>
                  <a:lnTo>
                    <a:pt x="1116293" y="88970"/>
                  </a:lnTo>
                  <a:lnTo>
                    <a:pt x="1075695" y="68844"/>
                  </a:lnTo>
                  <a:lnTo>
                    <a:pt x="1033771" y="51113"/>
                  </a:lnTo>
                  <a:lnTo>
                    <a:pt x="990608" y="35866"/>
                  </a:lnTo>
                  <a:lnTo>
                    <a:pt x="946295" y="23191"/>
                  </a:lnTo>
                  <a:lnTo>
                    <a:pt x="900923" y="13178"/>
                  </a:lnTo>
                  <a:lnTo>
                    <a:pt x="854579" y="5916"/>
                  </a:lnTo>
                  <a:lnTo>
                    <a:pt x="807352" y="1493"/>
                  </a:lnTo>
                  <a:lnTo>
                    <a:pt x="75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0" y="759333"/>
                  </a:moveTo>
                  <a:lnTo>
                    <a:pt x="1493" y="711313"/>
                  </a:lnTo>
                  <a:lnTo>
                    <a:pt x="5916" y="664086"/>
                  </a:lnTo>
                  <a:lnTo>
                    <a:pt x="13178" y="617742"/>
                  </a:lnTo>
                  <a:lnTo>
                    <a:pt x="23191" y="572370"/>
                  </a:lnTo>
                  <a:lnTo>
                    <a:pt x="35866" y="528057"/>
                  </a:lnTo>
                  <a:lnTo>
                    <a:pt x="51113" y="484894"/>
                  </a:lnTo>
                  <a:lnTo>
                    <a:pt x="68844" y="442970"/>
                  </a:lnTo>
                  <a:lnTo>
                    <a:pt x="88970" y="402372"/>
                  </a:lnTo>
                  <a:lnTo>
                    <a:pt x="111402" y="363191"/>
                  </a:lnTo>
                  <a:lnTo>
                    <a:pt x="136050" y="325515"/>
                  </a:lnTo>
                  <a:lnTo>
                    <a:pt x="162827" y="289434"/>
                  </a:lnTo>
                  <a:lnTo>
                    <a:pt x="191643" y="255035"/>
                  </a:lnTo>
                  <a:lnTo>
                    <a:pt x="222408" y="222408"/>
                  </a:lnTo>
                  <a:lnTo>
                    <a:pt x="255035" y="191643"/>
                  </a:lnTo>
                  <a:lnTo>
                    <a:pt x="289434" y="162827"/>
                  </a:lnTo>
                  <a:lnTo>
                    <a:pt x="325515" y="136050"/>
                  </a:lnTo>
                  <a:lnTo>
                    <a:pt x="363191" y="111402"/>
                  </a:lnTo>
                  <a:lnTo>
                    <a:pt x="402372" y="88970"/>
                  </a:lnTo>
                  <a:lnTo>
                    <a:pt x="442970" y="68844"/>
                  </a:lnTo>
                  <a:lnTo>
                    <a:pt x="484894" y="51113"/>
                  </a:lnTo>
                  <a:lnTo>
                    <a:pt x="528057" y="35866"/>
                  </a:lnTo>
                  <a:lnTo>
                    <a:pt x="572370" y="23191"/>
                  </a:lnTo>
                  <a:lnTo>
                    <a:pt x="617742" y="13178"/>
                  </a:lnTo>
                  <a:lnTo>
                    <a:pt x="664086" y="5916"/>
                  </a:lnTo>
                  <a:lnTo>
                    <a:pt x="711313" y="1493"/>
                  </a:lnTo>
                  <a:lnTo>
                    <a:pt x="759332" y="0"/>
                  </a:lnTo>
                  <a:lnTo>
                    <a:pt x="807352" y="1493"/>
                  </a:lnTo>
                  <a:lnTo>
                    <a:pt x="854579" y="5916"/>
                  </a:lnTo>
                  <a:lnTo>
                    <a:pt x="900923" y="13178"/>
                  </a:lnTo>
                  <a:lnTo>
                    <a:pt x="946295" y="23191"/>
                  </a:lnTo>
                  <a:lnTo>
                    <a:pt x="990608" y="35866"/>
                  </a:lnTo>
                  <a:lnTo>
                    <a:pt x="1033771" y="51113"/>
                  </a:lnTo>
                  <a:lnTo>
                    <a:pt x="1075695" y="68844"/>
                  </a:lnTo>
                  <a:lnTo>
                    <a:pt x="1116293" y="88970"/>
                  </a:lnTo>
                  <a:lnTo>
                    <a:pt x="1155474" y="111402"/>
                  </a:lnTo>
                  <a:lnTo>
                    <a:pt x="1193150" y="136050"/>
                  </a:lnTo>
                  <a:lnTo>
                    <a:pt x="1229231" y="162827"/>
                  </a:lnTo>
                  <a:lnTo>
                    <a:pt x="1263630" y="191643"/>
                  </a:lnTo>
                  <a:lnTo>
                    <a:pt x="1296257" y="222408"/>
                  </a:lnTo>
                  <a:lnTo>
                    <a:pt x="1327022" y="255035"/>
                  </a:lnTo>
                  <a:lnTo>
                    <a:pt x="1355838" y="289434"/>
                  </a:lnTo>
                  <a:lnTo>
                    <a:pt x="1382615" y="325515"/>
                  </a:lnTo>
                  <a:lnTo>
                    <a:pt x="1407263" y="363191"/>
                  </a:lnTo>
                  <a:lnTo>
                    <a:pt x="1429695" y="402372"/>
                  </a:lnTo>
                  <a:lnTo>
                    <a:pt x="1449821" y="442970"/>
                  </a:lnTo>
                  <a:lnTo>
                    <a:pt x="1467552" y="484894"/>
                  </a:lnTo>
                  <a:lnTo>
                    <a:pt x="1482799" y="528057"/>
                  </a:lnTo>
                  <a:lnTo>
                    <a:pt x="1495474" y="572370"/>
                  </a:lnTo>
                  <a:lnTo>
                    <a:pt x="1505487" y="617742"/>
                  </a:lnTo>
                  <a:lnTo>
                    <a:pt x="1512749" y="664086"/>
                  </a:lnTo>
                  <a:lnTo>
                    <a:pt x="1517172" y="711313"/>
                  </a:lnTo>
                  <a:lnTo>
                    <a:pt x="1518665" y="759333"/>
                  </a:lnTo>
                  <a:lnTo>
                    <a:pt x="1517172" y="807352"/>
                  </a:lnTo>
                  <a:lnTo>
                    <a:pt x="1512749" y="854577"/>
                  </a:lnTo>
                  <a:lnTo>
                    <a:pt x="1505487" y="900918"/>
                  </a:lnTo>
                  <a:lnTo>
                    <a:pt x="1495474" y="946287"/>
                  </a:lnTo>
                  <a:lnTo>
                    <a:pt x="1482799" y="990595"/>
                  </a:lnTo>
                  <a:lnTo>
                    <a:pt x="1467552" y="1033753"/>
                  </a:lnTo>
                  <a:lnTo>
                    <a:pt x="1449821" y="1075673"/>
                  </a:lnTo>
                  <a:lnTo>
                    <a:pt x="1429695" y="1116264"/>
                  </a:lnTo>
                  <a:lnTo>
                    <a:pt x="1407263" y="1155439"/>
                  </a:lnTo>
                  <a:lnTo>
                    <a:pt x="1382615" y="1193108"/>
                  </a:lnTo>
                  <a:lnTo>
                    <a:pt x="1355838" y="1229182"/>
                  </a:lnTo>
                  <a:lnTo>
                    <a:pt x="1327022" y="1263574"/>
                  </a:lnTo>
                  <a:lnTo>
                    <a:pt x="1296257" y="1296193"/>
                  </a:lnTo>
                  <a:lnTo>
                    <a:pt x="1263630" y="1326952"/>
                  </a:lnTo>
                  <a:lnTo>
                    <a:pt x="1229231" y="1355760"/>
                  </a:lnTo>
                  <a:lnTo>
                    <a:pt x="1193150" y="1382529"/>
                  </a:lnTo>
                  <a:lnTo>
                    <a:pt x="1155474" y="1407171"/>
                  </a:lnTo>
                  <a:lnTo>
                    <a:pt x="1116293" y="1429597"/>
                  </a:lnTo>
                  <a:lnTo>
                    <a:pt x="1075695" y="1449717"/>
                  </a:lnTo>
                  <a:lnTo>
                    <a:pt x="1033771" y="1467442"/>
                  </a:lnTo>
                  <a:lnTo>
                    <a:pt x="990608" y="1482685"/>
                  </a:lnTo>
                  <a:lnTo>
                    <a:pt x="946295" y="1495355"/>
                  </a:lnTo>
                  <a:lnTo>
                    <a:pt x="900923" y="1505364"/>
                  </a:lnTo>
                  <a:lnTo>
                    <a:pt x="854579" y="1512624"/>
                  </a:lnTo>
                  <a:lnTo>
                    <a:pt x="807352" y="1517045"/>
                  </a:lnTo>
                  <a:lnTo>
                    <a:pt x="759332" y="1518539"/>
                  </a:lnTo>
                  <a:lnTo>
                    <a:pt x="711313" y="1517045"/>
                  </a:lnTo>
                  <a:lnTo>
                    <a:pt x="664086" y="1512624"/>
                  </a:lnTo>
                  <a:lnTo>
                    <a:pt x="617742" y="1505364"/>
                  </a:lnTo>
                  <a:lnTo>
                    <a:pt x="572370" y="1495355"/>
                  </a:lnTo>
                  <a:lnTo>
                    <a:pt x="528057" y="1482685"/>
                  </a:lnTo>
                  <a:lnTo>
                    <a:pt x="484894" y="1467442"/>
                  </a:lnTo>
                  <a:lnTo>
                    <a:pt x="442970" y="1449717"/>
                  </a:lnTo>
                  <a:lnTo>
                    <a:pt x="402372" y="1429597"/>
                  </a:lnTo>
                  <a:lnTo>
                    <a:pt x="363191" y="1407171"/>
                  </a:lnTo>
                  <a:lnTo>
                    <a:pt x="325515" y="1382529"/>
                  </a:lnTo>
                  <a:lnTo>
                    <a:pt x="289434" y="1355760"/>
                  </a:lnTo>
                  <a:lnTo>
                    <a:pt x="255035" y="1326952"/>
                  </a:lnTo>
                  <a:lnTo>
                    <a:pt x="222408" y="1296193"/>
                  </a:lnTo>
                  <a:lnTo>
                    <a:pt x="191643" y="1263574"/>
                  </a:lnTo>
                  <a:lnTo>
                    <a:pt x="162827" y="1229182"/>
                  </a:lnTo>
                  <a:lnTo>
                    <a:pt x="136050" y="1193108"/>
                  </a:lnTo>
                  <a:lnTo>
                    <a:pt x="111402" y="1155439"/>
                  </a:lnTo>
                  <a:lnTo>
                    <a:pt x="88970" y="1116264"/>
                  </a:lnTo>
                  <a:lnTo>
                    <a:pt x="68844" y="1075673"/>
                  </a:lnTo>
                  <a:lnTo>
                    <a:pt x="51113" y="1033753"/>
                  </a:lnTo>
                  <a:lnTo>
                    <a:pt x="35866" y="990595"/>
                  </a:lnTo>
                  <a:lnTo>
                    <a:pt x="23191" y="946287"/>
                  </a:lnTo>
                  <a:lnTo>
                    <a:pt x="13178" y="900918"/>
                  </a:lnTo>
                  <a:lnTo>
                    <a:pt x="5916" y="854577"/>
                  </a:lnTo>
                  <a:lnTo>
                    <a:pt x="1493" y="807352"/>
                  </a:lnTo>
                  <a:lnTo>
                    <a:pt x="0" y="759333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5124" y="2828416"/>
              <a:ext cx="1485900" cy="12572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208398" y="2737484"/>
              <a:ext cx="814069" cy="1515745"/>
            </a:xfrm>
            <a:custGeom>
              <a:avLst/>
              <a:gdLst/>
              <a:ahLst/>
              <a:cxnLst/>
              <a:rect l="l" t="t" r="r" b="b"/>
              <a:pathLst>
                <a:path w="814070" h="1515745">
                  <a:moveTo>
                    <a:pt x="813815" y="0"/>
                  </a:moveTo>
                  <a:lnTo>
                    <a:pt x="0" y="0"/>
                  </a:lnTo>
                  <a:lnTo>
                    <a:pt x="0" y="1515237"/>
                  </a:lnTo>
                  <a:lnTo>
                    <a:pt x="813815" y="1515237"/>
                  </a:lnTo>
                  <a:lnTo>
                    <a:pt x="8138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268851" y="281891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800" spc="-75" dirty="0">
                <a:latin typeface="Arial"/>
                <a:cs typeface="Arial"/>
              </a:rPr>
              <a:t>SME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68851" y="352757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6355" marR="36195" indent="12192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personalizada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68851" y="3881780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13970" marR="4445" indent="15367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-10" dirty="0">
                <a:latin typeface="Arial"/>
                <a:cs typeface="Arial"/>
              </a:rPr>
              <a:t> preconfigurada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68851" y="317324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218440" marR="114300" indent="-94615">
              <a:lnSpc>
                <a:spcPct val="100000"/>
              </a:lnSpc>
              <a:spcBef>
                <a:spcPts val="140"/>
              </a:spcBef>
            </a:pPr>
            <a:r>
              <a:rPr sz="800" spc="-35" dirty="0">
                <a:latin typeface="Arial"/>
                <a:cs typeface="Arial"/>
              </a:rPr>
              <a:t>Basado </a:t>
            </a:r>
            <a:r>
              <a:rPr sz="800" spc="-25" dirty="0">
                <a:latin typeface="Arial"/>
                <a:cs typeface="Arial"/>
              </a:rPr>
              <a:t>en</a:t>
            </a:r>
            <a:r>
              <a:rPr sz="800" spc="-10" dirty="0">
                <a:latin typeface="Arial"/>
                <a:cs typeface="Arial"/>
              </a:rPr>
              <a:t> reglas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11551" y="2743580"/>
            <a:ext cx="303530" cy="1518920"/>
          </a:xfrm>
          <a:custGeom>
            <a:avLst/>
            <a:gdLst/>
            <a:ahLst/>
            <a:cxnLst/>
            <a:rect l="l" t="t" r="r" b="b"/>
            <a:pathLst>
              <a:path w="303530" h="1518920">
                <a:moveTo>
                  <a:pt x="303275" y="0"/>
                </a:moveTo>
                <a:lnTo>
                  <a:pt x="0" y="0"/>
                </a:lnTo>
                <a:lnTo>
                  <a:pt x="0" y="1518539"/>
                </a:lnTo>
                <a:lnTo>
                  <a:pt x="303275" y="1518539"/>
                </a:lnTo>
                <a:lnTo>
                  <a:pt x="303275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544317" y="3042140"/>
            <a:ext cx="239395" cy="92329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75588" y="2898648"/>
            <a:ext cx="5006975" cy="1853564"/>
            <a:chOff x="1275588" y="2898648"/>
            <a:chExt cx="5006975" cy="1853564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4827" y="3462909"/>
              <a:ext cx="222123" cy="7975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017389" y="3465576"/>
              <a:ext cx="412750" cy="74930"/>
            </a:xfrm>
            <a:custGeom>
              <a:avLst/>
              <a:gdLst/>
              <a:ahLst/>
              <a:cxnLst/>
              <a:rect l="l" t="t" r="r" b="b"/>
              <a:pathLst>
                <a:path w="412750" h="74929">
                  <a:moveTo>
                    <a:pt x="59562" y="0"/>
                  </a:moveTo>
                  <a:lnTo>
                    <a:pt x="57276" y="1397"/>
                  </a:lnTo>
                  <a:lnTo>
                    <a:pt x="0" y="37211"/>
                  </a:lnTo>
                  <a:lnTo>
                    <a:pt x="57276" y="73025"/>
                  </a:lnTo>
                  <a:lnTo>
                    <a:pt x="59562" y="74422"/>
                  </a:lnTo>
                  <a:lnTo>
                    <a:pt x="62484" y="73787"/>
                  </a:lnTo>
                  <a:lnTo>
                    <a:pt x="65277" y="69214"/>
                  </a:lnTo>
                  <a:lnTo>
                    <a:pt x="64515" y="66294"/>
                  </a:lnTo>
                  <a:lnTo>
                    <a:pt x="62357" y="64897"/>
                  </a:lnTo>
                  <a:lnTo>
                    <a:pt x="25781" y="42037"/>
                  </a:lnTo>
                  <a:lnTo>
                    <a:pt x="9016" y="42037"/>
                  </a:lnTo>
                  <a:lnTo>
                    <a:pt x="9016" y="32512"/>
                  </a:lnTo>
                  <a:lnTo>
                    <a:pt x="25577" y="32512"/>
                  </a:lnTo>
                  <a:lnTo>
                    <a:pt x="62357" y="9525"/>
                  </a:lnTo>
                  <a:lnTo>
                    <a:pt x="64515" y="8127"/>
                  </a:lnTo>
                  <a:lnTo>
                    <a:pt x="65277" y="5207"/>
                  </a:lnTo>
                  <a:lnTo>
                    <a:pt x="63881" y="2921"/>
                  </a:lnTo>
                  <a:lnTo>
                    <a:pt x="62484" y="762"/>
                  </a:lnTo>
                  <a:lnTo>
                    <a:pt x="59562" y="0"/>
                  </a:lnTo>
                  <a:close/>
                </a:path>
                <a:path w="412750" h="74929">
                  <a:moveTo>
                    <a:pt x="394436" y="37211"/>
                  </a:moveTo>
                  <a:lnTo>
                    <a:pt x="350138" y="64897"/>
                  </a:lnTo>
                  <a:lnTo>
                    <a:pt x="347980" y="66294"/>
                  </a:lnTo>
                  <a:lnTo>
                    <a:pt x="347218" y="69214"/>
                  </a:lnTo>
                  <a:lnTo>
                    <a:pt x="350012" y="73787"/>
                  </a:lnTo>
                  <a:lnTo>
                    <a:pt x="352933" y="74422"/>
                  </a:lnTo>
                  <a:lnTo>
                    <a:pt x="355219" y="73025"/>
                  </a:lnTo>
                  <a:lnTo>
                    <a:pt x="404777" y="42037"/>
                  </a:lnTo>
                  <a:lnTo>
                    <a:pt x="403478" y="42037"/>
                  </a:lnTo>
                  <a:lnTo>
                    <a:pt x="403478" y="41275"/>
                  </a:lnTo>
                  <a:lnTo>
                    <a:pt x="400938" y="41275"/>
                  </a:lnTo>
                  <a:lnTo>
                    <a:pt x="394436" y="37211"/>
                  </a:lnTo>
                  <a:close/>
                </a:path>
                <a:path w="412750" h="74929">
                  <a:moveTo>
                    <a:pt x="25577" y="32512"/>
                  </a:moveTo>
                  <a:lnTo>
                    <a:pt x="9016" y="32512"/>
                  </a:lnTo>
                  <a:lnTo>
                    <a:pt x="9016" y="42037"/>
                  </a:lnTo>
                  <a:lnTo>
                    <a:pt x="25781" y="42037"/>
                  </a:lnTo>
                  <a:lnTo>
                    <a:pt x="24561" y="41275"/>
                  </a:lnTo>
                  <a:lnTo>
                    <a:pt x="11557" y="41275"/>
                  </a:lnTo>
                  <a:lnTo>
                    <a:pt x="11557" y="33147"/>
                  </a:lnTo>
                  <a:lnTo>
                    <a:pt x="24561" y="33147"/>
                  </a:lnTo>
                  <a:lnTo>
                    <a:pt x="25577" y="32512"/>
                  </a:lnTo>
                  <a:close/>
                </a:path>
                <a:path w="412750" h="74929">
                  <a:moveTo>
                    <a:pt x="386918" y="32512"/>
                  </a:moveTo>
                  <a:lnTo>
                    <a:pt x="25577" y="32512"/>
                  </a:lnTo>
                  <a:lnTo>
                    <a:pt x="18059" y="37211"/>
                  </a:lnTo>
                  <a:lnTo>
                    <a:pt x="25781" y="42037"/>
                  </a:lnTo>
                  <a:lnTo>
                    <a:pt x="386714" y="42037"/>
                  </a:lnTo>
                  <a:lnTo>
                    <a:pt x="394436" y="37211"/>
                  </a:lnTo>
                  <a:lnTo>
                    <a:pt x="386918" y="32512"/>
                  </a:lnTo>
                  <a:close/>
                </a:path>
                <a:path w="412750" h="74929">
                  <a:moveTo>
                    <a:pt x="404980" y="32512"/>
                  </a:moveTo>
                  <a:lnTo>
                    <a:pt x="403478" y="32512"/>
                  </a:lnTo>
                  <a:lnTo>
                    <a:pt x="403478" y="42037"/>
                  </a:lnTo>
                  <a:lnTo>
                    <a:pt x="404777" y="42037"/>
                  </a:lnTo>
                  <a:lnTo>
                    <a:pt x="412496" y="37211"/>
                  </a:lnTo>
                  <a:lnTo>
                    <a:pt x="404980" y="32512"/>
                  </a:lnTo>
                  <a:close/>
                </a:path>
                <a:path w="412750" h="74929">
                  <a:moveTo>
                    <a:pt x="11557" y="33147"/>
                  </a:moveTo>
                  <a:lnTo>
                    <a:pt x="11557" y="41275"/>
                  </a:lnTo>
                  <a:lnTo>
                    <a:pt x="18059" y="37211"/>
                  </a:lnTo>
                  <a:lnTo>
                    <a:pt x="11557" y="33147"/>
                  </a:lnTo>
                  <a:close/>
                </a:path>
                <a:path w="412750" h="74929">
                  <a:moveTo>
                    <a:pt x="18059" y="37211"/>
                  </a:moveTo>
                  <a:lnTo>
                    <a:pt x="11557" y="41275"/>
                  </a:lnTo>
                  <a:lnTo>
                    <a:pt x="24561" y="41275"/>
                  </a:lnTo>
                  <a:lnTo>
                    <a:pt x="18059" y="37211"/>
                  </a:lnTo>
                  <a:close/>
                </a:path>
                <a:path w="412750" h="74929">
                  <a:moveTo>
                    <a:pt x="400938" y="33147"/>
                  </a:moveTo>
                  <a:lnTo>
                    <a:pt x="394436" y="37211"/>
                  </a:lnTo>
                  <a:lnTo>
                    <a:pt x="400938" y="41275"/>
                  </a:lnTo>
                  <a:lnTo>
                    <a:pt x="400938" y="33147"/>
                  </a:lnTo>
                  <a:close/>
                </a:path>
                <a:path w="412750" h="74929">
                  <a:moveTo>
                    <a:pt x="403478" y="33147"/>
                  </a:moveTo>
                  <a:lnTo>
                    <a:pt x="400938" y="33147"/>
                  </a:lnTo>
                  <a:lnTo>
                    <a:pt x="400938" y="41275"/>
                  </a:lnTo>
                  <a:lnTo>
                    <a:pt x="403478" y="41275"/>
                  </a:lnTo>
                  <a:lnTo>
                    <a:pt x="403478" y="33147"/>
                  </a:lnTo>
                  <a:close/>
                </a:path>
                <a:path w="412750" h="74929">
                  <a:moveTo>
                    <a:pt x="24561" y="33147"/>
                  </a:moveTo>
                  <a:lnTo>
                    <a:pt x="11557" y="33147"/>
                  </a:lnTo>
                  <a:lnTo>
                    <a:pt x="18059" y="37211"/>
                  </a:lnTo>
                  <a:lnTo>
                    <a:pt x="24561" y="33147"/>
                  </a:lnTo>
                  <a:close/>
                </a:path>
                <a:path w="412750" h="74929">
                  <a:moveTo>
                    <a:pt x="352933" y="0"/>
                  </a:moveTo>
                  <a:lnTo>
                    <a:pt x="350012" y="762"/>
                  </a:lnTo>
                  <a:lnTo>
                    <a:pt x="348614" y="2921"/>
                  </a:lnTo>
                  <a:lnTo>
                    <a:pt x="347218" y="5207"/>
                  </a:lnTo>
                  <a:lnTo>
                    <a:pt x="347980" y="8127"/>
                  </a:lnTo>
                  <a:lnTo>
                    <a:pt x="350138" y="9525"/>
                  </a:lnTo>
                  <a:lnTo>
                    <a:pt x="394436" y="37211"/>
                  </a:lnTo>
                  <a:lnTo>
                    <a:pt x="400938" y="33147"/>
                  </a:lnTo>
                  <a:lnTo>
                    <a:pt x="403478" y="33147"/>
                  </a:lnTo>
                  <a:lnTo>
                    <a:pt x="403478" y="32512"/>
                  </a:lnTo>
                  <a:lnTo>
                    <a:pt x="404980" y="32512"/>
                  </a:lnTo>
                  <a:lnTo>
                    <a:pt x="355219" y="1397"/>
                  </a:lnTo>
                  <a:lnTo>
                    <a:pt x="3529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68980" y="4408678"/>
              <a:ext cx="3509010" cy="338455"/>
            </a:xfrm>
            <a:custGeom>
              <a:avLst/>
              <a:gdLst/>
              <a:ahLst/>
              <a:cxnLst/>
              <a:rect l="l" t="t" r="r" b="b"/>
              <a:pathLst>
                <a:path w="3509010" h="338454">
                  <a:moveTo>
                    <a:pt x="0" y="338455"/>
                  </a:moveTo>
                  <a:lnTo>
                    <a:pt x="0" y="0"/>
                  </a:lnTo>
                  <a:lnTo>
                    <a:pt x="3508629" y="0"/>
                  </a:lnTo>
                  <a:lnTo>
                    <a:pt x="3508629" y="338455"/>
                  </a:lnTo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8096" y="4254373"/>
              <a:ext cx="74294" cy="15570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5588" y="2898648"/>
              <a:ext cx="284225" cy="320801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1009599" y="2567432"/>
            <a:ext cx="122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Series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temporales FactoryTalk® </a:t>
            </a:r>
            <a:r>
              <a:rPr sz="1200" dirty="0">
                <a:latin typeface="Arial"/>
                <a:cs typeface="Arial"/>
              </a:rPr>
              <a:t>Optix</a:t>
            </a:r>
            <a:r>
              <a:rPr sz="1200" spc="40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09599" y="3731767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Alarmas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eventos, </a:t>
            </a:r>
            <a:r>
              <a:rPr sz="1200" dirty="0">
                <a:latin typeface="Arial"/>
                <a:cs typeface="Arial"/>
              </a:rPr>
              <a:t>métricas,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09599" y="4918024"/>
            <a:ext cx="11195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Documentos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ingeniería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P&amp;ID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8794" y="2119122"/>
            <a:ext cx="100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Fuentes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81000" y="2356675"/>
            <a:ext cx="11390630" cy="3745229"/>
            <a:chOff x="381000" y="2356675"/>
            <a:chExt cx="11390630" cy="3745229"/>
          </a:xfrm>
        </p:grpSpPr>
        <p:sp>
          <p:nvSpPr>
            <p:cNvPr id="59" name="object 59"/>
            <p:cNvSpPr/>
            <p:nvPr/>
          </p:nvSpPr>
          <p:spPr>
            <a:xfrm>
              <a:off x="2214752" y="2361438"/>
              <a:ext cx="119380" cy="2549525"/>
            </a:xfrm>
            <a:custGeom>
              <a:avLst/>
              <a:gdLst/>
              <a:ahLst/>
              <a:cxnLst/>
              <a:rect l="l" t="t" r="r" b="b"/>
              <a:pathLst>
                <a:path w="119380" h="2549525">
                  <a:moveTo>
                    <a:pt x="0" y="0"/>
                  </a:moveTo>
                  <a:lnTo>
                    <a:pt x="118872" y="0"/>
                  </a:lnTo>
                  <a:lnTo>
                    <a:pt x="118872" y="2549525"/>
                  </a:lnTo>
                  <a:lnTo>
                    <a:pt x="0" y="2549525"/>
                  </a:lnTo>
                </a:path>
              </a:pathLst>
            </a:custGeom>
            <a:ln w="9524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6705" y="3434588"/>
              <a:ext cx="144271" cy="7442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5687402"/>
              <a:ext cx="11390376" cy="414210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4568190" y="5745886"/>
            <a:ext cx="301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Gobernanza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calidad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027551" y="2558288"/>
            <a:ext cx="5187950" cy="2880360"/>
            <a:chOff x="4027551" y="2558288"/>
            <a:chExt cx="5187950" cy="2880360"/>
          </a:xfrm>
        </p:grpSpPr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27551" y="3464560"/>
              <a:ext cx="180848" cy="7645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892794" y="2558288"/>
              <a:ext cx="322580" cy="2880360"/>
            </a:xfrm>
            <a:custGeom>
              <a:avLst/>
              <a:gdLst/>
              <a:ahLst/>
              <a:cxnLst/>
              <a:rect l="l" t="t" r="r" b="b"/>
              <a:pathLst>
                <a:path w="322579" h="2880360">
                  <a:moveTo>
                    <a:pt x="322541" y="0"/>
                  </a:moveTo>
                  <a:lnTo>
                    <a:pt x="0" y="0"/>
                  </a:lnTo>
                  <a:lnTo>
                    <a:pt x="0" y="2879979"/>
                  </a:lnTo>
                  <a:lnTo>
                    <a:pt x="322541" y="2879979"/>
                  </a:lnTo>
                  <a:lnTo>
                    <a:pt x="32254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40243" y="2119122"/>
            <a:ext cx="15030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desarrollador de</a:t>
            </a:r>
            <a:r>
              <a:rPr sz="1000" b="1" spc="-7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aplicaciones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961246" y="3541425"/>
            <a:ext cx="188595" cy="91694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7860" algn="l"/>
              </a:tabLst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GUI</a:t>
            </a:r>
            <a:r>
              <a:rPr sz="1050" spc="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50" spc="-6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70687" y="2295144"/>
            <a:ext cx="7172959" cy="3369310"/>
            <a:chOff x="170687" y="2295144"/>
            <a:chExt cx="7172959" cy="3369310"/>
          </a:xfrm>
        </p:grpSpPr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687" y="3459480"/>
              <a:ext cx="979678" cy="97967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6567" y="3677285"/>
              <a:ext cx="502030" cy="50190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3578" y="3804680"/>
              <a:ext cx="229418" cy="24904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0687" y="4646676"/>
              <a:ext cx="979678" cy="97967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6567" y="4863845"/>
              <a:ext cx="502030" cy="50203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39754" y="5014674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5" h="201295">
                  <a:moveTo>
                    <a:pt x="274580" y="53286"/>
                  </a:moveTo>
                  <a:lnTo>
                    <a:pt x="274580" y="0"/>
                  </a:lnTo>
                  <a:lnTo>
                    <a:pt x="0" y="0"/>
                  </a:lnTo>
                  <a:lnTo>
                    <a:pt x="0" y="201241"/>
                  </a:lnTo>
                  <a:lnTo>
                    <a:pt x="225404" y="201241"/>
                  </a:lnTo>
                  <a:lnTo>
                    <a:pt x="227515" y="199142"/>
                  </a:lnTo>
                  <a:lnTo>
                    <a:pt x="227515" y="196551"/>
                  </a:lnTo>
                  <a:lnTo>
                    <a:pt x="227515" y="193961"/>
                  </a:lnTo>
                  <a:lnTo>
                    <a:pt x="225404" y="191862"/>
                  </a:lnTo>
                  <a:lnTo>
                    <a:pt x="9460" y="191861"/>
                  </a:lnTo>
                  <a:lnTo>
                    <a:pt x="9460" y="9380"/>
                  </a:lnTo>
                  <a:lnTo>
                    <a:pt x="265167" y="9380"/>
                  </a:lnTo>
                  <a:lnTo>
                    <a:pt x="265167" y="53286"/>
                  </a:lnTo>
                  <a:lnTo>
                    <a:pt x="267274" y="55385"/>
                  </a:lnTo>
                  <a:lnTo>
                    <a:pt x="272469" y="55385"/>
                  </a:lnTo>
                  <a:lnTo>
                    <a:pt x="274580" y="5328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5918" y="5044850"/>
              <a:ext cx="208416" cy="16847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0687" y="2295144"/>
              <a:ext cx="979678" cy="97967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6567" y="2513203"/>
              <a:ext cx="502030" cy="50190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36206" y="2646895"/>
              <a:ext cx="283845" cy="236220"/>
            </a:xfrm>
            <a:custGeom>
              <a:avLst/>
              <a:gdLst/>
              <a:ahLst/>
              <a:cxnLst/>
              <a:rect l="l" t="t" r="r" b="b"/>
              <a:pathLst>
                <a:path w="283844" h="236219">
                  <a:moveTo>
                    <a:pt x="42506" y="105371"/>
                  </a:moveTo>
                  <a:lnTo>
                    <a:pt x="40386" y="103276"/>
                  </a:lnTo>
                  <a:lnTo>
                    <a:pt x="35128" y="103276"/>
                  </a:lnTo>
                  <a:lnTo>
                    <a:pt x="33007" y="105371"/>
                  </a:lnTo>
                  <a:lnTo>
                    <a:pt x="33007" y="107962"/>
                  </a:lnTo>
                  <a:lnTo>
                    <a:pt x="33007" y="137731"/>
                  </a:lnTo>
                  <a:lnTo>
                    <a:pt x="35128" y="139827"/>
                  </a:lnTo>
                  <a:lnTo>
                    <a:pt x="40386" y="139827"/>
                  </a:lnTo>
                  <a:lnTo>
                    <a:pt x="42506" y="137731"/>
                  </a:lnTo>
                  <a:lnTo>
                    <a:pt x="42506" y="105371"/>
                  </a:lnTo>
                  <a:close/>
                </a:path>
                <a:path w="283844" h="236219">
                  <a:moveTo>
                    <a:pt x="60401" y="105371"/>
                  </a:moveTo>
                  <a:lnTo>
                    <a:pt x="58267" y="103276"/>
                  </a:lnTo>
                  <a:lnTo>
                    <a:pt x="53009" y="103276"/>
                  </a:lnTo>
                  <a:lnTo>
                    <a:pt x="50888" y="105371"/>
                  </a:lnTo>
                  <a:lnTo>
                    <a:pt x="50888" y="107962"/>
                  </a:lnTo>
                  <a:lnTo>
                    <a:pt x="50888" y="137731"/>
                  </a:lnTo>
                  <a:lnTo>
                    <a:pt x="53009" y="139827"/>
                  </a:lnTo>
                  <a:lnTo>
                    <a:pt x="58267" y="139827"/>
                  </a:lnTo>
                  <a:lnTo>
                    <a:pt x="60401" y="137731"/>
                  </a:lnTo>
                  <a:lnTo>
                    <a:pt x="60401" y="105371"/>
                  </a:lnTo>
                  <a:close/>
                </a:path>
                <a:path w="283844" h="236219">
                  <a:moveTo>
                    <a:pt x="78282" y="105371"/>
                  </a:moveTo>
                  <a:lnTo>
                    <a:pt x="76149" y="103276"/>
                  </a:lnTo>
                  <a:lnTo>
                    <a:pt x="70891" y="103276"/>
                  </a:lnTo>
                  <a:lnTo>
                    <a:pt x="68770" y="105371"/>
                  </a:lnTo>
                  <a:lnTo>
                    <a:pt x="68770" y="107962"/>
                  </a:lnTo>
                  <a:lnTo>
                    <a:pt x="68770" y="137731"/>
                  </a:lnTo>
                  <a:lnTo>
                    <a:pt x="70891" y="139827"/>
                  </a:lnTo>
                  <a:lnTo>
                    <a:pt x="76149" y="139827"/>
                  </a:lnTo>
                  <a:lnTo>
                    <a:pt x="78282" y="137731"/>
                  </a:lnTo>
                  <a:lnTo>
                    <a:pt x="78282" y="105371"/>
                  </a:lnTo>
                  <a:close/>
                </a:path>
                <a:path w="283844" h="236219">
                  <a:moveTo>
                    <a:pt x="221081" y="204762"/>
                  </a:moveTo>
                  <a:lnTo>
                    <a:pt x="219252" y="202907"/>
                  </a:lnTo>
                  <a:lnTo>
                    <a:pt x="217373" y="201091"/>
                  </a:lnTo>
                  <a:lnTo>
                    <a:pt x="214325" y="201091"/>
                  </a:lnTo>
                  <a:lnTo>
                    <a:pt x="197370" y="217792"/>
                  </a:lnTo>
                  <a:lnTo>
                    <a:pt x="197370" y="167335"/>
                  </a:lnTo>
                  <a:lnTo>
                    <a:pt x="195237" y="165239"/>
                  </a:lnTo>
                  <a:lnTo>
                    <a:pt x="189992" y="165239"/>
                  </a:lnTo>
                  <a:lnTo>
                    <a:pt x="187858" y="167335"/>
                  </a:lnTo>
                  <a:lnTo>
                    <a:pt x="187858" y="217792"/>
                  </a:lnTo>
                  <a:lnTo>
                    <a:pt x="170840" y="201091"/>
                  </a:lnTo>
                  <a:lnTo>
                    <a:pt x="167805" y="201091"/>
                  </a:lnTo>
                  <a:lnTo>
                    <a:pt x="164109" y="204762"/>
                  </a:lnTo>
                  <a:lnTo>
                    <a:pt x="164122" y="207733"/>
                  </a:lnTo>
                  <a:lnTo>
                    <a:pt x="192620" y="235712"/>
                  </a:lnTo>
                  <a:lnTo>
                    <a:pt x="210807" y="217792"/>
                  </a:lnTo>
                  <a:lnTo>
                    <a:pt x="221018" y="207733"/>
                  </a:lnTo>
                  <a:lnTo>
                    <a:pt x="221081" y="204762"/>
                  </a:lnTo>
                  <a:close/>
                </a:path>
                <a:path w="283844" h="236219">
                  <a:moveTo>
                    <a:pt x="226809" y="99961"/>
                  </a:moveTo>
                  <a:lnTo>
                    <a:pt x="217297" y="99961"/>
                  </a:lnTo>
                  <a:lnTo>
                    <a:pt x="217297" y="109308"/>
                  </a:lnTo>
                  <a:lnTo>
                    <a:pt x="217297" y="125780"/>
                  </a:lnTo>
                  <a:lnTo>
                    <a:pt x="200609" y="125780"/>
                  </a:lnTo>
                  <a:lnTo>
                    <a:pt x="200609" y="109308"/>
                  </a:lnTo>
                  <a:lnTo>
                    <a:pt x="217297" y="109308"/>
                  </a:lnTo>
                  <a:lnTo>
                    <a:pt x="217297" y="99961"/>
                  </a:lnTo>
                  <a:lnTo>
                    <a:pt x="191096" y="99961"/>
                  </a:lnTo>
                  <a:lnTo>
                    <a:pt x="191096" y="135140"/>
                  </a:lnTo>
                  <a:lnTo>
                    <a:pt x="226809" y="135140"/>
                  </a:lnTo>
                  <a:lnTo>
                    <a:pt x="226809" y="125780"/>
                  </a:lnTo>
                  <a:lnTo>
                    <a:pt x="226809" y="109308"/>
                  </a:lnTo>
                  <a:lnTo>
                    <a:pt x="226809" y="99961"/>
                  </a:lnTo>
                  <a:close/>
                </a:path>
                <a:path w="283844" h="236219">
                  <a:moveTo>
                    <a:pt x="253923" y="28028"/>
                  </a:moveTo>
                  <a:lnTo>
                    <a:pt x="252120" y="26212"/>
                  </a:lnTo>
                  <a:lnTo>
                    <a:pt x="243624" y="17919"/>
                  </a:lnTo>
                  <a:lnTo>
                    <a:pt x="225285" y="0"/>
                  </a:lnTo>
                  <a:lnTo>
                    <a:pt x="198704" y="26212"/>
                  </a:lnTo>
                  <a:lnTo>
                    <a:pt x="196837" y="28028"/>
                  </a:lnTo>
                  <a:lnTo>
                    <a:pt x="196837" y="31000"/>
                  </a:lnTo>
                  <a:lnTo>
                    <a:pt x="199593" y="33731"/>
                  </a:lnTo>
                  <a:lnTo>
                    <a:pt x="200812" y="34213"/>
                  </a:lnTo>
                  <a:lnTo>
                    <a:pt x="203301" y="34213"/>
                  </a:lnTo>
                  <a:lnTo>
                    <a:pt x="204431" y="33731"/>
                  </a:lnTo>
                  <a:lnTo>
                    <a:pt x="205460" y="32753"/>
                  </a:lnTo>
                  <a:lnTo>
                    <a:pt x="220484" y="17919"/>
                  </a:lnTo>
                  <a:lnTo>
                    <a:pt x="220535" y="68376"/>
                  </a:lnTo>
                  <a:lnTo>
                    <a:pt x="222656" y="70472"/>
                  </a:lnTo>
                  <a:lnTo>
                    <a:pt x="227914" y="70472"/>
                  </a:lnTo>
                  <a:lnTo>
                    <a:pt x="230047" y="68376"/>
                  </a:lnTo>
                  <a:lnTo>
                    <a:pt x="230047" y="17919"/>
                  </a:lnTo>
                  <a:lnTo>
                    <a:pt x="245211" y="32753"/>
                  </a:lnTo>
                  <a:lnTo>
                    <a:pt x="247103" y="34645"/>
                  </a:lnTo>
                  <a:lnTo>
                    <a:pt x="250101" y="34645"/>
                  </a:lnTo>
                  <a:lnTo>
                    <a:pt x="253885" y="31000"/>
                  </a:lnTo>
                  <a:lnTo>
                    <a:pt x="253923" y="28028"/>
                  </a:lnTo>
                  <a:close/>
                </a:path>
                <a:path w="283844" h="236219">
                  <a:moveTo>
                    <a:pt x="282752" y="125082"/>
                  </a:moveTo>
                  <a:lnTo>
                    <a:pt x="279069" y="121386"/>
                  </a:lnTo>
                  <a:lnTo>
                    <a:pt x="276059" y="121361"/>
                  </a:lnTo>
                  <a:lnTo>
                    <a:pt x="274180" y="123164"/>
                  </a:lnTo>
                  <a:lnTo>
                    <a:pt x="251002" y="145694"/>
                  </a:lnTo>
                  <a:lnTo>
                    <a:pt x="246405" y="147574"/>
                  </a:lnTo>
                  <a:lnTo>
                    <a:pt x="156032" y="147599"/>
                  </a:lnTo>
                  <a:lnTo>
                    <a:pt x="153898" y="149682"/>
                  </a:lnTo>
                  <a:lnTo>
                    <a:pt x="153898" y="154863"/>
                  </a:lnTo>
                  <a:lnTo>
                    <a:pt x="156032" y="156946"/>
                  </a:lnTo>
                  <a:lnTo>
                    <a:pt x="248920" y="156921"/>
                  </a:lnTo>
                  <a:lnTo>
                    <a:pt x="255917" y="154063"/>
                  </a:lnTo>
                  <a:lnTo>
                    <a:pt x="282714" y="128054"/>
                  </a:lnTo>
                  <a:lnTo>
                    <a:pt x="282752" y="125082"/>
                  </a:lnTo>
                  <a:close/>
                </a:path>
                <a:path w="283844" h="236219">
                  <a:moveTo>
                    <a:pt x="283743" y="78574"/>
                  </a:moveTo>
                  <a:lnTo>
                    <a:pt x="0" y="78574"/>
                  </a:lnTo>
                  <a:lnTo>
                    <a:pt x="0" y="156578"/>
                  </a:lnTo>
                  <a:lnTo>
                    <a:pt x="142163" y="156578"/>
                  </a:lnTo>
                  <a:lnTo>
                    <a:pt x="144297" y="154482"/>
                  </a:lnTo>
                  <a:lnTo>
                    <a:pt x="144297" y="149313"/>
                  </a:lnTo>
                  <a:lnTo>
                    <a:pt x="142163" y="147218"/>
                  </a:lnTo>
                  <a:lnTo>
                    <a:pt x="9512" y="147218"/>
                  </a:lnTo>
                  <a:lnTo>
                    <a:pt x="9512" y="87922"/>
                  </a:lnTo>
                  <a:lnTo>
                    <a:pt x="274231" y="87922"/>
                  </a:lnTo>
                  <a:lnTo>
                    <a:pt x="274231" y="112979"/>
                  </a:lnTo>
                  <a:lnTo>
                    <a:pt x="276364" y="115074"/>
                  </a:lnTo>
                  <a:lnTo>
                    <a:pt x="281609" y="115074"/>
                  </a:lnTo>
                  <a:lnTo>
                    <a:pt x="283743" y="112979"/>
                  </a:lnTo>
                  <a:lnTo>
                    <a:pt x="283743" y="7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23971" y="4683251"/>
              <a:ext cx="979677" cy="9811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80130" y="4901819"/>
              <a:ext cx="502031" cy="50190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220948" y="5002263"/>
              <a:ext cx="221615" cy="302260"/>
            </a:xfrm>
            <a:custGeom>
              <a:avLst/>
              <a:gdLst/>
              <a:ahLst/>
              <a:cxnLst/>
              <a:rect l="l" t="t" r="r" b="b"/>
              <a:pathLst>
                <a:path w="221614" h="302260">
                  <a:moveTo>
                    <a:pt x="198882" y="49796"/>
                  </a:moveTo>
                  <a:lnTo>
                    <a:pt x="196570" y="47485"/>
                  </a:lnTo>
                  <a:lnTo>
                    <a:pt x="172161" y="47485"/>
                  </a:lnTo>
                  <a:lnTo>
                    <a:pt x="172161" y="23037"/>
                  </a:lnTo>
                  <a:lnTo>
                    <a:pt x="169849" y="20713"/>
                  </a:lnTo>
                  <a:lnTo>
                    <a:pt x="167005" y="20713"/>
                  </a:lnTo>
                  <a:lnTo>
                    <a:pt x="164147" y="20713"/>
                  </a:lnTo>
                  <a:lnTo>
                    <a:pt x="161836" y="23037"/>
                  </a:lnTo>
                  <a:lnTo>
                    <a:pt x="161836" y="57835"/>
                  </a:lnTo>
                  <a:lnTo>
                    <a:pt x="196570" y="57835"/>
                  </a:lnTo>
                  <a:lnTo>
                    <a:pt x="198882" y="55511"/>
                  </a:lnTo>
                  <a:lnTo>
                    <a:pt x="198882" y="49796"/>
                  </a:lnTo>
                  <a:close/>
                </a:path>
                <a:path w="221614" h="302260">
                  <a:moveTo>
                    <a:pt x="218528" y="35572"/>
                  </a:moveTo>
                  <a:lnTo>
                    <a:pt x="185369" y="2273"/>
                  </a:lnTo>
                  <a:lnTo>
                    <a:pt x="179908" y="0"/>
                  </a:lnTo>
                  <a:lnTo>
                    <a:pt x="73761" y="0"/>
                  </a:lnTo>
                  <a:lnTo>
                    <a:pt x="71450" y="2324"/>
                  </a:lnTo>
                  <a:lnTo>
                    <a:pt x="71450" y="8039"/>
                  </a:lnTo>
                  <a:lnTo>
                    <a:pt x="73761" y="10363"/>
                  </a:lnTo>
                  <a:lnTo>
                    <a:pt x="76619" y="10363"/>
                  </a:lnTo>
                  <a:lnTo>
                    <a:pt x="177165" y="10363"/>
                  </a:lnTo>
                  <a:lnTo>
                    <a:pt x="179984" y="11544"/>
                  </a:lnTo>
                  <a:lnTo>
                    <a:pt x="211264" y="42862"/>
                  </a:lnTo>
                  <a:lnTo>
                    <a:pt x="214515" y="42862"/>
                  </a:lnTo>
                  <a:lnTo>
                    <a:pt x="218528" y="38836"/>
                  </a:lnTo>
                  <a:lnTo>
                    <a:pt x="218528" y="35572"/>
                  </a:lnTo>
                  <a:close/>
                </a:path>
                <a:path w="221614" h="302260">
                  <a:moveTo>
                    <a:pt x="221373" y="54102"/>
                  </a:moveTo>
                  <a:lnTo>
                    <a:pt x="219062" y="51777"/>
                  </a:lnTo>
                  <a:lnTo>
                    <a:pt x="216217" y="51777"/>
                  </a:lnTo>
                  <a:lnTo>
                    <a:pt x="213360" y="51777"/>
                  </a:lnTo>
                  <a:lnTo>
                    <a:pt x="211061" y="54102"/>
                  </a:lnTo>
                  <a:lnTo>
                    <a:pt x="211061" y="291642"/>
                  </a:lnTo>
                  <a:lnTo>
                    <a:pt x="10325" y="291642"/>
                  </a:lnTo>
                  <a:lnTo>
                    <a:pt x="10325" y="10363"/>
                  </a:lnTo>
                  <a:lnTo>
                    <a:pt x="58623" y="10363"/>
                  </a:lnTo>
                  <a:lnTo>
                    <a:pt x="60934" y="8039"/>
                  </a:lnTo>
                  <a:lnTo>
                    <a:pt x="60934" y="2324"/>
                  </a:lnTo>
                  <a:lnTo>
                    <a:pt x="58623" y="0"/>
                  </a:lnTo>
                  <a:lnTo>
                    <a:pt x="0" y="0"/>
                  </a:lnTo>
                  <a:lnTo>
                    <a:pt x="0" y="302044"/>
                  </a:lnTo>
                  <a:lnTo>
                    <a:pt x="221373" y="302044"/>
                  </a:lnTo>
                  <a:lnTo>
                    <a:pt x="221373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09032" y="4683251"/>
              <a:ext cx="979677" cy="9811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64428" y="4901819"/>
              <a:ext cx="502031" cy="5019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68187" y="5006187"/>
              <a:ext cx="294538" cy="29301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15740" y="4683251"/>
              <a:ext cx="981151" cy="98115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72279" y="4901819"/>
              <a:ext cx="502031" cy="50190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02328" y="5046598"/>
              <a:ext cx="239649" cy="7175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363847" y="5014722"/>
              <a:ext cx="316865" cy="134620"/>
            </a:xfrm>
            <a:custGeom>
              <a:avLst/>
              <a:gdLst/>
              <a:ahLst/>
              <a:cxnLst/>
              <a:rect l="l" t="t" r="r" b="b"/>
              <a:pathLst>
                <a:path w="316864" h="134620">
                  <a:moveTo>
                    <a:pt x="2539" y="134365"/>
                  </a:moveTo>
                  <a:lnTo>
                    <a:pt x="316483" y="130428"/>
                  </a:lnTo>
                </a:path>
                <a:path w="316864" h="134620">
                  <a:moveTo>
                    <a:pt x="0" y="0"/>
                  </a:moveTo>
                  <a:lnTo>
                    <a:pt x="167258" y="0"/>
                  </a:lnTo>
                </a:path>
                <a:path w="316864" h="134620">
                  <a:moveTo>
                    <a:pt x="0" y="0"/>
                  </a:moveTo>
                  <a:lnTo>
                    <a:pt x="0" y="134365"/>
                  </a:lnTo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56505" y="5009514"/>
              <a:ext cx="129412" cy="134873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562602" y="5168645"/>
              <a:ext cx="60325" cy="57785"/>
            </a:xfrm>
            <a:custGeom>
              <a:avLst/>
              <a:gdLst/>
              <a:ahLst/>
              <a:cxnLst/>
              <a:rect l="l" t="t" r="r" b="b"/>
              <a:pathLst>
                <a:path w="60325" h="57785">
                  <a:moveTo>
                    <a:pt x="11049" y="0"/>
                  </a:moveTo>
                  <a:lnTo>
                    <a:pt x="60198" y="39369"/>
                  </a:lnTo>
                  <a:lnTo>
                    <a:pt x="0" y="57657"/>
                  </a:lnTo>
                  <a:lnTo>
                    <a:pt x="11049" y="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80052" y="523659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20">
                  <a:moveTo>
                    <a:pt x="0" y="29210"/>
                  </a:moveTo>
                  <a:lnTo>
                    <a:pt x="2341" y="17841"/>
                  </a:lnTo>
                  <a:lnTo>
                    <a:pt x="8731" y="8556"/>
                  </a:lnTo>
                  <a:lnTo>
                    <a:pt x="18216" y="2295"/>
                  </a:lnTo>
                  <a:lnTo>
                    <a:pt x="29845" y="0"/>
                  </a:lnTo>
                  <a:lnTo>
                    <a:pt x="41473" y="2295"/>
                  </a:lnTo>
                  <a:lnTo>
                    <a:pt x="50958" y="8556"/>
                  </a:lnTo>
                  <a:lnTo>
                    <a:pt x="57348" y="17841"/>
                  </a:lnTo>
                  <a:lnTo>
                    <a:pt x="59689" y="29210"/>
                  </a:lnTo>
                  <a:lnTo>
                    <a:pt x="57348" y="40578"/>
                  </a:lnTo>
                  <a:lnTo>
                    <a:pt x="50958" y="49863"/>
                  </a:lnTo>
                  <a:lnTo>
                    <a:pt x="41473" y="56124"/>
                  </a:lnTo>
                  <a:lnTo>
                    <a:pt x="29845" y="58420"/>
                  </a:lnTo>
                  <a:lnTo>
                    <a:pt x="18216" y="56124"/>
                  </a:lnTo>
                  <a:lnTo>
                    <a:pt x="8731" y="49863"/>
                  </a:lnTo>
                  <a:lnTo>
                    <a:pt x="2341" y="40578"/>
                  </a:lnTo>
                  <a:lnTo>
                    <a:pt x="0" y="2921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385055" y="5165470"/>
              <a:ext cx="93345" cy="89535"/>
            </a:xfrm>
            <a:custGeom>
              <a:avLst/>
              <a:gdLst/>
              <a:ahLst/>
              <a:cxnLst/>
              <a:rect l="l" t="t" r="r" b="b"/>
              <a:pathLst>
                <a:path w="93345" h="89535">
                  <a:moveTo>
                    <a:pt x="33782" y="0"/>
                  </a:moveTo>
                  <a:lnTo>
                    <a:pt x="93091" y="45338"/>
                  </a:lnTo>
                  <a:lnTo>
                    <a:pt x="59309" y="89534"/>
                  </a:lnTo>
                  <a:lnTo>
                    <a:pt x="0" y="44322"/>
                  </a:lnTo>
                  <a:lnTo>
                    <a:pt x="33782" y="0"/>
                  </a:lnTo>
                  <a:close/>
                </a:path>
              </a:pathLst>
            </a:custGeom>
            <a:ln w="6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81266" y="3434588"/>
              <a:ext cx="262255" cy="74930"/>
            </a:xfrm>
            <a:custGeom>
              <a:avLst/>
              <a:gdLst/>
              <a:ahLst/>
              <a:cxnLst/>
              <a:rect l="l" t="t" r="r" b="b"/>
              <a:pathLst>
                <a:path w="262254" h="74929">
                  <a:moveTo>
                    <a:pt x="244195" y="37211"/>
                  </a:moveTo>
                  <a:lnTo>
                    <a:pt x="199898" y="64897"/>
                  </a:lnTo>
                  <a:lnTo>
                    <a:pt x="197738" y="66294"/>
                  </a:lnTo>
                  <a:lnTo>
                    <a:pt x="196976" y="69214"/>
                  </a:lnTo>
                  <a:lnTo>
                    <a:pt x="198374" y="71500"/>
                  </a:lnTo>
                  <a:lnTo>
                    <a:pt x="199770" y="73660"/>
                  </a:lnTo>
                  <a:lnTo>
                    <a:pt x="202818" y="74422"/>
                  </a:lnTo>
                  <a:lnTo>
                    <a:pt x="204977" y="73025"/>
                  </a:lnTo>
                  <a:lnTo>
                    <a:pt x="254739" y="41910"/>
                  </a:lnTo>
                  <a:lnTo>
                    <a:pt x="253237" y="41910"/>
                  </a:lnTo>
                  <a:lnTo>
                    <a:pt x="253237" y="41275"/>
                  </a:lnTo>
                  <a:lnTo>
                    <a:pt x="250698" y="41275"/>
                  </a:lnTo>
                  <a:lnTo>
                    <a:pt x="244195" y="37211"/>
                  </a:lnTo>
                  <a:close/>
                </a:path>
                <a:path w="262254" h="74929">
                  <a:moveTo>
                    <a:pt x="236474" y="32385"/>
                  </a:moveTo>
                  <a:lnTo>
                    <a:pt x="0" y="32385"/>
                  </a:lnTo>
                  <a:lnTo>
                    <a:pt x="0" y="41910"/>
                  </a:lnTo>
                  <a:lnTo>
                    <a:pt x="236677" y="41910"/>
                  </a:lnTo>
                  <a:lnTo>
                    <a:pt x="244195" y="37211"/>
                  </a:lnTo>
                  <a:lnTo>
                    <a:pt x="236474" y="32385"/>
                  </a:lnTo>
                  <a:close/>
                </a:path>
                <a:path w="262254" h="74929">
                  <a:moveTo>
                    <a:pt x="254536" y="32385"/>
                  </a:moveTo>
                  <a:lnTo>
                    <a:pt x="253237" y="32385"/>
                  </a:lnTo>
                  <a:lnTo>
                    <a:pt x="253237" y="41910"/>
                  </a:lnTo>
                  <a:lnTo>
                    <a:pt x="254739" y="41910"/>
                  </a:lnTo>
                  <a:lnTo>
                    <a:pt x="262254" y="37211"/>
                  </a:lnTo>
                  <a:lnTo>
                    <a:pt x="254536" y="32385"/>
                  </a:lnTo>
                  <a:close/>
                </a:path>
                <a:path w="262254" h="74929">
                  <a:moveTo>
                    <a:pt x="250698" y="33147"/>
                  </a:moveTo>
                  <a:lnTo>
                    <a:pt x="244195" y="37211"/>
                  </a:lnTo>
                  <a:lnTo>
                    <a:pt x="250698" y="41275"/>
                  </a:lnTo>
                  <a:lnTo>
                    <a:pt x="250698" y="33147"/>
                  </a:lnTo>
                  <a:close/>
                </a:path>
                <a:path w="262254" h="74929">
                  <a:moveTo>
                    <a:pt x="253237" y="33147"/>
                  </a:moveTo>
                  <a:lnTo>
                    <a:pt x="250698" y="33147"/>
                  </a:lnTo>
                  <a:lnTo>
                    <a:pt x="250698" y="41275"/>
                  </a:lnTo>
                  <a:lnTo>
                    <a:pt x="253237" y="41275"/>
                  </a:lnTo>
                  <a:lnTo>
                    <a:pt x="253237" y="33147"/>
                  </a:lnTo>
                  <a:close/>
                </a:path>
                <a:path w="262254" h="74929">
                  <a:moveTo>
                    <a:pt x="202818" y="0"/>
                  </a:moveTo>
                  <a:lnTo>
                    <a:pt x="199770" y="635"/>
                  </a:lnTo>
                  <a:lnTo>
                    <a:pt x="196976" y="5207"/>
                  </a:lnTo>
                  <a:lnTo>
                    <a:pt x="197738" y="8127"/>
                  </a:lnTo>
                  <a:lnTo>
                    <a:pt x="199898" y="9525"/>
                  </a:lnTo>
                  <a:lnTo>
                    <a:pt x="244195" y="37211"/>
                  </a:lnTo>
                  <a:lnTo>
                    <a:pt x="250698" y="33147"/>
                  </a:lnTo>
                  <a:lnTo>
                    <a:pt x="253237" y="33147"/>
                  </a:lnTo>
                  <a:lnTo>
                    <a:pt x="253237" y="32385"/>
                  </a:lnTo>
                  <a:lnTo>
                    <a:pt x="254536" y="32385"/>
                  </a:lnTo>
                  <a:lnTo>
                    <a:pt x="204977" y="1397"/>
                  </a:lnTo>
                  <a:lnTo>
                    <a:pt x="20281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9940543" y="2119122"/>
            <a:ext cx="1432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260" marR="5080" indent="-54419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Ciencia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aplicaciones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2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63378" y="2660650"/>
            <a:ext cx="1402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Exploración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9401556" y="2295144"/>
            <a:ext cx="979805" cy="979805"/>
            <a:chOff x="9401556" y="2295144"/>
            <a:chExt cx="979805" cy="979805"/>
          </a:xfrm>
        </p:grpSpPr>
        <p:pic>
          <p:nvPicPr>
            <p:cNvPr id="97" name="object 9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01556" y="2295144"/>
              <a:ext cx="979677" cy="97967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57588" y="2513203"/>
              <a:ext cx="502030" cy="501904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806259" y="2654524"/>
              <a:ext cx="205681" cy="221297"/>
            </a:xfrm>
            <a:prstGeom prst="rect">
              <a:avLst/>
            </a:prstGeom>
          </p:spPr>
        </p:pic>
      </p:grpSp>
      <p:sp>
        <p:nvSpPr>
          <p:cNvPr id="100" name="object 100"/>
          <p:cNvSpPr txBox="1"/>
          <p:nvPr/>
        </p:nvSpPr>
        <p:spPr>
          <a:xfrm>
            <a:off x="10263378" y="373298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Aplicaciones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soluciones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industriales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9401556" y="3459479"/>
            <a:ext cx="979805" cy="979805"/>
            <a:chOff x="9401556" y="3459479"/>
            <a:chExt cx="979805" cy="979805"/>
          </a:xfrm>
        </p:grpSpPr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01556" y="3459479"/>
              <a:ext cx="979677" cy="97967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57588" y="3677284"/>
              <a:ext cx="502030" cy="50190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77810" y="3831810"/>
              <a:ext cx="262624" cy="194350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10284079" y="4920233"/>
            <a:ext cx="139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Ciencia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analítica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15911" y="2556891"/>
            <a:ext cx="10840085" cy="3069590"/>
            <a:chOff x="915911" y="2556891"/>
            <a:chExt cx="10840085" cy="3069590"/>
          </a:xfrm>
        </p:grpSpPr>
        <p:pic>
          <p:nvPicPr>
            <p:cNvPr id="107" name="object 10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401556" y="4646676"/>
              <a:ext cx="979677" cy="97967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57587" y="4863845"/>
              <a:ext cx="502030" cy="502031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798265" y="5020711"/>
              <a:ext cx="221789" cy="189164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915911" y="3346196"/>
              <a:ext cx="10840085" cy="1164590"/>
            </a:xfrm>
            <a:custGeom>
              <a:avLst/>
              <a:gdLst/>
              <a:ahLst/>
              <a:cxnLst/>
              <a:rect l="l" t="t" r="r" b="b"/>
              <a:pathLst>
                <a:path w="10840085" h="1164589">
                  <a:moveTo>
                    <a:pt x="9230880" y="0"/>
                  </a:moveTo>
                  <a:lnTo>
                    <a:pt x="10839970" y="0"/>
                  </a:lnTo>
                </a:path>
                <a:path w="10840085" h="1164589">
                  <a:moveTo>
                    <a:pt x="9230880" y="1164081"/>
                  </a:moveTo>
                  <a:lnTo>
                    <a:pt x="10839970" y="1164081"/>
                  </a:lnTo>
                </a:path>
                <a:path w="10840085" h="1164589">
                  <a:moveTo>
                    <a:pt x="0" y="0"/>
                  </a:moveTo>
                  <a:lnTo>
                    <a:pt x="1351927" y="0"/>
                  </a:lnTo>
                </a:path>
                <a:path w="10840085" h="1164589">
                  <a:moveTo>
                    <a:pt x="0" y="1164081"/>
                  </a:moveTo>
                  <a:lnTo>
                    <a:pt x="1351927" y="1164081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369810" y="2556891"/>
              <a:ext cx="1471930" cy="2882900"/>
            </a:xfrm>
            <a:custGeom>
              <a:avLst/>
              <a:gdLst/>
              <a:ahLst/>
              <a:cxnLst/>
              <a:rect l="l" t="t" r="r" b="b"/>
              <a:pathLst>
                <a:path w="1471929" h="2882900">
                  <a:moveTo>
                    <a:pt x="1471422" y="0"/>
                  </a:moveTo>
                  <a:lnTo>
                    <a:pt x="0" y="0"/>
                  </a:lnTo>
                  <a:lnTo>
                    <a:pt x="0" y="2882773"/>
                  </a:lnTo>
                  <a:lnTo>
                    <a:pt x="1471422" y="2882773"/>
                  </a:lnTo>
                  <a:lnTo>
                    <a:pt x="1471422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7449311" y="2648165"/>
            <a:ext cx="1312545" cy="3263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517525" marR="64769" indent="-445134">
              <a:lnSpc>
                <a:spcPct val="100000"/>
              </a:lnSpc>
              <a:spcBef>
                <a:spcPts val="204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calidad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21" name="object 1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7449311" y="3355314"/>
            <a:ext cx="1312545" cy="3867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6515" rIns="0" bIns="0" rtlCol="0">
            <a:spAutoFit/>
          </a:bodyPr>
          <a:lstStyle/>
          <a:p>
            <a:pPr marL="195580" marR="35560" indent="-1524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tiempo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real </a:t>
            </a:r>
            <a:r>
              <a:rPr sz="900" spc="-30" dirty="0">
                <a:latin typeface="Arial"/>
                <a:cs typeface="Arial"/>
              </a:rPr>
              <a:t>basado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449311" y="3819385"/>
            <a:ext cx="1312545" cy="316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3180" marR="35560" indent="354965">
              <a:lnSpc>
                <a:spcPct val="100000"/>
              </a:lnSpc>
              <a:spcBef>
                <a:spcPts val="170"/>
              </a:spcBef>
            </a:pPr>
            <a:r>
              <a:rPr sz="900" spc="-30" dirty="0">
                <a:latin typeface="Arial"/>
                <a:cs typeface="Arial"/>
              </a:rPr>
              <a:t>Catálogo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 descubrimiento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464170" y="5123192"/>
            <a:ext cx="1282700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350"/>
              </a:spcBef>
            </a:pPr>
            <a:r>
              <a:rPr sz="900" spc="-25" dirty="0">
                <a:latin typeface="Arial"/>
                <a:cs typeface="Arial"/>
              </a:rPr>
              <a:t>+++</a:t>
            </a:r>
            <a:endParaRPr sz="9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49311" y="482004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Generación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gráficos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449311" y="4516894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Imagen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3D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449311" y="4213745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Servicios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esquemas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49311" y="305220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Alojamiento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0400" y="4965700"/>
            <a:ext cx="10261600" cy="1282700"/>
          </a:xfrm>
          <a:custGeom>
            <a:avLst/>
            <a:gdLst/>
            <a:ahLst/>
            <a:cxnLst/>
            <a:rect l="l" t="t" r="r" b="b"/>
            <a:pathLst>
              <a:path w="10261600" h="1282700">
                <a:moveTo>
                  <a:pt x="10261600" y="0"/>
                </a:moveTo>
                <a:lnTo>
                  <a:pt x="0" y="0"/>
                </a:lnTo>
                <a:lnTo>
                  <a:pt x="0" y="1282700"/>
                </a:lnTo>
                <a:lnTo>
                  <a:pt x="10261600" y="1282700"/>
                </a:lnTo>
                <a:lnTo>
                  <a:pt x="102616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654" y="324434"/>
            <a:ext cx="66433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15" dirty="0">
                <a:solidFill>
                  <a:srgbClr val="000000"/>
                </a:solidFill>
              </a:rPr>
              <a:t>¿Cuál</a:t>
            </a:r>
            <a:r>
              <a:rPr sz="3000" spc="-185" dirty="0">
                <a:solidFill>
                  <a:srgbClr val="000000"/>
                </a:solidFill>
              </a:rPr>
              <a:t> </a:t>
            </a:r>
            <a:r>
              <a:rPr sz="3000" spc="-105" dirty="0">
                <a:solidFill>
                  <a:srgbClr val="000000"/>
                </a:solidFill>
              </a:rPr>
              <a:t>es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la</a:t>
            </a:r>
            <a:r>
              <a:rPr sz="3000" spc="-18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contextualización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datos?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381000" y="1371600"/>
            <a:ext cx="5337175" cy="4876800"/>
            <a:chOff x="381000" y="1371600"/>
            <a:chExt cx="5337175" cy="4876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8070" y="1976627"/>
              <a:ext cx="2098929" cy="21870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08070" y="1976627"/>
              <a:ext cx="2099310" cy="2187575"/>
            </a:xfrm>
            <a:custGeom>
              <a:avLst/>
              <a:gdLst/>
              <a:ahLst/>
              <a:cxnLst/>
              <a:rect l="l" t="t" r="r" b="b"/>
              <a:pathLst>
                <a:path w="2099310" h="2187575">
                  <a:moveTo>
                    <a:pt x="0" y="0"/>
                  </a:moveTo>
                  <a:lnTo>
                    <a:pt x="1749170" y="0"/>
                  </a:lnTo>
                  <a:lnTo>
                    <a:pt x="2098929" y="349885"/>
                  </a:lnTo>
                  <a:lnTo>
                    <a:pt x="2098929" y="2187067"/>
                  </a:lnTo>
                  <a:lnTo>
                    <a:pt x="349884" y="2187067"/>
                  </a:lnTo>
                  <a:lnTo>
                    <a:pt x="0" y="1837182"/>
                  </a:lnTo>
                  <a:lnTo>
                    <a:pt x="0" y="0"/>
                  </a:lnTo>
                  <a:close/>
                </a:path>
              </a:pathLst>
            </a:custGeom>
            <a:ln w="222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371600"/>
              <a:ext cx="3060700" cy="48768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4857" y="2563495"/>
            <a:ext cx="23806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contextualización</a:t>
            </a:r>
            <a:r>
              <a:rPr sz="1800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1800" i="1" spc="-3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45" dirty="0">
                <a:solidFill>
                  <a:srgbClr val="FFFFFF"/>
                </a:solidFill>
                <a:latin typeface="Arial"/>
                <a:cs typeface="Arial"/>
              </a:rPr>
              <a:t>proceso</a:t>
            </a:r>
            <a:r>
              <a:rPr sz="18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6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establecer </a:t>
            </a:r>
            <a:r>
              <a:rPr sz="1800" i="1" spc="-40" dirty="0">
                <a:solidFill>
                  <a:srgbClr val="FFFFFF"/>
                </a:solidFill>
                <a:latin typeface="Arial"/>
                <a:cs typeface="Arial"/>
              </a:rPr>
              <a:t>relaciones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significativas entre</a:t>
            </a:r>
            <a:r>
              <a:rPr sz="1800" i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FFFFFF"/>
                </a:solidFill>
                <a:latin typeface="Arial"/>
                <a:cs typeface="Arial"/>
              </a:rPr>
              <a:t>fuentes</a:t>
            </a:r>
            <a:r>
              <a:rPr sz="18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tipos</a:t>
            </a:r>
            <a:r>
              <a:rPr sz="1800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de datos</a:t>
            </a:r>
            <a:r>
              <a:rPr sz="1800" i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4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i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FFFFFF"/>
                </a:solidFill>
                <a:latin typeface="Arial"/>
                <a:cs typeface="Arial"/>
              </a:rPr>
              <a:t>recorrer</a:t>
            </a:r>
            <a:r>
              <a:rPr sz="1800" i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i="1" spc="-20" dirty="0">
                <a:solidFill>
                  <a:srgbClr val="FFFFFF"/>
                </a:solidFill>
                <a:latin typeface="Arial"/>
                <a:cs typeface="Arial"/>
              </a:rPr>
              <a:t>encontrar</a:t>
            </a:r>
            <a:r>
              <a:rPr sz="1800" i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i="1" spc="5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través</a:t>
            </a:r>
            <a:r>
              <a:rPr sz="1800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6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una </a:t>
            </a: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representación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857" y="4758308"/>
            <a:ext cx="203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6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i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40" dirty="0">
                <a:solidFill>
                  <a:srgbClr val="FFFFFF"/>
                </a:solidFill>
                <a:latin typeface="Arial"/>
                <a:cs typeface="Arial"/>
              </a:rPr>
              <a:t>relaciones</a:t>
            </a:r>
            <a:r>
              <a:rPr sz="1800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857" y="5032324"/>
            <a:ext cx="1931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existen</a:t>
            </a:r>
            <a:r>
              <a:rPr sz="1800" i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7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45" dirty="0">
                <a:solidFill>
                  <a:srgbClr val="FFFFFF"/>
                </a:solidFill>
                <a:latin typeface="Arial"/>
                <a:cs typeface="Arial"/>
              </a:rPr>
              <a:t>mundo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857" y="5307329"/>
            <a:ext cx="613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físico.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19137" y="2458910"/>
            <a:ext cx="8227695" cy="1355725"/>
            <a:chOff x="719137" y="2458910"/>
            <a:chExt cx="8227695" cy="1355725"/>
          </a:xfrm>
        </p:grpSpPr>
        <p:sp>
          <p:nvSpPr>
            <p:cNvPr id="13" name="object 13"/>
            <p:cNvSpPr/>
            <p:nvPr/>
          </p:nvSpPr>
          <p:spPr>
            <a:xfrm>
              <a:off x="723900" y="2463673"/>
              <a:ext cx="2311400" cy="0"/>
            </a:xfrm>
            <a:custGeom>
              <a:avLst/>
              <a:gdLst/>
              <a:ahLst/>
              <a:cxnLst/>
              <a:rect l="l" t="t" r="r" b="b"/>
              <a:pathLst>
                <a:path w="2311400">
                  <a:moveTo>
                    <a:pt x="0" y="0"/>
                  </a:moveTo>
                  <a:lnTo>
                    <a:pt x="231140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5476" y="3041942"/>
              <a:ext cx="2471039" cy="77212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26859" y="3176651"/>
              <a:ext cx="2188210" cy="521970"/>
            </a:xfrm>
            <a:custGeom>
              <a:avLst/>
              <a:gdLst/>
              <a:ahLst/>
              <a:cxnLst/>
              <a:rect l="l" t="t" r="r" b="b"/>
              <a:pathLst>
                <a:path w="2188209" h="521970">
                  <a:moveTo>
                    <a:pt x="2100834" y="0"/>
                  </a:moveTo>
                  <a:lnTo>
                    <a:pt x="0" y="0"/>
                  </a:lnTo>
                  <a:lnTo>
                    <a:pt x="0" y="434975"/>
                  </a:lnTo>
                  <a:lnTo>
                    <a:pt x="86995" y="521969"/>
                  </a:lnTo>
                  <a:lnTo>
                    <a:pt x="2187829" y="521969"/>
                  </a:lnTo>
                  <a:lnTo>
                    <a:pt x="2187829" y="86995"/>
                  </a:lnTo>
                  <a:lnTo>
                    <a:pt x="2100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49922" y="3319017"/>
            <a:ext cx="1041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5" dirty="0">
                <a:latin typeface="Arial"/>
                <a:cs typeface="Arial"/>
              </a:rPr>
              <a:t>Modelo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3D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142476" y="3041942"/>
            <a:ext cx="2805430" cy="772160"/>
            <a:chOff x="9142476" y="3041942"/>
            <a:chExt cx="2805430" cy="77216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2476" y="3041942"/>
              <a:ext cx="2804922" cy="77212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96400" y="3176650"/>
              <a:ext cx="2514600" cy="520700"/>
            </a:xfrm>
            <a:custGeom>
              <a:avLst/>
              <a:gdLst/>
              <a:ahLst/>
              <a:cxnLst/>
              <a:rect l="l" t="t" r="r" b="b"/>
              <a:pathLst>
                <a:path w="2514600" h="520700">
                  <a:moveTo>
                    <a:pt x="2427858" y="0"/>
                  </a:moveTo>
                  <a:lnTo>
                    <a:pt x="0" y="0"/>
                  </a:lnTo>
                  <a:lnTo>
                    <a:pt x="0" y="433959"/>
                  </a:lnTo>
                  <a:lnTo>
                    <a:pt x="86741" y="520700"/>
                  </a:lnTo>
                  <a:lnTo>
                    <a:pt x="2514600" y="520700"/>
                  </a:lnTo>
                  <a:lnTo>
                    <a:pt x="2514600" y="86868"/>
                  </a:lnTo>
                  <a:lnTo>
                    <a:pt x="2427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19590" y="3211830"/>
            <a:ext cx="13576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"/>
                <a:cs typeface="Arial"/>
              </a:rPr>
              <a:t>Especificaciones </a:t>
            </a:r>
            <a:r>
              <a:rPr sz="1400" spc="-20" dirty="0">
                <a:latin typeface="Arial"/>
                <a:cs typeface="Arial"/>
              </a:rPr>
              <a:t>del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75476" y="2209774"/>
            <a:ext cx="2471420" cy="737235"/>
            <a:chOff x="6475476" y="2209774"/>
            <a:chExt cx="2471420" cy="73723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5476" y="2209774"/>
              <a:ext cx="2471039" cy="7370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626860" y="2343531"/>
              <a:ext cx="2188210" cy="487680"/>
            </a:xfrm>
            <a:custGeom>
              <a:avLst/>
              <a:gdLst/>
              <a:ahLst/>
              <a:cxnLst/>
              <a:rect l="l" t="t" r="r" b="b"/>
              <a:pathLst>
                <a:path w="2188209" h="487680">
                  <a:moveTo>
                    <a:pt x="2106676" y="0"/>
                  </a:moveTo>
                  <a:lnTo>
                    <a:pt x="0" y="0"/>
                  </a:lnTo>
                  <a:lnTo>
                    <a:pt x="0" y="406019"/>
                  </a:lnTo>
                  <a:lnTo>
                    <a:pt x="81153" y="487299"/>
                  </a:lnTo>
                  <a:lnTo>
                    <a:pt x="2187829" y="487299"/>
                  </a:lnTo>
                  <a:lnTo>
                    <a:pt x="2187829" y="81280"/>
                  </a:lnTo>
                  <a:lnTo>
                    <a:pt x="210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747129" y="2468372"/>
            <a:ext cx="13030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latin typeface="Arial"/>
                <a:cs typeface="Arial"/>
              </a:rPr>
              <a:t>Orden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trabajo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42476" y="2205266"/>
            <a:ext cx="2805430" cy="744855"/>
            <a:chOff x="9142476" y="2205266"/>
            <a:chExt cx="2805430" cy="74485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476" y="2205266"/>
              <a:ext cx="2804922" cy="74443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296400" y="2339594"/>
              <a:ext cx="2514600" cy="495300"/>
            </a:xfrm>
            <a:custGeom>
              <a:avLst/>
              <a:gdLst/>
              <a:ahLst/>
              <a:cxnLst/>
              <a:rect l="l" t="t" r="r" b="b"/>
              <a:pathLst>
                <a:path w="2514600" h="495300">
                  <a:moveTo>
                    <a:pt x="2432050" y="0"/>
                  </a:moveTo>
                  <a:lnTo>
                    <a:pt x="0" y="0"/>
                  </a:lnTo>
                  <a:lnTo>
                    <a:pt x="0" y="412622"/>
                  </a:lnTo>
                  <a:lnTo>
                    <a:pt x="82550" y="495172"/>
                  </a:lnTo>
                  <a:lnTo>
                    <a:pt x="2514600" y="495172"/>
                  </a:lnTo>
                  <a:lnTo>
                    <a:pt x="2514600" y="82550"/>
                  </a:lnTo>
                  <a:lnTo>
                    <a:pt x="2432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417557" y="2361692"/>
            <a:ext cx="12084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Informe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spc="-10" dirty="0">
                <a:latin typeface="Arial"/>
                <a:cs typeface="Arial"/>
              </a:rPr>
              <a:t>mantenimiento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75476" y="3863314"/>
            <a:ext cx="2471420" cy="737235"/>
            <a:chOff x="6475476" y="3863314"/>
            <a:chExt cx="2471420" cy="737235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5476" y="3863314"/>
              <a:ext cx="2471039" cy="7370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26860" y="3997832"/>
              <a:ext cx="2188210" cy="487680"/>
            </a:xfrm>
            <a:custGeom>
              <a:avLst/>
              <a:gdLst/>
              <a:ahLst/>
              <a:cxnLst/>
              <a:rect l="l" t="t" r="r" b="b"/>
              <a:pathLst>
                <a:path w="2188209" h="487679">
                  <a:moveTo>
                    <a:pt x="2106676" y="0"/>
                  </a:moveTo>
                  <a:lnTo>
                    <a:pt x="0" y="0"/>
                  </a:lnTo>
                  <a:lnTo>
                    <a:pt x="0" y="406019"/>
                  </a:lnTo>
                  <a:lnTo>
                    <a:pt x="81153" y="487172"/>
                  </a:lnTo>
                  <a:lnTo>
                    <a:pt x="2187829" y="487172"/>
                  </a:lnTo>
                  <a:lnTo>
                    <a:pt x="2187829" y="81153"/>
                  </a:lnTo>
                  <a:lnTo>
                    <a:pt x="210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747129" y="4122801"/>
            <a:ext cx="1440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Arial"/>
                <a:cs typeface="Arial"/>
              </a:rPr>
              <a:t>Datos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sensores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75476" y="1380756"/>
            <a:ext cx="2471420" cy="738505"/>
            <a:chOff x="6475476" y="1380756"/>
            <a:chExt cx="2471420" cy="738505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5476" y="1380756"/>
              <a:ext cx="2471039" cy="73849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626860" y="1515872"/>
              <a:ext cx="2188210" cy="487680"/>
            </a:xfrm>
            <a:custGeom>
              <a:avLst/>
              <a:gdLst/>
              <a:ahLst/>
              <a:cxnLst/>
              <a:rect l="l" t="t" r="r" b="b"/>
              <a:pathLst>
                <a:path w="2188209" h="487680">
                  <a:moveTo>
                    <a:pt x="2106676" y="0"/>
                  </a:moveTo>
                  <a:lnTo>
                    <a:pt x="0" y="0"/>
                  </a:lnTo>
                  <a:lnTo>
                    <a:pt x="0" y="406018"/>
                  </a:lnTo>
                  <a:lnTo>
                    <a:pt x="81153" y="487299"/>
                  </a:lnTo>
                  <a:lnTo>
                    <a:pt x="2187829" y="487299"/>
                  </a:lnTo>
                  <a:lnTo>
                    <a:pt x="2187829" y="81279"/>
                  </a:lnTo>
                  <a:lnTo>
                    <a:pt x="210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47129" y="1640586"/>
            <a:ext cx="14408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latin typeface="Arial"/>
                <a:cs typeface="Arial"/>
              </a:rPr>
              <a:t>Datos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sensores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16756" y="1359458"/>
            <a:ext cx="11263630" cy="4629785"/>
            <a:chOff x="716756" y="1359458"/>
            <a:chExt cx="11263630" cy="4629785"/>
          </a:xfrm>
        </p:grpSpPr>
        <p:sp>
          <p:nvSpPr>
            <p:cNvPr id="38" name="object 38"/>
            <p:cNvSpPr/>
            <p:nvPr/>
          </p:nvSpPr>
          <p:spPr>
            <a:xfrm>
              <a:off x="4652772" y="1709673"/>
              <a:ext cx="6534784" cy="2959100"/>
            </a:xfrm>
            <a:custGeom>
              <a:avLst/>
              <a:gdLst/>
              <a:ahLst/>
              <a:cxnLst/>
              <a:rect l="l" t="t" r="r" b="b"/>
              <a:pathLst>
                <a:path w="6534784" h="2959100">
                  <a:moveTo>
                    <a:pt x="1974075" y="877570"/>
                  </a:moveTo>
                  <a:lnTo>
                    <a:pt x="1965833" y="872744"/>
                  </a:lnTo>
                  <a:lnTo>
                    <a:pt x="1890903" y="828929"/>
                  </a:lnTo>
                  <a:lnTo>
                    <a:pt x="1888617" y="827659"/>
                  </a:lnTo>
                  <a:lnTo>
                    <a:pt x="1885696" y="828421"/>
                  </a:lnTo>
                  <a:lnTo>
                    <a:pt x="1884299" y="830707"/>
                  </a:lnTo>
                  <a:lnTo>
                    <a:pt x="1883029" y="832993"/>
                  </a:lnTo>
                  <a:lnTo>
                    <a:pt x="1883791" y="835914"/>
                  </a:lnTo>
                  <a:lnTo>
                    <a:pt x="1886077" y="837184"/>
                  </a:lnTo>
                  <a:lnTo>
                    <a:pt x="1947024" y="872744"/>
                  </a:lnTo>
                  <a:lnTo>
                    <a:pt x="1234440" y="872744"/>
                  </a:lnTo>
                  <a:lnTo>
                    <a:pt x="1232281" y="874903"/>
                  </a:lnTo>
                  <a:lnTo>
                    <a:pt x="1232281" y="1716214"/>
                  </a:lnTo>
                  <a:lnTo>
                    <a:pt x="1052449" y="1714500"/>
                  </a:lnTo>
                  <a:lnTo>
                    <a:pt x="1052322" y="1724025"/>
                  </a:lnTo>
                  <a:lnTo>
                    <a:pt x="1232281" y="1725739"/>
                  </a:lnTo>
                  <a:lnTo>
                    <a:pt x="1232281" y="2534412"/>
                  </a:lnTo>
                  <a:lnTo>
                    <a:pt x="1234440" y="2536444"/>
                  </a:lnTo>
                  <a:lnTo>
                    <a:pt x="1947024" y="2536444"/>
                  </a:lnTo>
                  <a:lnTo>
                    <a:pt x="1886077" y="2572004"/>
                  </a:lnTo>
                  <a:lnTo>
                    <a:pt x="1883791" y="2573401"/>
                  </a:lnTo>
                  <a:lnTo>
                    <a:pt x="1883029" y="2576322"/>
                  </a:lnTo>
                  <a:lnTo>
                    <a:pt x="1884299" y="2578608"/>
                  </a:lnTo>
                  <a:lnTo>
                    <a:pt x="1885696" y="2580894"/>
                  </a:lnTo>
                  <a:lnTo>
                    <a:pt x="1888617" y="2581656"/>
                  </a:lnTo>
                  <a:lnTo>
                    <a:pt x="1890903" y="2580259"/>
                  </a:lnTo>
                  <a:lnTo>
                    <a:pt x="1966023" y="2536444"/>
                  </a:lnTo>
                  <a:lnTo>
                    <a:pt x="1974075" y="2531745"/>
                  </a:lnTo>
                  <a:lnTo>
                    <a:pt x="1965833" y="2526919"/>
                  </a:lnTo>
                  <a:lnTo>
                    <a:pt x="1890903" y="2483104"/>
                  </a:lnTo>
                  <a:lnTo>
                    <a:pt x="1888617" y="2481834"/>
                  </a:lnTo>
                  <a:lnTo>
                    <a:pt x="1885696" y="2482596"/>
                  </a:lnTo>
                  <a:lnTo>
                    <a:pt x="1884299" y="2484882"/>
                  </a:lnTo>
                  <a:lnTo>
                    <a:pt x="1883029" y="2487168"/>
                  </a:lnTo>
                  <a:lnTo>
                    <a:pt x="1883791" y="2490089"/>
                  </a:lnTo>
                  <a:lnTo>
                    <a:pt x="1886077" y="2491359"/>
                  </a:lnTo>
                  <a:lnTo>
                    <a:pt x="1947024" y="2526919"/>
                  </a:lnTo>
                  <a:lnTo>
                    <a:pt x="1241806" y="2526919"/>
                  </a:lnTo>
                  <a:lnTo>
                    <a:pt x="1241806" y="1725828"/>
                  </a:lnTo>
                  <a:lnTo>
                    <a:pt x="1946973" y="1732495"/>
                  </a:lnTo>
                  <a:lnTo>
                    <a:pt x="1885696" y="1767459"/>
                  </a:lnTo>
                  <a:lnTo>
                    <a:pt x="1883397" y="1768856"/>
                  </a:lnTo>
                  <a:lnTo>
                    <a:pt x="1882648" y="1771777"/>
                  </a:lnTo>
                  <a:lnTo>
                    <a:pt x="1885175" y="1776349"/>
                  </a:lnTo>
                  <a:lnTo>
                    <a:pt x="1888109" y="1777111"/>
                  </a:lnTo>
                  <a:lnTo>
                    <a:pt x="1890395" y="1775841"/>
                  </a:lnTo>
                  <a:lnTo>
                    <a:pt x="1965871" y="1732661"/>
                  </a:lnTo>
                  <a:lnTo>
                    <a:pt x="1974075" y="1727962"/>
                  </a:lnTo>
                  <a:lnTo>
                    <a:pt x="1891284" y="1678686"/>
                  </a:lnTo>
                  <a:lnTo>
                    <a:pt x="1888998" y="1677289"/>
                  </a:lnTo>
                  <a:lnTo>
                    <a:pt x="1886077" y="1678051"/>
                  </a:lnTo>
                  <a:lnTo>
                    <a:pt x="1884807" y="1680337"/>
                  </a:lnTo>
                  <a:lnTo>
                    <a:pt x="1883397" y="1682623"/>
                  </a:lnTo>
                  <a:lnTo>
                    <a:pt x="1884172" y="1685544"/>
                  </a:lnTo>
                  <a:lnTo>
                    <a:pt x="1886458" y="1686814"/>
                  </a:lnTo>
                  <a:lnTo>
                    <a:pt x="1947087" y="1722970"/>
                  </a:lnTo>
                  <a:lnTo>
                    <a:pt x="1241806" y="1716303"/>
                  </a:lnTo>
                  <a:lnTo>
                    <a:pt x="1241806" y="882269"/>
                  </a:lnTo>
                  <a:lnTo>
                    <a:pt x="1947037" y="882269"/>
                  </a:lnTo>
                  <a:lnTo>
                    <a:pt x="1886077" y="917829"/>
                  </a:lnTo>
                  <a:lnTo>
                    <a:pt x="1883791" y="919226"/>
                  </a:lnTo>
                  <a:lnTo>
                    <a:pt x="1883029" y="922147"/>
                  </a:lnTo>
                  <a:lnTo>
                    <a:pt x="1884299" y="924433"/>
                  </a:lnTo>
                  <a:lnTo>
                    <a:pt x="1885696" y="926592"/>
                  </a:lnTo>
                  <a:lnTo>
                    <a:pt x="1888617" y="927354"/>
                  </a:lnTo>
                  <a:lnTo>
                    <a:pt x="1890903" y="926084"/>
                  </a:lnTo>
                  <a:lnTo>
                    <a:pt x="1966023" y="882269"/>
                  </a:lnTo>
                  <a:lnTo>
                    <a:pt x="1974075" y="877570"/>
                  </a:lnTo>
                  <a:close/>
                </a:path>
                <a:path w="6534784" h="2959100">
                  <a:moveTo>
                    <a:pt x="1974189" y="49847"/>
                  </a:moveTo>
                  <a:lnTo>
                    <a:pt x="1966023" y="45085"/>
                  </a:lnTo>
                  <a:lnTo>
                    <a:pt x="1890903" y="1270"/>
                  </a:lnTo>
                  <a:lnTo>
                    <a:pt x="1888617" y="0"/>
                  </a:lnTo>
                  <a:lnTo>
                    <a:pt x="1885696" y="762"/>
                  </a:lnTo>
                  <a:lnTo>
                    <a:pt x="1884299" y="3048"/>
                  </a:lnTo>
                  <a:lnTo>
                    <a:pt x="1883029" y="5207"/>
                  </a:lnTo>
                  <a:lnTo>
                    <a:pt x="1883791" y="8128"/>
                  </a:lnTo>
                  <a:lnTo>
                    <a:pt x="1886077" y="9525"/>
                  </a:lnTo>
                  <a:lnTo>
                    <a:pt x="1947024" y="45085"/>
                  </a:lnTo>
                  <a:lnTo>
                    <a:pt x="9525" y="45085"/>
                  </a:lnTo>
                  <a:lnTo>
                    <a:pt x="9525" y="49847"/>
                  </a:lnTo>
                  <a:lnTo>
                    <a:pt x="4826" y="54610"/>
                  </a:lnTo>
                  <a:lnTo>
                    <a:pt x="9461" y="49847"/>
                  </a:lnTo>
                  <a:lnTo>
                    <a:pt x="9525" y="45085"/>
                  </a:lnTo>
                  <a:lnTo>
                    <a:pt x="2159" y="45085"/>
                  </a:lnTo>
                  <a:lnTo>
                    <a:pt x="0" y="47244"/>
                  </a:lnTo>
                  <a:lnTo>
                    <a:pt x="0" y="266954"/>
                  </a:lnTo>
                  <a:lnTo>
                    <a:pt x="9525" y="266954"/>
                  </a:lnTo>
                  <a:lnTo>
                    <a:pt x="9525" y="54610"/>
                  </a:lnTo>
                  <a:lnTo>
                    <a:pt x="1947024" y="54610"/>
                  </a:lnTo>
                  <a:lnTo>
                    <a:pt x="1886077" y="90170"/>
                  </a:lnTo>
                  <a:lnTo>
                    <a:pt x="1883791" y="91440"/>
                  </a:lnTo>
                  <a:lnTo>
                    <a:pt x="1883029" y="94361"/>
                  </a:lnTo>
                  <a:lnTo>
                    <a:pt x="1884299" y="96647"/>
                  </a:lnTo>
                  <a:lnTo>
                    <a:pt x="1885696" y="98933"/>
                  </a:lnTo>
                  <a:lnTo>
                    <a:pt x="1888617" y="99695"/>
                  </a:lnTo>
                  <a:lnTo>
                    <a:pt x="1890903" y="98425"/>
                  </a:lnTo>
                  <a:lnTo>
                    <a:pt x="1965833" y="54610"/>
                  </a:lnTo>
                  <a:lnTo>
                    <a:pt x="1973973" y="49847"/>
                  </a:lnTo>
                  <a:lnTo>
                    <a:pt x="1974189" y="49847"/>
                  </a:lnTo>
                  <a:close/>
                </a:path>
                <a:path w="6534784" h="2959100">
                  <a:moveTo>
                    <a:pt x="4643628" y="877570"/>
                  </a:moveTo>
                  <a:lnTo>
                    <a:pt x="4635373" y="872744"/>
                  </a:lnTo>
                  <a:lnTo>
                    <a:pt x="4560443" y="828929"/>
                  </a:lnTo>
                  <a:lnTo>
                    <a:pt x="4558157" y="827659"/>
                  </a:lnTo>
                  <a:lnTo>
                    <a:pt x="4555236" y="828421"/>
                  </a:lnTo>
                  <a:lnTo>
                    <a:pt x="4553839" y="830707"/>
                  </a:lnTo>
                  <a:lnTo>
                    <a:pt x="4552569" y="832993"/>
                  </a:lnTo>
                  <a:lnTo>
                    <a:pt x="4553331" y="835914"/>
                  </a:lnTo>
                  <a:lnTo>
                    <a:pt x="4555617" y="837184"/>
                  </a:lnTo>
                  <a:lnTo>
                    <a:pt x="4616564" y="872744"/>
                  </a:lnTo>
                  <a:lnTo>
                    <a:pt x="4402836" y="872744"/>
                  </a:lnTo>
                  <a:lnTo>
                    <a:pt x="4400169" y="872744"/>
                  </a:lnTo>
                  <a:lnTo>
                    <a:pt x="4161917" y="872744"/>
                  </a:lnTo>
                  <a:lnTo>
                    <a:pt x="4161917" y="882269"/>
                  </a:lnTo>
                  <a:lnTo>
                    <a:pt x="4402836" y="882269"/>
                  </a:lnTo>
                  <a:lnTo>
                    <a:pt x="4405376" y="882269"/>
                  </a:lnTo>
                  <a:lnTo>
                    <a:pt x="4616564" y="882269"/>
                  </a:lnTo>
                  <a:lnTo>
                    <a:pt x="4555617" y="917829"/>
                  </a:lnTo>
                  <a:lnTo>
                    <a:pt x="4553331" y="919226"/>
                  </a:lnTo>
                  <a:lnTo>
                    <a:pt x="4552569" y="922147"/>
                  </a:lnTo>
                  <a:lnTo>
                    <a:pt x="4553839" y="924433"/>
                  </a:lnTo>
                  <a:lnTo>
                    <a:pt x="4555236" y="926592"/>
                  </a:lnTo>
                  <a:lnTo>
                    <a:pt x="4558157" y="927354"/>
                  </a:lnTo>
                  <a:lnTo>
                    <a:pt x="4560443" y="926084"/>
                  </a:lnTo>
                  <a:lnTo>
                    <a:pt x="4635563" y="882269"/>
                  </a:lnTo>
                  <a:lnTo>
                    <a:pt x="4643628" y="877570"/>
                  </a:lnTo>
                  <a:close/>
                </a:path>
                <a:path w="6534784" h="2959100">
                  <a:moveTo>
                    <a:pt x="4643755" y="1727415"/>
                  </a:moveTo>
                  <a:lnTo>
                    <a:pt x="4635576" y="1722653"/>
                  </a:lnTo>
                  <a:lnTo>
                    <a:pt x="4560316" y="1678940"/>
                  </a:lnTo>
                  <a:lnTo>
                    <a:pt x="4558030" y="1677543"/>
                  </a:lnTo>
                  <a:lnTo>
                    <a:pt x="4555109" y="1678305"/>
                  </a:lnTo>
                  <a:lnTo>
                    <a:pt x="4553839" y="1680591"/>
                  </a:lnTo>
                  <a:lnTo>
                    <a:pt x="4552442" y="1682877"/>
                  </a:lnTo>
                  <a:lnTo>
                    <a:pt x="4553331" y="1685798"/>
                  </a:lnTo>
                  <a:lnTo>
                    <a:pt x="4555490" y="1687195"/>
                  </a:lnTo>
                  <a:lnTo>
                    <a:pt x="4616526" y="1722666"/>
                  </a:lnTo>
                  <a:lnTo>
                    <a:pt x="4161917" y="1723263"/>
                  </a:lnTo>
                  <a:lnTo>
                    <a:pt x="4161917" y="1732788"/>
                  </a:lnTo>
                  <a:lnTo>
                    <a:pt x="4616577" y="1732178"/>
                  </a:lnTo>
                  <a:lnTo>
                    <a:pt x="4555617" y="1767840"/>
                  </a:lnTo>
                  <a:lnTo>
                    <a:pt x="4553331" y="1769110"/>
                  </a:lnTo>
                  <a:lnTo>
                    <a:pt x="4552569" y="1772031"/>
                  </a:lnTo>
                  <a:lnTo>
                    <a:pt x="4553966" y="1774317"/>
                  </a:lnTo>
                  <a:lnTo>
                    <a:pt x="4555236" y="1776603"/>
                  </a:lnTo>
                  <a:lnTo>
                    <a:pt x="4558157" y="1777365"/>
                  </a:lnTo>
                  <a:lnTo>
                    <a:pt x="4560443" y="1776095"/>
                  </a:lnTo>
                  <a:lnTo>
                    <a:pt x="4635347" y="1732178"/>
                  </a:lnTo>
                  <a:lnTo>
                    <a:pt x="4643488" y="1727415"/>
                  </a:lnTo>
                  <a:lnTo>
                    <a:pt x="4643755" y="1727415"/>
                  </a:lnTo>
                  <a:close/>
                </a:path>
                <a:path w="6534784" h="2959100">
                  <a:moveTo>
                    <a:pt x="6534277" y="2080514"/>
                  </a:moveTo>
                  <a:lnTo>
                    <a:pt x="6533007" y="2078228"/>
                  </a:lnTo>
                  <a:lnTo>
                    <a:pt x="6489916" y="2004441"/>
                  </a:lnTo>
                  <a:lnTo>
                    <a:pt x="6484366" y="1994916"/>
                  </a:lnTo>
                  <a:lnTo>
                    <a:pt x="6435852" y="2078228"/>
                  </a:lnTo>
                  <a:lnTo>
                    <a:pt x="6434582" y="2080514"/>
                  </a:lnTo>
                  <a:lnTo>
                    <a:pt x="6435344" y="2083435"/>
                  </a:lnTo>
                  <a:lnTo>
                    <a:pt x="6437630" y="2084705"/>
                  </a:lnTo>
                  <a:lnTo>
                    <a:pt x="6439789" y="2085975"/>
                  </a:lnTo>
                  <a:lnTo>
                    <a:pt x="6442710" y="2085213"/>
                  </a:lnTo>
                  <a:lnTo>
                    <a:pt x="6444107" y="2082927"/>
                  </a:lnTo>
                  <a:lnTo>
                    <a:pt x="6479654" y="2021979"/>
                  </a:lnTo>
                  <a:lnTo>
                    <a:pt x="6479667" y="2004441"/>
                  </a:lnTo>
                  <a:lnTo>
                    <a:pt x="6479667" y="2021979"/>
                  </a:lnTo>
                  <a:lnTo>
                    <a:pt x="6479667" y="2949194"/>
                  </a:lnTo>
                  <a:lnTo>
                    <a:pt x="593090" y="2949194"/>
                  </a:lnTo>
                  <a:lnTo>
                    <a:pt x="593090" y="2461260"/>
                  </a:lnTo>
                  <a:lnTo>
                    <a:pt x="583565" y="2461260"/>
                  </a:lnTo>
                  <a:lnTo>
                    <a:pt x="583565" y="2956560"/>
                  </a:lnTo>
                  <a:lnTo>
                    <a:pt x="585724" y="2958719"/>
                  </a:lnTo>
                  <a:lnTo>
                    <a:pt x="6487033" y="2958719"/>
                  </a:lnTo>
                  <a:lnTo>
                    <a:pt x="6489192" y="2956560"/>
                  </a:lnTo>
                  <a:lnTo>
                    <a:pt x="6489192" y="2954020"/>
                  </a:lnTo>
                  <a:lnTo>
                    <a:pt x="6489192" y="2949206"/>
                  </a:lnTo>
                  <a:lnTo>
                    <a:pt x="6489192" y="2021979"/>
                  </a:lnTo>
                  <a:lnTo>
                    <a:pt x="6524752" y="2082927"/>
                  </a:lnTo>
                  <a:lnTo>
                    <a:pt x="6526149" y="2085213"/>
                  </a:lnTo>
                  <a:lnTo>
                    <a:pt x="6528943" y="2085975"/>
                  </a:lnTo>
                  <a:lnTo>
                    <a:pt x="6533515" y="2083435"/>
                  </a:lnTo>
                  <a:lnTo>
                    <a:pt x="6534277" y="2080514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6635" y="1359458"/>
              <a:ext cx="842594" cy="84259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92414" y="1577339"/>
              <a:ext cx="364362" cy="3643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36635" y="2183942"/>
              <a:ext cx="842594" cy="84259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92414" y="2402205"/>
              <a:ext cx="364362" cy="3642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6635" y="3037382"/>
              <a:ext cx="842594" cy="84259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92414" y="3255518"/>
              <a:ext cx="364362" cy="36436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36635" y="3842054"/>
              <a:ext cx="842594" cy="84259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92414" y="4059174"/>
              <a:ext cx="364362" cy="36436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35868" y="2186990"/>
              <a:ext cx="844054" cy="84259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92687" y="2404998"/>
              <a:ext cx="364196" cy="36436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135868" y="3032810"/>
              <a:ext cx="844054" cy="84259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92679" y="3251199"/>
              <a:ext cx="364201" cy="36423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239133" y="5225034"/>
              <a:ext cx="763905" cy="764540"/>
            </a:xfrm>
            <a:custGeom>
              <a:avLst/>
              <a:gdLst/>
              <a:ahLst/>
              <a:cxnLst/>
              <a:rect l="l" t="t" r="r" b="b"/>
              <a:pathLst>
                <a:path w="763904" h="764539">
                  <a:moveTo>
                    <a:pt x="636651" y="0"/>
                  </a:moveTo>
                  <a:lnTo>
                    <a:pt x="0" y="0"/>
                  </a:lnTo>
                  <a:lnTo>
                    <a:pt x="0" y="636676"/>
                  </a:lnTo>
                  <a:lnTo>
                    <a:pt x="127253" y="764006"/>
                  </a:lnTo>
                  <a:lnTo>
                    <a:pt x="763904" y="764006"/>
                  </a:lnTo>
                  <a:lnTo>
                    <a:pt x="763904" y="127381"/>
                  </a:lnTo>
                  <a:lnTo>
                    <a:pt x="63665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17508" y="1664807"/>
              <a:ext cx="114834" cy="19048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84862" y="4165552"/>
              <a:ext cx="180665" cy="1524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84496" y="3363545"/>
              <a:ext cx="181361" cy="14945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90706" y="2522682"/>
              <a:ext cx="169045" cy="12408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488761" y="3355148"/>
              <a:ext cx="173534" cy="15586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512581" y="2502327"/>
              <a:ext cx="124952" cy="17048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23900" y="1733803"/>
              <a:ext cx="3950970" cy="4081779"/>
            </a:xfrm>
            <a:custGeom>
              <a:avLst/>
              <a:gdLst/>
              <a:ahLst/>
              <a:cxnLst/>
              <a:rect l="l" t="t" r="r" b="b"/>
              <a:pathLst>
                <a:path w="3950970" h="4081779">
                  <a:moveTo>
                    <a:pt x="395541" y="260350"/>
                  </a:moveTo>
                  <a:lnTo>
                    <a:pt x="433170" y="260350"/>
                  </a:lnTo>
                  <a:lnTo>
                    <a:pt x="452493" y="260350"/>
                  </a:lnTo>
                  <a:lnTo>
                    <a:pt x="459612" y="260350"/>
                  </a:lnTo>
                  <a:lnTo>
                    <a:pt x="460628" y="260350"/>
                  </a:lnTo>
                  <a:lnTo>
                    <a:pt x="460628" y="225621"/>
                  </a:lnTo>
                  <a:lnTo>
                    <a:pt x="460628" y="207787"/>
                  </a:lnTo>
                  <a:lnTo>
                    <a:pt x="460628" y="201217"/>
                  </a:lnTo>
                  <a:lnTo>
                    <a:pt x="460628" y="200279"/>
                  </a:lnTo>
                  <a:lnTo>
                    <a:pt x="423000" y="200279"/>
                  </a:lnTo>
                  <a:lnTo>
                    <a:pt x="403677" y="200279"/>
                  </a:lnTo>
                  <a:lnTo>
                    <a:pt x="396558" y="200279"/>
                  </a:lnTo>
                  <a:lnTo>
                    <a:pt x="395541" y="200279"/>
                  </a:lnTo>
                  <a:lnTo>
                    <a:pt x="391703" y="186678"/>
                  </a:lnTo>
                  <a:lnTo>
                    <a:pt x="387399" y="170243"/>
                  </a:lnTo>
                  <a:lnTo>
                    <a:pt x="382159" y="153808"/>
                  </a:lnTo>
                  <a:lnTo>
                    <a:pt x="375513" y="140208"/>
                  </a:lnTo>
                  <a:lnTo>
                    <a:pt x="401563" y="114143"/>
                  </a:lnTo>
                  <a:lnTo>
                    <a:pt x="414940" y="100758"/>
                  </a:lnTo>
                  <a:lnTo>
                    <a:pt x="419869" y="95827"/>
                  </a:lnTo>
                  <a:lnTo>
                    <a:pt x="420573" y="95123"/>
                  </a:lnTo>
                  <a:lnTo>
                    <a:pt x="388730" y="63257"/>
                  </a:lnTo>
                  <a:lnTo>
                    <a:pt x="372378" y="46894"/>
                  </a:lnTo>
                  <a:lnTo>
                    <a:pt x="366353" y="40866"/>
                  </a:lnTo>
                  <a:lnTo>
                    <a:pt x="365493" y="40005"/>
                  </a:lnTo>
                  <a:lnTo>
                    <a:pt x="339443" y="66069"/>
                  </a:lnTo>
                  <a:lnTo>
                    <a:pt x="326066" y="79454"/>
                  </a:lnTo>
                  <a:lnTo>
                    <a:pt x="321137" y="84385"/>
                  </a:lnTo>
                  <a:lnTo>
                    <a:pt x="320433" y="85090"/>
                  </a:lnTo>
                  <a:lnTo>
                    <a:pt x="306820" y="78436"/>
                  </a:lnTo>
                  <a:lnTo>
                    <a:pt x="290391" y="73199"/>
                  </a:lnTo>
                  <a:lnTo>
                    <a:pt x="273963" y="68891"/>
                  </a:lnTo>
                  <a:lnTo>
                    <a:pt x="260350" y="65024"/>
                  </a:lnTo>
                  <a:lnTo>
                    <a:pt x="260350" y="27432"/>
                  </a:lnTo>
                  <a:lnTo>
                    <a:pt x="260350" y="8128"/>
                  </a:lnTo>
                  <a:lnTo>
                    <a:pt x="260350" y="1016"/>
                  </a:lnTo>
                  <a:lnTo>
                    <a:pt x="260350" y="0"/>
                  </a:lnTo>
                  <a:lnTo>
                    <a:pt x="225614" y="0"/>
                  </a:lnTo>
                  <a:lnTo>
                    <a:pt x="207776" y="0"/>
                  </a:lnTo>
                  <a:lnTo>
                    <a:pt x="201205" y="0"/>
                  </a:lnTo>
                  <a:lnTo>
                    <a:pt x="200266" y="0"/>
                  </a:lnTo>
                  <a:lnTo>
                    <a:pt x="200266" y="37591"/>
                  </a:lnTo>
                  <a:lnTo>
                    <a:pt x="200266" y="56895"/>
                  </a:lnTo>
                  <a:lnTo>
                    <a:pt x="200266" y="64007"/>
                  </a:lnTo>
                  <a:lnTo>
                    <a:pt x="200266" y="65024"/>
                  </a:lnTo>
                  <a:lnTo>
                    <a:pt x="186658" y="68891"/>
                  </a:lnTo>
                  <a:lnTo>
                    <a:pt x="170230" y="73199"/>
                  </a:lnTo>
                  <a:lnTo>
                    <a:pt x="153803" y="78436"/>
                  </a:lnTo>
                  <a:lnTo>
                    <a:pt x="140195" y="85090"/>
                  </a:lnTo>
                  <a:lnTo>
                    <a:pt x="114137" y="59025"/>
                  </a:lnTo>
                  <a:lnTo>
                    <a:pt x="100757" y="45640"/>
                  </a:lnTo>
                  <a:lnTo>
                    <a:pt x="95827" y="40709"/>
                  </a:lnTo>
                  <a:lnTo>
                    <a:pt x="95122" y="40005"/>
                  </a:lnTo>
                  <a:lnTo>
                    <a:pt x="63287" y="71870"/>
                  </a:lnTo>
                  <a:lnTo>
                    <a:pt x="46939" y="88233"/>
                  </a:lnTo>
                  <a:lnTo>
                    <a:pt x="40916" y="94261"/>
                  </a:lnTo>
                  <a:lnTo>
                    <a:pt x="40055" y="95123"/>
                  </a:lnTo>
                  <a:lnTo>
                    <a:pt x="66105" y="121187"/>
                  </a:lnTo>
                  <a:lnTo>
                    <a:pt x="79482" y="134572"/>
                  </a:lnTo>
                  <a:lnTo>
                    <a:pt x="84411" y="139503"/>
                  </a:lnTo>
                  <a:lnTo>
                    <a:pt x="85115" y="140208"/>
                  </a:lnTo>
                  <a:lnTo>
                    <a:pt x="78467" y="153808"/>
                  </a:lnTo>
                  <a:lnTo>
                    <a:pt x="73225" y="170243"/>
                  </a:lnTo>
                  <a:lnTo>
                    <a:pt x="68920" y="186678"/>
                  </a:lnTo>
                  <a:lnTo>
                    <a:pt x="65087" y="200279"/>
                  </a:lnTo>
                  <a:lnTo>
                    <a:pt x="27458" y="200279"/>
                  </a:lnTo>
                  <a:lnTo>
                    <a:pt x="8135" y="200279"/>
                  </a:lnTo>
                  <a:lnTo>
                    <a:pt x="1016" y="200279"/>
                  </a:lnTo>
                  <a:lnTo>
                    <a:pt x="0" y="200279"/>
                  </a:lnTo>
                  <a:lnTo>
                    <a:pt x="0" y="235007"/>
                  </a:lnTo>
                  <a:lnTo>
                    <a:pt x="0" y="252841"/>
                  </a:lnTo>
                  <a:lnTo>
                    <a:pt x="0" y="259411"/>
                  </a:lnTo>
                  <a:lnTo>
                    <a:pt x="0" y="260350"/>
                  </a:lnTo>
                  <a:lnTo>
                    <a:pt x="37628" y="260350"/>
                  </a:lnTo>
                  <a:lnTo>
                    <a:pt x="56951" y="260350"/>
                  </a:lnTo>
                  <a:lnTo>
                    <a:pt x="64070" y="260350"/>
                  </a:lnTo>
                  <a:lnTo>
                    <a:pt x="65087" y="260350"/>
                  </a:lnTo>
                  <a:lnTo>
                    <a:pt x="68920" y="273950"/>
                  </a:lnTo>
                  <a:lnTo>
                    <a:pt x="73225" y="290385"/>
                  </a:lnTo>
                  <a:lnTo>
                    <a:pt x="78467" y="306820"/>
                  </a:lnTo>
                  <a:lnTo>
                    <a:pt x="85115" y="320421"/>
                  </a:lnTo>
                  <a:lnTo>
                    <a:pt x="59065" y="346485"/>
                  </a:lnTo>
                  <a:lnTo>
                    <a:pt x="45688" y="359870"/>
                  </a:lnTo>
                  <a:lnTo>
                    <a:pt x="40759" y="364801"/>
                  </a:lnTo>
                  <a:lnTo>
                    <a:pt x="40055" y="365506"/>
                  </a:lnTo>
                  <a:lnTo>
                    <a:pt x="71891" y="397297"/>
                  </a:lnTo>
                  <a:lnTo>
                    <a:pt x="88239" y="413623"/>
                  </a:lnTo>
                  <a:lnTo>
                    <a:pt x="94262" y="419637"/>
                  </a:lnTo>
                  <a:lnTo>
                    <a:pt x="95122" y="420497"/>
                  </a:lnTo>
                  <a:lnTo>
                    <a:pt x="121180" y="394505"/>
                  </a:lnTo>
                  <a:lnTo>
                    <a:pt x="134561" y="381158"/>
                  </a:lnTo>
                  <a:lnTo>
                    <a:pt x="139491" y="376241"/>
                  </a:lnTo>
                  <a:lnTo>
                    <a:pt x="140195" y="375538"/>
                  </a:lnTo>
                  <a:lnTo>
                    <a:pt x="153803" y="382190"/>
                  </a:lnTo>
                  <a:lnTo>
                    <a:pt x="170230" y="387413"/>
                  </a:lnTo>
                  <a:lnTo>
                    <a:pt x="186658" y="391683"/>
                  </a:lnTo>
                  <a:lnTo>
                    <a:pt x="200266" y="395478"/>
                  </a:lnTo>
                  <a:lnTo>
                    <a:pt x="200266" y="433143"/>
                  </a:lnTo>
                  <a:lnTo>
                    <a:pt x="200266" y="452485"/>
                  </a:lnTo>
                  <a:lnTo>
                    <a:pt x="200266" y="459611"/>
                  </a:lnTo>
                  <a:lnTo>
                    <a:pt x="200266" y="460629"/>
                  </a:lnTo>
                  <a:lnTo>
                    <a:pt x="235002" y="460629"/>
                  </a:lnTo>
                  <a:lnTo>
                    <a:pt x="252839" y="460629"/>
                  </a:lnTo>
                  <a:lnTo>
                    <a:pt x="259411" y="460629"/>
                  </a:lnTo>
                  <a:lnTo>
                    <a:pt x="260350" y="460629"/>
                  </a:lnTo>
                  <a:lnTo>
                    <a:pt x="260350" y="422963"/>
                  </a:lnTo>
                  <a:lnTo>
                    <a:pt x="260350" y="403621"/>
                  </a:lnTo>
                  <a:lnTo>
                    <a:pt x="260350" y="396495"/>
                  </a:lnTo>
                  <a:lnTo>
                    <a:pt x="260350" y="395478"/>
                  </a:lnTo>
                  <a:lnTo>
                    <a:pt x="273963" y="391683"/>
                  </a:lnTo>
                  <a:lnTo>
                    <a:pt x="290391" y="387413"/>
                  </a:lnTo>
                  <a:lnTo>
                    <a:pt x="306820" y="382190"/>
                  </a:lnTo>
                  <a:lnTo>
                    <a:pt x="320433" y="375538"/>
                  </a:lnTo>
                  <a:lnTo>
                    <a:pt x="346483" y="401530"/>
                  </a:lnTo>
                  <a:lnTo>
                    <a:pt x="359860" y="414877"/>
                  </a:lnTo>
                  <a:lnTo>
                    <a:pt x="364789" y="419794"/>
                  </a:lnTo>
                  <a:lnTo>
                    <a:pt x="365493" y="420497"/>
                  </a:lnTo>
                  <a:lnTo>
                    <a:pt x="397336" y="388705"/>
                  </a:lnTo>
                  <a:lnTo>
                    <a:pt x="413688" y="372379"/>
                  </a:lnTo>
                  <a:lnTo>
                    <a:pt x="419712" y="366365"/>
                  </a:lnTo>
                  <a:lnTo>
                    <a:pt x="420573" y="365506"/>
                  </a:lnTo>
                  <a:lnTo>
                    <a:pt x="394523" y="339441"/>
                  </a:lnTo>
                  <a:lnTo>
                    <a:pt x="381146" y="326056"/>
                  </a:lnTo>
                  <a:lnTo>
                    <a:pt x="376217" y="321125"/>
                  </a:lnTo>
                  <a:lnTo>
                    <a:pt x="375513" y="320421"/>
                  </a:lnTo>
                  <a:lnTo>
                    <a:pt x="382159" y="306820"/>
                  </a:lnTo>
                  <a:lnTo>
                    <a:pt x="387399" y="290385"/>
                  </a:lnTo>
                  <a:lnTo>
                    <a:pt x="391703" y="273950"/>
                  </a:lnTo>
                  <a:lnTo>
                    <a:pt x="395541" y="260350"/>
                  </a:lnTo>
                  <a:close/>
                </a:path>
                <a:path w="3950970" h="4081779">
                  <a:moveTo>
                    <a:pt x="109880" y="230250"/>
                  </a:moveTo>
                  <a:lnTo>
                    <a:pt x="119260" y="183417"/>
                  </a:lnTo>
                  <a:lnTo>
                    <a:pt x="144843" y="145145"/>
                  </a:lnTo>
                  <a:lnTo>
                    <a:pt x="182789" y="119326"/>
                  </a:lnTo>
                  <a:lnTo>
                    <a:pt x="229260" y="109855"/>
                  </a:lnTo>
                  <a:lnTo>
                    <a:pt x="275725" y="119326"/>
                  </a:lnTo>
                  <a:lnTo>
                    <a:pt x="313672" y="145145"/>
                  </a:lnTo>
                  <a:lnTo>
                    <a:pt x="339258" y="183417"/>
                  </a:lnTo>
                  <a:lnTo>
                    <a:pt x="348640" y="230250"/>
                  </a:lnTo>
                  <a:lnTo>
                    <a:pt x="339258" y="277157"/>
                  </a:lnTo>
                  <a:lnTo>
                    <a:pt x="313672" y="315468"/>
                  </a:lnTo>
                  <a:lnTo>
                    <a:pt x="275725" y="341300"/>
                  </a:lnTo>
                  <a:lnTo>
                    <a:pt x="229260" y="350774"/>
                  </a:lnTo>
                  <a:lnTo>
                    <a:pt x="182789" y="341300"/>
                  </a:lnTo>
                  <a:lnTo>
                    <a:pt x="144843" y="315467"/>
                  </a:lnTo>
                  <a:lnTo>
                    <a:pt x="119260" y="277157"/>
                  </a:lnTo>
                  <a:lnTo>
                    <a:pt x="109880" y="230250"/>
                  </a:lnTo>
                  <a:close/>
                </a:path>
                <a:path w="3950970" h="4081779">
                  <a:moveTo>
                    <a:pt x="198615" y="171196"/>
                  </a:moveTo>
                  <a:lnTo>
                    <a:pt x="198615" y="291592"/>
                  </a:lnTo>
                  <a:lnTo>
                    <a:pt x="289471" y="230250"/>
                  </a:lnTo>
                  <a:lnTo>
                    <a:pt x="198615" y="171196"/>
                  </a:lnTo>
                  <a:close/>
                </a:path>
                <a:path w="3950970" h="4081779">
                  <a:moveTo>
                    <a:pt x="3843401" y="4081665"/>
                  </a:moveTo>
                  <a:lnTo>
                    <a:pt x="3950970" y="4081665"/>
                  </a:lnTo>
                </a:path>
                <a:path w="3950970" h="4081779">
                  <a:moveTo>
                    <a:pt x="3897122" y="4047083"/>
                  </a:moveTo>
                  <a:lnTo>
                    <a:pt x="3897122" y="408166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5098" y="5744387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>
                  <a:moveTo>
                    <a:pt x="0" y="0"/>
                  </a:moveTo>
                  <a:lnTo>
                    <a:pt x="291973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5098" y="5542660"/>
              <a:ext cx="292100" cy="238760"/>
            </a:xfrm>
            <a:custGeom>
              <a:avLst/>
              <a:gdLst/>
              <a:ahLst/>
              <a:cxnLst/>
              <a:rect l="l" t="t" r="r" b="b"/>
              <a:pathLst>
                <a:path w="292100" h="238760">
                  <a:moveTo>
                    <a:pt x="291973" y="82638"/>
                  </a:moveTo>
                  <a:lnTo>
                    <a:pt x="291973" y="156714"/>
                  </a:lnTo>
                  <a:lnTo>
                    <a:pt x="291973" y="194752"/>
                  </a:lnTo>
                  <a:lnTo>
                    <a:pt x="291973" y="208767"/>
                  </a:lnTo>
                  <a:lnTo>
                    <a:pt x="291973" y="210769"/>
                  </a:lnTo>
                  <a:lnTo>
                    <a:pt x="289615" y="220851"/>
                  </a:lnTo>
                  <a:lnTo>
                    <a:pt x="283400" y="229646"/>
                  </a:lnTo>
                  <a:lnTo>
                    <a:pt x="274613" y="235866"/>
                  </a:lnTo>
                  <a:lnTo>
                    <a:pt x="264540" y="238226"/>
                  </a:lnTo>
                  <a:lnTo>
                    <a:pt x="127388" y="238226"/>
                  </a:lnTo>
                  <a:lnTo>
                    <a:pt x="56959" y="238226"/>
                  </a:lnTo>
                  <a:lnTo>
                    <a:pt x="31011" y="238226"/>
                  </a:lnTo>
                  <a:lnTo>
                    <a:pt x="27304" y="238226"/>
                  </a:lnTo>
                  <a:lnTo>
                    <a:pt x="17305" y="235866"/>
                  </a:lnTo>
                  <a:lnTo>
                    <a:pt x="8556" y="229646"/>
                  </a:lnTo>
                  <a:lnTo>
                    <a:pt x="2355" y="220851"/>
                  </a:lnTo>
                  <a:lnTo>
                    <a:pt x="0" y="210769"/>
                  </a:lnTo>
                  <a:lnTo>
                    <a:pt x="0" y="136693"/>
                  </a:lnTo>
                  <a:lnTo>
                    <a:pt x="0" y="98655"/>
                  </a:lnTo>
                  <a:lnTo>
                    <a:pt x="0" y="84640"/>
                  </a:lnTo>
                  <a:lnTo>
                    <a:pt x="0" y="82638"/>
                  </a:lnTo>
                </a:path>
                <a:path w="292100" h="238760">
                  <a:moveTo>
                    <a:pt x="0" y="46139"/>
                  </a:moveTo>
                  <a:lnTo>
                    <a:pt x="0" y="0"/>
                  </a:lnTo>
                  <a:lnTo>
                    <a:pt x="461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14107" y="5391499"/>
              <a:ext cx="104584" cy="12376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23352" y="5391499"/>
              <a:ext cx="104584" cy="12376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67777" y="5391499"/>
              <a:ext cx="106489" cy="12376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475098" y="5542660"/>
              <a:ext cx="292100" cy="92710"/>
            </a:xfrm>
            <a:custGeom>
              <a:avLst/>
              <a:gdLst/>
              <a:ahLst/>
              <a:cxnLst/>
              <a:rect l="l" t="t" r="r" b="b"/>
              <a:pathLst>
                <a:path w="292100" h="92710">
                  <a:moveTo>
                    <a:pt x="0" y="0"/>
                  </a:moveTo>
                  <a:lnTo>
                    <a:pt x="92201" y="92240"/>
                  </a:lnTo>
                </a:path>
                <a:path w="292100" h="92710">
                  <a:moveTo>
                    <a:pt x="291973" y="46139"/>
                  </a:moveTo>
                  <a:lnTo>
                    <a:pt x="291973" y="0"/>
                  </a:lnTo>
                  <a:lnTo>
                    <a:pt x="245872" y="0"/>
                  </a:lnTo>
                </a:path>
                <a:path w="292100" h="92710">
                  <a:moveTo>
                    <a:pt x="291973" y="0"/>
                  </a:moveTo>
                  <a:lnTo>
                    <a:pt x="199771" y="92240"/>
                  </a:lnTo>
                </a:path>
                <a:path w="292100" h="92710">
                  <a:moveTo>
                    <a:pt x="145923" y="92240"/>
                  </a:moveTo>
                  <a:lnTo>
                    <a:pt x="145923" y="0"/>
                  </a:lnTo>
                </a:path>
                <a:path w="292100" h="92710">
                  <a:moveTo>
                    <a:pt x="109474" y="28828"/>
                  </a:moveTo>
                  <a:lnTo>
                    <a:pt x="145923" y="0"/>
                  </a:lnTo>
                  <a:lnTo>
                    <a:pt x="182499" y="28828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60976" y="3081502"/>
              <a:ext cx="959053" cy="96052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16399" y="3299968"/>
              <a:ext cx="480668" cy="48069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162283" y="3407168"/>
              <a:ext cx="190500" cy="268605"/>
            </a:xfrm>
            <a:custGeom>
              <a:avLst/>
              <a:gdLst/>
              <a:ahLst/>
              <a:cxnLst/>
              <a:rect l="l" t="t" r="r" b="b"/>
              <a:pathLst>
                <a:path w="190500" h="268604">
                  <a:moveTo>
                    <a:pt x="123037" y="50139"/>
                  </a:moveTo>
                  <a:lnTo>
                    <a:pt x="103505" y="30276"/>
                  </a:lnTo>
                  <a:lnTo>
                    <a:pt x="102641" y="28105"/>
                  </a:lnTo>
                  <a:lnTo>
                    <a:pt x="102654" y="1765"/>
                  </a:lnTo>
                  <a:lnTo>
                    <a:pt x="100926" y="0"/>
                  </a:lnTo>
                  <a:lnTo>
                    <a:pt x="96647" y="0"/>
                  </a:lnTo>
                  <a:lnTo>
                    <a:pt x="94907" y="1765"/>
                  </a:lnTo>
                  <a:lnTo>
                    <a:pt x="94856" y="30187"/>
                  </a:lnTo>
                  <a:lnTo>
                    <a:pt x="96545" y="34366"/>
                  </a:lnTo>
                  <a:lnTo>
                    <a:pt x="116052" y="54165"/>
                  </a:lnTo>
                  <a:lnTo>
                    <a:pt x="116776" y="54902"/>
                  </a:lnTo>
                  <a:lnTo>
                    <a:pt x="117767" y="55308"/>
                  </a:lnTo>
                  <a:lnTo>
                    <a:pt x="119824" y="55308"/>
                  </a:lnTo>
                  <a:lnTo>
                    <a:pt x="120815" y="54889"/>
                  </a:lnTo>
                  <a:lnTo>
                    <a:pt x="123037" y="52616"/>
                  </a:lnTo>
                  <a:lnTo>
                    <a:pt x="123037" y="50139"/>
                  </a:lnTo>
                  <a:close/>
                </a:path>
                <a:path w="190500" h="268604">
                  <a:moveTo>
                    <a:pt x="190055" y="160147"/>
                  </a:moveTo>
                  <a:lnTo>
                    <a:pt x="176733" y="99987"/>
                  </a:lnTo>
                  <a:lnTo>
                    <a:pt x="130987" y="57683"/>
                  </a:lnTo>
                  <a:lnTo>
                    <a:pt x="129019" y="56794"/>
                  </a:lnTo>
                  <a:lnTo>
                    <a:pt x="126720" y="57683"/>
                  </a:lnTo>
                  <a:lnTo>
                    <a:pt x="124968" y="61658"/>
                  </a:lnTo>
                  <a:lnTo>
                    <a:pt x="125844" y="63995"/>
                  </a:lnTo>
                  <a:lnTo>
                    <a:pt x="127876" y="64935"/>
                  </a:lnTo>
                  <a:lnTo>
                    <a:pt x="149910" y="79540"/>
                  </a:lnTo>
                  <a:lnTo>
                    <a:pt x="168313" y="101168"/>
                  </a:lnTo>
                  <a:lnTo>
                    <a:pt x="180047" y="128244"/>
                  </a:lnTo>
                  <a:lnTo>
                    <a:pt x="182194" y="159016"/>
                  </a:lnTo>
                  <a:lnTo>
                    <a:pt x="182219" y="159245"/>
                  </a:lnTo>
                  <a:lnTo>
                    <a:pt x="173850" y="188023"/>
                  </a:lnTo>
                  <a:lnTo>
                    <a:pt x="157073" y="211797"/>
                  </a:lnTo>
                  <a:lnTo>
                    <a:pt x="144970" y="220560"/>
                  </a:lnTo>
                  <a:lnTo>
                    <a:pt x="144970" y="260324"/>
                  </a:lnTo>
                  <a:lnTo>
                    <a:pt x="45542" y="260324"/>
                  </a:lnTo>
                  <a:lnTo>
                    <a:pt x="45542" y="231470"/>
                  </a:lnTo>
                  <a:lnTo>
                    <a:pt x="57111" y="237629"/>
                  </a:lnTo>
                  <a:lnTo>
                    <a:pt x="69367" y="242087"/>
                  </a:lnTo>
                  <a:lnTo>
                    <a:pt x="82092" y="244792"/>
                  </a:lnTo>
                  <a:lnTo>
                    <a:pt x="95135" y="245681"/>
                  </a:lnTo>
                  <a:lnTo>
                    <a:pt x="98501" y="245681"/>
                  </a:lnTo>
                  <a:lnTo>
                    <a:pt x="134035" y="237197"/>
                  </a:lnTo>
                  <a:lnTo>
                    <a:pt x="135826" y="236461"/>
                  </a:lnTo>
                  <a:lnTo>
                    <a:pt x="144843" y="231470"/>
                  </a:lnTo>
                  <a:lnTo>
                    <a:pt x="144970" y="260324"/>
                  </a:lnTo>
                  <a:lnTo>
                    <a:pt x="144970" y="220560"/>
                  </a:lnTo>
                  <a:lnTo>
                    <a:pt x="133629" y="228765"/>
                  </a:lnTo>
                  <a:lnTo>
                    <a:pt x="105270" y="237197"/>
                  </a:lnTo>
                  <a:lnTo>
                    <a:pt x="70624" y="234213"/>
                  </a:lnTo>
                  <a:lnTo>
                    <a:pt x="65430" y="231470"/>
                  </a:lnTo>
                  <a:lnTo>
                    <a:pt x="40843" y="218503"/>
                  </a:lnTo>
                  <a:lnTo>
                    <a:pt x="8382" y="159245"/>
                  </a:lnTo>
                  <a:lnTo>
                    <a:pt x="7747" y="152260"/>
                  </a:lnTo>
                  <a:lnTo>
                    <a:pt x="7747" y="148856"/>
                  </a:lnTo>
                  <a:lnTo>
                    <a:pt x="11607" y="124561"/>
                  </a:lnTo>
                  <a:lnTo>
                    <a:pt x="22199" y="101168"/>
                  </a:lnTo>
                  <a:lnTo>
                    <a:pt x="22301" y="100939"/>
                  </a:lnTo>
                  <a:lnTo>
                    <a:pt x="38430" y="80302"/>
                  </a:lnTo>
                  <a:lnTo>
                    <a:pt x="58597" y="64935"/>
                  </a:lnTo>
                  <a:lnTo>
                    <a:pt x="60312" y="63995"/>
                  </a:lnTo>
                  <a:lnTo>
                    <a:pt x="61620" y="62217"/>
                  </a:lnTo>
                  <a:lnTo>
                    <a:pt x="61963" y="60185"/>
                  </a:lnTo>
                  <a:lnTo>
                    <a:pt x="61963" y="8064"/>
                  </a:lnTo>
                  <a:lnTo>
                    <a:pt x="84505" y="8064"/>
                  </a:lnTo>
                  <a:lnTo>
                    <a:pt x="88658" y="1765"/>
                  </a:lnTo>
                  <a:lnTo>
                    <a:pt x="86931" y="0"/>
                  </a:lnTo>
                  <a:lnTo>
                    <a:pt x="54267" y="0"/>
                  </a:lnTo>
                  <a:lnTo>
                    <a:pt x="54267" y="58343"/>
                  </a:lnTo>
                  <a:lnTo>
                    <a:pt x="32727" y="75044"/>
                  </a:lnTo>
                  <a:lnTo>
                    <a:pt x="15532" y="97294"/>
                  </a:lnTo>
                  <a:lnTo>
                    <a:pt x="4127" y="122707"/>
                  </a:lnTo>
                  <a:lnTo>
                    <a:pt x="0" y="148856"/>
                  </a:lnTo>
                  <a:lnTo>
                    <a:pt x="2120" y="169164"/>
                  </a:lnTo>
                  <a:lnTo>
                    <a:pt x="8191" y="188023"/>
                  </a:lnTo>
                  <a:lnTo>
                    <a:pt x="8293" y="188353"/>
                  </a:lnTo>
                  <a:lnTo>
                    <a:pt x="18262" y="205841"/>
                  </a:lnTo>
                  <a:lnTo>
                    <a:pt x="31724" y="220992"/>
                  </a:lnTo>
                  <a:lnTo>
                    <a:pt x="33680" y="222796"/>
                  </a:lnTo>
                  <a:lnTo>
                    <a:pt x="37795" y="226021"/>
                  </a:lnTo>
                  <a:lnTo>
                    <a:pt x="37795" y="268198"/>
                  </a:lnTo>
                  <a:lnTo>
                    <a:pt x="152717" y="268198"/>
                  </a:lnTo>
                  <a:lnTo>
                    <a:pt x="152717" y="260324"/>
                  </a:lnTo>
                  <a:lnTo>
                    <a:pt x="152717" y="231470"/>
                  </a:lnTo>
                  <a:lnTo>
                    <a:pt x="152717" y="226021"/>
                  </a:lnTo>
                  <a:lnTo>
                    <a:pt x="156108" y="222796"/>
                  </a:lnTo>
                  <a:lnTo>
                    <a:pt x="166878" y="212674"/>
                  </a:lnTo>
                  <a:lnTo>
                    <a:pt x="178015" y="196938"/>
                  </a:lnTo>
                  <a:lnTo>
                    <a:pt x="185839" y="179247"/>
                  </a:lnTo>
                  <a:lnTo>
                    <a:pt x="190055" y="160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200100" y="3497685"/>
              <a:ext cx="114957" cy="11677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60520" y="2141194"/>
              <a:ext cx="960526" cy="96052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417186" y="2359659"/>
              <a:ext cx="480695" cy="48069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60265" y="2464193"/>
              <a:ext cx="196850" cy="274320"/>
            </a:xfrm>
            <a:custGeom>
              <a:avLst/>
              <a:gdLst/>
              <a:ahLst/>
              <a:cxnLst/>
              <a:rect l="l" t="t" r="r" b="b"/>
              <a:pathLst>
                <a:path w="196850" h="274319">
                  <a:moveTo>
                    <a:pt x="196303" y="106756"/>
                  </a:moveTo>
                  <a:lnTo>
                    <a:pt x="194411" y="102158"/>
                  </a:lnTo>
                  <a:lnTo>
                    <a:pt x="191058" y="98780"/>
                  </a:lnTo>
                  <a:lnTo>
                    <a:pt x="172021" y="79603"/>
                  </a:lnTo>
                  <a:lnTo>
                    <a:pt x="169303" y="79603"/>
                  </a:lnTo>
                  <a:lnTo>
                    <a:pt x="165925" y="82969"/>
                  </a:lnTo>
                  <a:lnTo>
                    <a:pt x="165912" y="85712"/>
                  </a:lnTo>
                  <a:lnTo>
                    <a:pt x="186677" y="106692"/>
                  </a:lnTo>
                  <a:lnTo>
                    <a:pt x="187642" y="109067"/>
                  </a:lnTo>
                  <a:lnTo>
                    <a:pt x="187655" y="179959"/>
                  </a:lnTo>
                  <a:lnTo>
                    <a:pt x="187909" y="182359"/>
                  </a:lnTo>
                  <a:lnTo>
                    <a:pt x="190042" y="184111"/>
                  </a:lnTo>
                  <a:lnTo>
                    <a:pt x="194475" y="183642"/>
                  </a:lnTo>
                  <a:lnTo>
                    <a:pt x="196088" y="182016"/>
                  </a:lnTo>
                  <a:lnTo>
                    <a:pt x="196303" y="179959"/>
                  </a:lnTo>
                  <a:lnTo>
                    <a:pt x="196303" y="106756"/>
                  </a:lnTo>
                  <a:close/>
                </a:path>
                <a:path w="196850" h="274319">
                  <a:moveTo>
                    <a:pt x="196494" y="194856"/>
                  </a:moveTo>
                  <a:lnTo>
                    <a:pt x="194576" y="192925"/>
                  </a:lnTo>
                  <a:lnTo>
                    <a:pt x="189623" y="192925"/>
                  </a:lnTo>
                  <a:lnTo>
                    <a:pt x="187680" y="194856"/>
                  </a:lnTo>
                  <a:lnTo>
                    <a:pt x="187655" y="246024"/>
                  </a:lnTo>
                  <a:lnTo>
                    <a:pt x="158864" y="246024"/>
                  </a:lnTo>
                  <a:lnTo>
                    <a:pt x="158864" y="232676"/>
                  </a:lnTo>
                  <a:lnTo>
                    <a:pt x="158648" y="230619"/>
                  </a:lnTo>
                  <a:lnTo>
                    <a:pt x="158623" y="230327"/>
                  </a:lnTo>
                  <a:lnTo>
                    <a:pt x="158076" y="229831"/>
                  </a:lnTo>
                  <a:lnTo>
                    <a:pt x="156476" y="228523"/>
                  </a:lnTo>
                  <a:lnTo>
                    <a:pt x="152031" y="228981"/>
                  </a:lnTo>
                  <a:lnTo>
                    <a:pt x="150418" y="230619"/>
                  </a:lnTo>
                  <a:lnTo>
                    <a:pt x="150215" y="232676"/>
                  </a:lnTo>
                  <a:lnTo>
                    <a:pt x="150215" y="246024"/>
                  </a:lnTo>
                  <a:lnTo>
                    <a:pt x="109169" y="246024"/>
                  </a:lnTo>
                  <a:lnTo>
                    <a:pt x="112750" y="243687"/>
                  </a:lnTo>
                  <a:lnTo>
                    <a:pt x="121500" y="237985"/>
                  </a:lnTo>
                  <a:lnTo>
                    <a:pt x="131686" y="227558"/>
                  </a:lnTo>
                  <a:lnTo>
                    <a:pt x="139344" y="215239"/>
                  </a:lnTo>
                  <a:lnTo>
                    <a:pt x="144297" y="201218"/>
                  </a:lnTo>
                  <a:lnTo>
                    <a:pt x="158864" y="201218"/>
                  </a:lnTo>
                  <a:lnTo>
                    <a:pt x="158864" y="192544"/>
                  </a:lnTo>
                  <a:lnTo>
                    <a:pt x="158864" y="59778"/>
                  </a:lnTo>
                  <a:lnTo>
                    <a:pt x="158864" y="51054"/>
                  </a:lnTo>
                  <a:lnTo>
                    <a:pt x="150444" y="51054"/>
                  </a:lnTo>
                  <a:lnTo>
                    <a:pt x="150444" y="59778"/>
                  </a:lnTo>
                  <a:lnTo>
                    <a:pt x="150444" y="192544"/>
                  </a:lnTo>
                  <a:lnTo>
                    <a:pt x="135369" y="192544"/>
                  </a:lnTo>
                  <a:lnTo>
                    <a:pt x="135369" y="201218"/>
                  </a:lnTo>
                  <a:lnTo>
                    <a:pt x="125018" y="221932"/>
                  </a:lnTo>
                  <a:lnTo>
                    <a:pt x="108191" y="236524"/>
                  </a:lnTo>
                  <a:lnTo>
                    <a:pt x="87160" y="243687"/>
                  </a:lnTo>
                  <a:lnTo>
                    <a:pt x="64211" y="242112"/>
                  </a:lnTo>
                  <a:lnTo>
                    <a:pt x="50304" y="236220"/>
                  </a:lnTo>
                  <a:lnTo>
                    <a:pt x="38557" y="227088"/>
                  </a:lnTo>
                  <a:lnTo>
                    <a:pt x="29489" y="215239"/>
                  </a:lnTo>
                  <a:lnTo>
                    <a:pt x="23647" y="201218"/>
                  </a:lnTo>
                  <a:lnTo>
                    <a:pt x="135369" y="201218"/>
                  </a:lnTo>
                  <a:lnTo>
                    <a:pt x="135369" y="192544"/>
                  </a:lnTo>
                  <a:lnTo>
                    <a:pt x="8521" y="192544"/>
                  </a:lnTo>
                  <a:lnTo>
                    <a:pt x="8521" y="76695"/>
                  </a:lnTo>
                  <a:lnTo>
                    <a:pt x="126720" y="76708"/>
                  </a:lnTo>
                  <a:lnTo>
                    <a:pt x="128651" y="74764"/>
                  </a:lnTo>
                  <a:lnTo>
                    <a:pt x="128651" y="69964"/>
                  </a:lnTo>
                  <a:lnTo>
                    <a:pt x="126720" y="68021"/>
                  </a:lnTo>
                  <a:lnTo>
                    <a:pt x="8610" y="68021"/>
                  </a:lnTo>
                  <a:lnTo>
                    <a:pt x="8610" y="59778"/>
                  </a:lnTo>
                  <a:lnTo>
                    <a:pt x="150444" y="59778"/>
                  </a:lnTo>
                  <a:lnTo>
                    <a:pt x="150444" y="51054"/>
                  </a:lnTo>
                  <a:lnTo>
                    <a:pt x="144297" y="51054"/>
                  </a:lnTo>
                  <a:lnTo>
                    <a:pt x="135369" y="31216"/>
                  </a:lnTo>
                  <a:lnTo>
                    <a:pt x="135369" y="51054"/>
                  </a:lnTo>
                  <a:lnTo>
                    <a:pt x="23647" y="51054"/>
                  </a:lnTo>
                  <a:lnTo>
                    <a:pt x="31572" y="33578"/>
                  </a:lnTo>
                  <a:lnTo>
                    <a:pt x="44297" y="19926"/>
                  </a:lnTo>
                  <a:lnTo>
                    <a:pt x="60655" y="11010"/>
                  </a:lnTo>
                  <a:lnTo>
                    <a:pt x="79438" y="7772"/>
                  </a:lnTo>
                  <a:lnTo>
                    <a:pt x="98513" y="11010"/>
                  </a:lnTo>
                  <a:lnTo>
                    <a:pt x="98336" y="11010"/>
                  </a:lnTo>
                  <a:lnTo>
                    <a:pt x="112458" y="18681"/>
                  </a:lnTo>
                  <a:lnTo>
                    <a:pt x="114706" y="19926"/>
                  </a:lnTo>
                  <a:lnTo>
                    <a:pt x="127444" y="33578"/>
                  </a:lnTo>
                  <a:lnTo>
                    <a:pt x="135369" y="51054"/>
                  </a:lnTo>
                  <a:lnTo>
                    <a:pt x="135369" y="31216"/>
                  </a:lnTo>
                  <a:lnTo>
                    <a:pt x="133375" y="26784"/>
                  </a:lnTo>
                  <a:lnTo>
                    <a:pt x="114719" y="9220"/>
                  </a:lnTo>
                  <a:lnTo>
                    <a:pt x="110972" y="7772"/>
                  </a:lnTo>
                  <a:lnTo>
                    <a:pt x="90906" y="0"/>
                  </a:lnTo>
                  <a:lnTo>
                    <a:pt x="47015" y="7505"/>
                  </a:lnTo>
                  <a:lnTo>
                    <a:pt x="14566" y="51054"/>
                  </a:lnTo>
                  <a:lnTo>
                    <a:pt x="12" y="51054"/>
                  </a:lnTo>
                  <a:lnTo>
                    <a:pt x="12" y="201218"/>
                  </a:lnTo>
                  <a:lnTo>
                    <a:pt x="14566" y="201218"/>
                  </a:lnTo>
                  <a:lnTo>
                    <a:pt x="19519" y="215239"/>
                  </a:lnTo>
                  <a:lnTo>
                    <a:pt x="27190" y="227558"/>
                  </a:lnTo>
                  <a:lnTo>
                    <a:pt x="37376" y="237985"/>
                  </a:lnTo>
                  <a:lnTo>
                    <a:pt x="49695" y="246024"/>
                  </a:lnTo>
                  <a:lnTo>
                    <a:pt x="8610" y="246024"/>
                  </a:lnTo>
                  <a:lnTo>
                    <a:pt x="8610" y="232676"/>
                  </a:lnTo>
                  <a:lnTo>
                    <a:pt x="8839" y="230619"/>
                  </a:lnTo>
                  <a:lnTo>
                    <a:pt x="8877" y="230327"/>
                  </a:lnTo>
                  <a:lnTo>
                    <a:pt x="7200" y="228206"/>
                  </a:lnTo>
                  <a:lnTo>
                    <a:pt x="4864" y="227939"/>
                  </a:lnTo>
                  <a:lnTo>
                    <a:pt x="1892" y="227939"/>
                  </a:lnTo>
                  <a:lnTo>
                    <a:pt x="0" y="229831"/>
                  </a:lnTo>
                  <a:lnTo>
                    <a:pt x="76" y="272034"/>
                  </a:lnTo>
                  <a:lnTo>
                    <a:pt x="1968" y="273939"/>
                  </a:lnTo>
                  <a:lnTo>
                    <a:pt x="6667" y="273939"/>
                  </a:lnTo>
                  <a:lnTo>
                    <a:pt x="8585" y="272034"/>
                  </a:lnTo>
                  <a:lnTo>
                    <a:pt x="8610" y="254749"/>
                  </a:lnTo>
                  <a:lnTo>
                    <a:pt x="150444" y="254749"/>
                  </a:lnTo>
                  <a:lnTo>
                    <a:pt x="150444" y="269290"/>
                  </a:lnTo>
                  <a:lnTo>
                    <a:pt x="150660" y="271348"/>
                  </a:lnTo>
                  <a:lnTo>
                    <a:pt x="150698" y="271703"/>
                  </a:lnTo>
                  <a:lnTo>
                    <a:pt x="152831" y="273443"/>
                  </a:lnTo>
                  <a:lnTo>
                    <a:pt x="157264" y="272973"/>
                  </a:lnTo>
                  <a:lnTo>
                    <a:pt x="158889" y="271348"/>
                  </a:lnTo>
                  <a:lnTo>
                    <a:pt x="159092" y="269290"/>
                  </a:lnTo>
                  <a:lnTo>
                    <a:pt x="159092" y="254749"/>
                  </a:lnTo>
                  <a:lnTo>
                    <a:pt x="194564" y="254749"/>
                  </a:lnTo>
                  <a:lnTo>
                    <a:pt x="196494" y="252806"/>
                  </a:lnTo>
                  <a:lnTo>
                    <a:pt x="196494" y="246024"/>
                  </a:lnTo>
                  <a:lnTo>
                    <a:pt x="196494" y="194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891532" y="2884931"/>
              <a:ext cx="267970" cy="363220"/>
            </a:xfrm>
            <a:custGeom>
              <a:avLst/>
              <a:gdLst/>
              <a:ahLst/>
              <a:cxnLst/>
              <a:rect l="l" t="t" r="r" b="b"/>
              <a:pathLst>
                <a:path w="267970" h="363219">
                  <a:moveTo>
                    <a:pt x="180339" y="314959"/>
                  </a:moveTo>
                  <a:lnTo>
                    <a:pt x="177545" y="316102"/>
                  </a:lnTo>
                  <a:lnTo>
                    <a:pt x="175513" y="320928"/>
                  </a:lnTo>
                  <a:lnTo>
                    <a:pt x="176529" y="323722"/>
                  </a:lnTo>
                  <a:lnTo>
                    <a:pt x="178942" y="324738"/>
                  </a:lnTo>
                  <a:lnTo>
                    <a:pt x="267462" y="362965"/>
                  </a:lnTo>
                  <a:lnTo>
                    <a:pt x="266944" y="358139"/>
                  </a:lnTo>
                  <a:lnTo>
                    <a:pt x="258063" y="358139"/>
                  </a:lnTo>
                  <a:lnTo>
                    <a:pt x="247693" y="344069"/>
                  </a:lnTo>
                  <a:lnTo>
                    <a:pt x="183046" y="316102"/>
                  </a:lnTo>
                  <a:lnTo>
                    <a:pt x="180339" y="314959"/>
                  </a:lnTo>
                  <a:close/>
                </a:path>
                <a:path w="267970" h="363219">
                  <a:moveTo>
                    <a:pt x="247693" y="344069"/>
                  </a:moveTo>
                  <a:lnTo>
                    <a:pt x="258063" y="358139"/>
                  </a:lnTo>
                  <a:lnTo>
                    <a:pt x="261181" y="355853"/>
                  </a:lnTo>
                  <a:lnTo>
                    <a:pt x="257175" y="355853"/>
                  </a:lnTo>
                  <a:lnTo>
                    <a:pt x="256312" y="347797"/>
                  </a:lnTo>
                  <a:lnTo>
                    <a:pt x="247693" y="344069"/>
                  </a:lnTo>
                  <a:close/>
                </a:path>
                <a:path w="267970" h="363219">
                  <a:moveTo>
                    <a:pt x="254507" y="262635"/>
                  </a:moveTo>
                  <a:lnTo>
                    <a:pt x="249300" y="263143"/>
                  </a:lnTo>
                  <a:lnTo>
                    <a:pt x="247395" y="265556"/>
                  </a:lnTo>
                  <a:lnTo>
                    <a:pt x="247776" y="268096"/>
                  </a:lnTo>
                  <a:lnTo>
                    <a:pt x="255314" y="338477"/>
                  </a:lnTo>
                  <a:lnTo>
                    <a:pt x="265683" y="352551"/>
                  </a:lnTo>
                  <a:lnTo>
                    <a:pt x="258063" y="358139"/>
                  </a:lnTo>
                  <a:lnTo>
                    <a:pt x="266944" y="358139"/>
                  </a:lnTo>
                  <a:lnTo>
                    <a:pt x="257022" y="265556"/>
                  </a:lnTo>
                  <a:lnTo>
                    <a:pt x="256920" y="264540"/>
                  </a:lnTo>
                  <a:lnTo>
                    <a:pt x="254507" y="262635"/>
                  </a:lnTo>
                  <a:close/>
                </a:path>
                <a:path w="267970" h="363219">
                  <a:moveTo>
                    <a:pt x="256312" y="347797"/>
                  </a:moveTo>
                  <a:lnTo>
                    <a:pt x="257175" y="355853"/>
                  </a:lnTo>
                  <a:lnTo>
                    <a:pt x="263778" y="351027"/>
                  </a:lnTo>
                  <a:lnTo>
                    <a:pt x="256312" y="347797"/>
                  </a:lnTo>
                  <a:close/>
                </a:path>
                <a:path w="267970" h="363219">
                  <a:moveTo>
                    <a:pt x="255314" y="338477"/>
                  </a:moveTo>
                  <a:lnTo>
                    <a:pt x="256312" y="347797"/>
                  </a:lnTo>
                  <a:lnTo>
                    <a:pt x="263778" y="351027"/>
                  </a:lnTo>
                  <a:lnTo>
                    <a:pt x="257175" y="355853"/>
                  </a:lnTo>
                  <a:lnTo>
                    <a:pt x="261181" y="355853"/>
                  </a:lnTo>
                  <a:lnTo>
                    <a:pt x="265683" y="352551"/>
                  </a:lnTo>
                  <a:lnTo>
                    <a:pt x="255314" y="338477"/>
                  </a:lnTo>
                  <a:close/>
                </a:path>
                <a:path w="267970" h="363219">
                  <a:moveTo>
                    <a:pt x="11284" y="15226"/>
                  </a:moveTo>
                  <a:lnTo>
                    <a:pt x="12299" y="24688"/>
                  </a:lnTo>
                  <a:lnTo>
                    <a:pt x="247693" y="344069"/>
                  </a:lnTo>
                  <a:lnTo>
                    <a:pt x="256312" y="347797"/>
                  </a:lnTo>
                  <a:lnTo>
                    <a:pt x="255314" y="338477"/>
                  </a:lnTo>
                  <a:lnTo>
                    <a:pt x="19900" y="18953"/>
                  </a:lnTo>
                  <a:lnTo>
                    <a:pt x="11284" y="15226"/>
                  </a:lnTo>
                  <a:close/>
                </a:path>
                <a:path w="267970" h="363219">
                  <a:moveTo>
                    <a:pt x="0" y="0"/>
                  </a:moveTo>
                  <a:lnTo>
                    <a:pt x="10177" y="94741"/>
                  </a:lnTo>
                  <a:lnTo>
                    <a:pt x="10444" y="97408"/>
                  </a:lnTo>
                  <a:lnTo>
                    <a:pt x="10540" y="98425"/>
                  </a:lnTo>
                  <a:lnTo>
                    <a:pt x="12953" y="100329"/>
                  </a:lnTo>
                  <a:lnTo>
                    <a:pt x="15493" y="100075"/>
                  </a:lnTo>
                  <a:lnTo>
                    <a:pt x="18160" y="99694"/>
                  </a:lnTo>
                  <a:lnTo>
                    <a:pt x="20065" y="97408"/>
                  </a:lnTo>
                  <a:lnTo>
                    <a:pt x="19908" y="95757"/>
                  </a:lnTo>
                  <a:lnTo>
                    <a:pt x="12299" y="24688"/>
                  </a:lnTo>
                  <a:lnTo>
                    <a:pt x="1777" y="10413"/>
                  </a:lnTo>
                  <a:lnTo>
                    <a:pt x="9397" y="4698"/>
                  </a:lnTo>
                  <a:lnTo>
                    <a:pt x="10881" y="4698"/>
                  </a:lnTo>
                  <a:lnTo>
                    <a:pt x="0" y="0"/>
                  </a:lnTo>
                  <a:close/>
                </a:path>
                <a:path w="267970" h="363219">
                  <a:moveTo>
                    <a:pt x="10881" y="4698"/>
                  </a:moveTo>
                  <a:lnTo>
                    <a:pt x="9397" y="4698"/>
                  </a:lnTo>
                  <a:lnTo>
                    <a:pt x="19900" y="18953"/>
                  </a:lnTo>
                  <a:lnTo>
                    <a:pt x="84708" y="46989"/>
                  </a:lnTo>
                  <a:lnTo>
                    <a:pt x="87121" y="48005"/>
                  </a:lnTo>
                  <a:lnTo>
                    <a:pt x="89605" y="46989"/>
                  </a:lnTo>
                  <a:lnTo>
                    <a:pt x="89862" y="46989"/>
                  </a:lnTo>
                  <a:lnTo>
                    <a:pt x="90931" y="44450"/>
                  </a:lnTo>
                  <a:lnTo>
                    <a:pt x="92075" y="42037"/>
                  </a:lnTo>
                  <a:lnTo>
                    <a:pt x="90931" y="39242"/>
                  </a:lnTo>
                  <a:lnTo>
                    <a:pt x="88518" y="38226"/>
                  </a:lnTo>
                  <a:lnTo>
                    <a:pt x="10881" y="4698"/>
                  </a:lnTo>
                  <a:close/>
                </a:path>
                <a:path w="267970" h="363219">
                  <a:moveTo>
                    <a:pt x="9397" y="4698"/>
                  </a:moveTo>
                  <a:lnTo>
                    <a:pt x="1777" y="10413"/>
                  </a:lnTo>
                  <a:lnTo>
                    <a:pt x="12299" y="24688"/>
                  </a:lnTo>
                  <a:lnTo>
                    <a:pt x="11284" y="15226"/>
                  </a:lnTo>
                  <a:lnTo>
                    <a:pt x="3682" y="11937"/>
                  </a:lnTo>
                  <a:lnTo>
                    <a:pt x="10413" y="7112"/>
                  </a:lnTo>
                  <a:lnTo>
                    <a:pt x="11175" y="7112"/>
                  </a:lnTo>
                  <a:lnTo>
                    <a:pt x="9397" y="4698"/>
                  </a:lnTo>
                  <a:close/>
                </a:path>
                <a:path w="267970" h="363219">
                  <a:moveTo>
                    <a:pt x="11175" y="7112"/>
                  </a:moveTo>
                  <a:lnTo>
                    <a:pt x="10413" y="7112"/>
                  </a:lnTo>
                  <a:lnTo>
                    <a:pt x="11284" y="15226"/>
                  </a:lnTo>
                  <a:lnTo>
                    <a:pt x="19900" y="18953"/>
                  </a:lnTo>
                  <a:lnTo>
                    <a:pt x="11175" y="7112"/>
                  </a:lnTo>
                  <a:close/>
                </a:path>
                <a:path w="267970" h="363219">
                  <a:moveTo>
                    <a:pt x="10413" y="7112"/>
                  </a:moveTo>
                  <a:lnTo>
                    <a:pt x="3682" y="11937"/>
                  </a:lnTo>
                  <a:lnTo>
                    <a:pt x="11284" y="15226"/>
                  </a:lnTo>
                  <a:lnTo>
                    <a:pt x="10413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61588" y="3081502"/>
              <a:ext cx="960526" cy="96052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18001" y="3299968"/>
              <a:ext cx="480695" cy="48069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914787" y="3422789"/>
              <a:ext cx="289560" cy="236854"/>
            </a:xfrm>
            <a:custGeom>
              <a:avLst/>
              <a:gdLst/>
              <a:ahLst/>
              <a:cxnLst/>
              <a:rect l="l" t="t" r="r" b="b"/>
              <a:pathLst>
                <a:path w="289560" h="236854">
                  <a:moveTo>
                    <a:pt x="166230" y="155892"/>
                  </a:moveTo>
                  <a:lnTo>
                    <a:pt x="163614" y="153289"/>
                  </a:lnTo>
                  <a:lnTo>
                    <a:pt x="161455" y="153289"/>
                  </a:lnTo>
                  <a:lnTo>
                    <a:pt x="160159" y="154597"/>
                  </a:lnTo>
                  <a:lnTo>
                    <a:pt x="150215" y="164515"/>
                  </a:lnTo>
                  <a:lnTo>
                    <a:pt x="122364" y="164515"/>
                  </a:lnTo>
                  <a:lnTo>
                    <a:pt x="120840" y="166039"/>
                  </a:lnTo>
                  <a:lnTo>
                    <a:pt x="120840" y="169722"/>
                  </a:lnTo>
                  <a:lnTo>
                    <a:pt x="122364" y="171259"/>
                  </a:lnTo>
                  <a:lnTo>
                    <a:pt x="152501" y="171259"/>
                  </a:lnTo>
                  <a:lnTo>
                    <a:pt x="153365" y="170891"/>
                  </a:lnTo>
                  <a:lnTo>
                    <a:pt x="166230" y="158051"/>
                  </a:lnTo>
                  <a:lnTo>
                    <a:pt x="166230" y="155892"/>
                  </a:lnTo>
                  <a:close/>
                </a:path>
                <a:path w="289560" h="236854">
                  <a:moveTo>
                    <a:pt x="182956" y="167754"/>
                  </a:moveTo>
                  <a:lnTo>
                    <a:pt x="179908" y="152679"/>
                  </a:lnTo>
                  <a:lnTo>
                    <a:pt x="176212" y="147218"/>
                  </a:lnTo>
                  <a:lnTo>
                    <a:pt x="176212" y="167754"/>
                  </a:lnTo>
                  <a:lnTo>
                    <a:pt x="173685" y="180200"/>
                  </a:lnTo>
                  <a:lnTo>
                    <a:pt x="166801" y="190373"/>
                  </a:lnTo>
                  <a:lnTo>
                    <a:pt x="156603" y="197243"/>
                  </a:lnTo>
                  <a:lnTo>
                    <a:pt x="144132" y="199771"/>
                  </a:lnTo>
                  <a:lnTo>
                    <a:pt x="131673" y="197243"/>
                  </a:lnTo>
                  <a:lnTo>
                    <a:pt x="121475" y="190373"/>
                  </a:lnTo>
                  <a:lnTo>
                    <a:pt x="114592" y="180200"/>
                  </a:lnTo>
                  <a:lnTo>
                    <a:pt x="112064" y="167754"/>
                  </a:lnTo>
                  <a:lnTo>
                    <a:pt x="114592" y="155308"/>
                  </a:lnTo>
                  <a:lnTo>
                    <a:pt x="121475" y="145122"/>
                  </a:lnTo>
                  <a:lnTo>
                    <a:pt x="131673" y="138252"/>
                  </a:lnTo>
                  <a:lnTo>
                    <a:pt x="144132" y="135737"/>
                  </a:lnTo>
                  <a:lnTo>
                    <a:pt x="156603" y="138252"/>
                  </a:lnTo>
                  <a:lnTo>
                    <a:pt x="166801" y="145122"/>
                  </a:lnTo>
                  <a:lnTo>
                    <a:pt x="173685" y="155308"/>
                  </a:lnTo>
                  <a:lnTo>
                    <a:pt x="176212" y="167754"/>
                  </a:lnTo>
                  <a:lnTo>
                    <a:pt x="176212" y="147218"/>
                  </a:lnTo>
                  <a:lnTo>
                    <a:pt x="171577" y="140360"/>
                  </a:lnTo>
                  <a:lnTo>
                    <a:pt x="164706" y="135737"/>
                  </a:lnTo>
                  <a:lnTo>
                    <a:pt x="159232" y="132054"/>
                  </a:lnTo>
                  <a:lnTo>
                    <a:pt x="144132" y="129006"/>
                  </a:lnTo>
                  <a:lnTo>
                    <a:pt x="129044" y="132054"/>
                  </a:lnTo>
                  <a:lnTo>
                    <a:pt x="116700" y="140360"/>
                  </a:lnTo>
                  <a:lnTo>
                    <a:pt x="108369" y="152679"/>
                  </a:lnTo>
                  <a:lnTo>
                    <a:pt x="105321" y="167754"/>
                  </a:lnTo>
                  <a:lnTo>
                    <a:pt x="108369" y="182816"/>
                  </a:lnTo>
                  <a:lnTo>
                    <a:pt x="116700" y="195135"/>
                  </a:lnTo>
                  <a:lnTo>
                    <a:pt x="129044" y="203454"/>
                  </a:lnTo>
                  <a:lnTo>
                    <a:pt x="144132" y="206502"/>
                  </a:lnTo>
                  <a:lnTo>
                    <a:pt x="159232" y="203454"/>
                  </a:lnTo>
                  <a:lnTo>
                    <a:pt x="164706" y="199771"/>
                  </a:lnTo>
                  <a:lnTo>
                    <a:pt x="171577" y="195135"/>
                  </a:lnTo>
                  <a:lnTo>
                    <a:pt x="179908" y="182829"/>
                  </a:lnTo>
                  <a:lnTo>
                    <a:pt x="182956" y="167754"/>
                  </a:lnTo>
                  <a:close/>
                </a:path>
                <a:path w="289560" h="236854">
                  <a:moveTo>
                    <a:pt x="219316" y="41579"/>
                  </a:moveTo>
                  <a:lnTo>
                    <a:pt x="217957" y="40271"/>
                  </a:lnTo>
                  <a:lnTo>
                    <a:pt x="216662" y="38976"/>
                  </a:lnTo>
                  <a:lnTo>
                    <a:pt x="214452" y="38976"/>
                  </a:lnTo>
                  <a:lnTo>
                    <a:pt x="203250" y="50063"/>
                  </a:lnTo>
                  <a:lnTo>
                    <a:pt x="200050" y="53340"/>
                  </a:lnTo>
                  <a:lnTo>
                    <a:pt x="195453" y="55321"/>
                  </a:lnTo>
                  <a:lnTo>
                    <a:pt x="191008" y="55321"/>
                  </a:lnTo>
                  <a:lnTo>
                    <a:pt x="98158" y="54864"/>
                  </a:lnTo>
                  <a:lnTo>
                    <a:pt x="96316" y="54864"/>
                  </a:lnTo>
                  <a:lnTo>
                    <a:pt x="94792" y="56349"/>
                  </a:lnTo>
                  <a:lnTo>
                    <a:pt x="94792" y="60121"/>
                  </a:lnTo>
                  <a:lnTo>
                    <a:pt x="96278" y="61607"/>
                  </a:lnTo>
                  <a:lnTo>
                    <a:pt x="191058" y="62052"/>
                  </a:lnTo>
                  <a:lnTo>
                    <a:pt x="197345" y="62052"/>
                  </a:lnTo>
                  <a:lnTo>
                    <a:pt x="203657" y="59309"/>
                  </a:lnTo>
                  <a:lnTo>
                    <a:pt x="207581" y="55321"/>
                  </a:lnTo>
                  <a:lnTo>
                    <a:pt x="219265" y="43726"/>
                  </a:lnTo>
                  <a:lnTo>
                    <a:pt x="219316" y="41579"/>
                  </a:lnTo>
                  <a:close/>
                </a:path>
                <a:path w="289560" h="236854">
                  <a:moveTo>
                    <a:pt x="240042" y="7454"/>
                  </a:moveTo>
                  <a:lnTo>
                    <a:pt x="239280" y="6680"/>
                  </a:lnTo>
                  <a:lnTo>
                    <a:pt x="233299" y="723"/>
                  </a:lnTo>
                  <a:lnTo>
                    <a:pt x="233299" y="11087"/>
                  </a:lnTo>
                  <a:lnTo>
                    <a:pt x="233299" y="21958"/>
                  </a:lnTo>
                  <a:lnTo>
                    <a:pt x="228892" y="26352"/>
                  </a:lnTo>
                  <a:lnTo>
                    <a:pt x="61772" y="26352"/>
                  </a:lnTo>
                  <a:lnTo>
                    <a:pt x="57365" y="21958"/>
                  </a:lnTo>
                  <a:lnTo>
                    <a:pt x="57365" y="11087"/>
                  </a:lnTo>
                  <a:lnTo>
                    <a:pt x="61772" y="6680"/>
                  </a:lnTo>
                  <a:lnTo>
                    <a:pt x="228892" y="6680"/>
                  </a:lnTo>
                  <a:lnTo>
                    <a:pt x="233299" y="11087"/>
                  </a:lnTo>
                  <a:lnTo>
                    <a:pt x="233299" y="723"/>
                  </a:lnTo>
                  <a:lnTo>
                    <a:pt x="232575" y="0"/>
                  </a:lnTo>
                  <a:lnTo>
                    <a:pt x="58039" y="0"/>
                  </a:lnTo>
                  <a:lnTo>
                    <a:pt x="50609" y="7454"/>
                  </a:lnTo>
                  <a:lnTo>
                    <a:pt x="50634" y="21958"/>
                  </a:lnTo>
                  <a:lnTo>
                    <a:pt x="53225" y="26670"/>
                  </a:lnTo>
                  <a:lnTo>
                    <a:pt x="57264" y="29768"/>
                  </a:lnTo>
                  <a:lnTo>
                    <a:pt x="82550" y="56172"/>
                  </a:lnTo>
                  <a:lnTo>
                    <a:pt x="83337" y="56883"/>
                  </a:lnTo>
                  <a:lnTo>
                    <a:pt x="84086" y="57200"/>
                  </a:lnTo>
                  <a:lnTo>
                    <a:pt x="85839" y="57200"/>
                  </a:lnTo>
                  <a:lnTo>
                    <a:pt x="86652" y="56883"/>
                  </a:lnTo>
                  <a:lnTo>
                    <a:pt x="88671" y="54952"/>
                  </a:lnTo>
                  <a:lnTo>
                    <a:pt x="88709" y="52844"/>
                  </a:lnTo>
                  <a:lnTo>
                    <a:pt x="69773" y="33134"/>
                  </a:lnTo>
                  <a:lnTo>
                    <a:pt x="232625" y="33134"/>
                  </a:lnTo>
                  <a:lnTo>
                    <a:pt x="239382" y="26352"/>
                  </a:lnTo>
                  <a:lnTo>
                    <a:pt x="240042" y="25679"/>
                  </a:lnTo>
                  <a:lnTo>
                    <a:pt x="240042" y="7454"/>
                  </a:lnTo>
                  <a:close/>
                </a:path>
                <a:path w="289560" h="236854">
                  <a:moveTo>
                    <a:pt x="289077" y="125857"/>
                  </a:moveTo>
                  <a:lnTo>
                    <a:pt x="287870" y="124650"/>
                  </a:lnTo>
                  <a:lnTo>
                    <a:pt x="282333" y="119113"/>
                  </a:lnTo>
                  <a:lnTo>
                    <a:pt x="282333" y="129578"/>
                  </a:lnTo>
                  <a:lnTo>
                    <a:pt x="282333" y="202234"/>
                  </a:lnTo>
                  <a:lnTo>
                    <a:pt x="277393" y="207175"/>
                  </a:lnTo>
                  <a:lnTo>
                    <a:pt x="265239" y="207175"/>
                  </a:lnTo>
                  <a:lnTo>
                    <a:pt x="260286" y="202234"/>
                  </a:lnTo>
                  <a:lnTo>
                    <a:pt x="260286" y="191465"/>
                  </a:lnTo>
                  <a:lnTo>
                    <a:pt x="260286" y="184772"/>
                  </a:lnTo>
                  <a:lnTo>
                    <a:pt x="260286" y="151853"/>
                  </a:lnTo>
                  <a:lnTo>
                    <a:pt x="260286" y="145122"/>
                  </a:lnTo>
                  <a:lnTo>
                    <a:pt x="260286" y="129578"/>
                  </a:lnTo>
                  <a:lnTo>
                    <a:pt x="265239" y="124650"/>
                  </a:lnTo>
                  <a:lnTo>
                    <a:pt x="277393" y="124650"/>
                  </a:lnTo>
                  <a:lnTo>
                    <a:pt x="282333" y="129578"/>
                  </a:lnTo>
                  <a:lnTo>
                    <a:pt x="282333" y="119113"/>
                  </a:lnTo>
                  <a:lnTo>
                    <a:pt x="281127" y="117906"/>
                  </a:lnTo>
                  <a:lnTo>
                    <a:pt x="261467" y="117906"/>
                  </a:lnTo>
                  <a:lnTo>
                    <a:pt x="253542" y="125831"/>
                  </a:lnTo>
                  <a:lnTo>
                    <a:pt x="253542" y="151853"/>
                  </a:lnTo>
                  <a:lnTo>
                    <a:pt x="253542" y="184772"/>
                  </a:lnTo>
                  <a:lnTo>
                    <a:pt x="218236" y="184772"/>
                  </a:lnTo>
                  <a:lnTo>
                    <a:pt x="218274" y="151853"/>
                  </a:lnTo>
                  <a:lnTo>
                    <a:pt x="253542" y="151853"/>
                  </a:lnTo>
                  <a:lnTo>
                    <a:pt x="253542" y="125831"/>
                  </a:lnTo>
                  <a:lnTo>
                    <a:pt x="253504" y="145122"/>
                  </a:lnTo>
                  <a:lnTo>
                    <a:pt x="217830" y="145122"/>
                  </a:lnTo>
                  <a:lnTo>
                    <a:pt x="212115" y="126796"/>
                  </a:lnTo>
                  <a:lnTo>
                    <a:pt x="211531" y="126060"/>
                  </a:lnTo>
                  <a:lnTo>
                    <a:pt x="211531" y="151358"/>
                  </a:lnTo>
                  <a:lnTo>
                    <a:pt x="211531" y="183603"/>
                  </a:lnTo>
                  <a:lnTo>
                    <a:pt x="207886" y="201523"/>
                  </a:lnTo>
                  <a:lnTo>
                    <a:pt x="197980" y="216192"/>
                  </a:lnTo>
                  <a:lnTo>
                    <a:pt x="183286" y="226085"/>
                  </a:lnTo>
                  <a:lnTo>
                    <a:pt x="165328" y="229717"/>
                  </a:lnTo>
                  <a:lnTo>
                    <a:pt x="123799" y="229717"/>
                  </a:lnTo>
                  <a:lnTo>
                    <a:pt x="81241" y="201523"/>
                  </a:lnTo>
                  <a:lnTo>
                    <a:pt x="77609" y="183603"/>
                  </a:lnTo>
                  <a:lnTo>
                    <a:pt x="77609" y="151853"/>
                  </a:lnTo>
                  <a:lnTo>
                    <a:pt x="77609" y="151358"/>
                  </a:lnTo>
                  <a:lnTo>
                    <a:pt x="105829" y="108877"/>
                  </a:lnTo>
                  <a:lnTo>
                    <a:pt x="123799" y="105244"/>
                  </a:lnTo>
                  <a:lnTo>
                    <a:pt x="165328" y="105244"/>
                  </a:lnTo>
                  <a:lnTo>
                    <a:pt x="183286" y="108877"/>
                  </a:lnTo>
                  <a:lnTo>
                    <a:pt x="197980" y="118770"/>
                  </a:lnTo>
                  <a:lnTo>
                    <a:pt x="207886" y="133438"/>
                  </a:lnTo>
                  <a:lnTo>
                    <a:pt x="211531" y="151358"/>
                  </a:lnTo>
                  <a:lnTo>
                    <a:pt x="211531" y="126060"/>
                  </a:lnTo>
                  <a:lnTo>
                    <a:pt x="200558" y="112001"/>
                  </a:lnTo>
                  <a:lnTo>
                    <a:pt x="189585" y="105244"/>
                  </a:lnTo>
                  <a:lnTo>
                    <a:pt x="184492" y="102108"/>
                  </a:lnTo>
                  <a:lnTo>
                    <a:pt x="165277" y="98513"/>
                  </a:lnTo>
                  <a:lnTo>
                    <a:pt x="158216" y="98513"/>
                  </a:lnTo>
                  <a:lnTo>
                    <a:pt x="158216" y="98107"/>
                  </a:lnTo>
                  <a:lnTo>
                    <a:pt x="158216" y="74980"/>
                  </a:lnTo>
                  <a:lnTo>
                    <a:pt x="158216" y="69824"/>
                  </a:lnTo>
                  <a:lnTo>
                    <a:pt x="156692" y="68287"/>
                  </a:lnTo>
                  <a:lnTo>
                    <a:pt x="151511" y="68287"/>
                  </a:lnTo>
                  <a:lnTo>
                    <a:pt x="151511" y="74980"/>
                  </a:lnTo>
                  <a:lnTo>
                    <a:pt x="151511" y="98107"/>
                  </a:lnTo>
                  <a:lnTo>
                    <a:pt x="135775" y="98107"/>
                  </a:lnTo>
                  <a:lnTo>
                    <a:pt x="135775" y="74980"/>
                  </a:lnTo>
                  <a:lnTo>
                    <a:pt x="151511" y="74980"/>
                  </a:lnTo>
                  <a:lnTo>
                    <a:pt x="151511" y="68287"/>
                  </a:lnTo>
                  <a:lnTo>
                    <a:pt x="130505" y="68287"/>
                  </a:lnTo>
                  <a:lnTo>
                    <a:pt x="128981" y="69824"/>
                  </a:lnTo>
                  <a:lnTo>
                    <a:pt x="128981" y="98513"/>
                  </a:lnTo>
                  <a:lnTo>
                    <a:pt x="123761" y="98513"/>
                  </a:lnTo>
                  <a:lnTo>
                    <a:pt x="104559" y="102108"/>
                  </a:lnTo>
                  <a:lnTo>
                    <a:pt x="88493" y="112001"/>
                  </a:lnTo>
                  <a:lnTo>
                    <a:pt x="76923" y="126796"/>
                  </a:lnTo>
                  <a:lnTo>
                    <a:pt x="71221" y="145122"/>
                  </a:lnTo>
                  <a:lnTo>
                    <a:pt x="70853" y="145122"/>
                  </a:lnTo>
                  <a:lnTo>
                    <a:pt x="70853" y="184772"/>
                  </a:lnTo>
                  <a:lnTo>
                    <a:pt x="35547" y="184772"/>
                  </a:lnTo>
                  <a:lnTo>
                    <a:pt x="35547" y="151853"/>
                  </a:lnTo>
                  <a:lnTo>
                    <a:pt x="70815" y="151853"/>
                  </a:lnTo>
                  <a:lnTo>
                    <a:pt x="70853" y="184772"/>
                  </a:lnTo>
                  <a:lnTo>
                    <a:pt x="70853" y="145122"/>
                  </a:lnTo>
                  <a:lnTo>
                    <a:pt x="35547" y="145122"/>
                  </a:lnTo>
                  <a:lnTo>
                    <a:pt x="35547" y="125857"/>
                  </a:lnTo>
                  <a:lnTo>
                    <a:pt x="34328" y="124650"/>
                  </a:lnTo>
                  <a:lnTo>
                    <a:pt x="28790" y="119113"/>
                  </a:lnTo>
                  <a:lnTo>
                    <a:pt x="28790" y="129578"/>
                  </a:lnTo>
                  <a:lnTo>
                    <a:pt x="28790" y="202234"/>
                  </a:lnTo>
                  <a:lnTo>
                    <a:pt x="23850" y="207175"/>
                  </a:lnTo>
                  <a:lnTo>
                    <a:pt x="11696" y="207175"/>
                  </a:lnTo>
                  <a:lnTo>
                    <a:pt x="6756" y="202234"/>
                  </a:lnTo>
                  <a:lnTo>
                    <a:pt x="6756" y="129578"/>
                  </a:lnTo>
                  <a:lnTo>
                    <a:pt x="11696" y="124650"/>
                  </a:lnTo>
                  <a:lnTo>
                    <a:pt x="23850" y="124650"/>
                  </a:lnTo>
                  <a:lnTo>
                    <a:pt x="28790" y="129578"/>
                  </a:lnTo>
                  <a:lnTo>
                    <a:pt x="28790" y="119113"/>
                  </a:lnTo>
                  <a:lnTo>
                    <a:pt x="27584" y="117906"/>
                  </a:lnTo>
                  <a:lnTo>
                    <a:pt x="7962" y="117906"/>
                  </a:lnTo>
                  <a:lnTo>
                    <a:pt x="0" y="125857"/>
                  </a:lnTo>
                  <a:lnTo>
                    <a:pt x="0" y="205968"/>
                  </a:lnTo>
                  <a:lnTo>
                    <a:pt x="7962" y="213906"/>
                  </a:lnTo>
                  <a:lnTo>
                    <a:pt x="27584" y="213906"/>
                  </a:lnTo>
                  <a:lnTo>
                    <a:pt x="34328" y="207175"/>
                  </a:lnTo>
                  <a:lnTo>
                    <a:pt x="35547" y="205968"/>
                  </a:lnTo>
                  <a:lnTo>
                    <a:pt x="35547" y="191465"/>
                  </a:lnTo>
                  <a:lnTo>
                    <a:pt x="71488" y="191465"/>
                  </a:lnTo>
                  <a:lnTo>
                    <a:pt x="77546" y="209207"/>
                  </a:lnTo>
                  <a:lnTo>
                    <a:pt x="89128" y="223481"/>
                  </a:lnTo>
                  <a:lnTo>
                    <a:pt x="104965" y="232994"/>
                  </a:lnTo>
                  <a:lnTo>
                    <a:pt x="123799" y="236448"/>
                  </a:lnTo>
                  <a:lnTo>
                    <a:pt x="165328" y="236448"/>
                  </a:lnTo>
                  <a:lnTo>
                    <a:pt x="211582" y="209207"/>
                  </a:lnTo>
                  <a:lnTo>
                    <a:pt x="217639" y="191465"/>
                  </a:lnTo>
                  <a:lnTo>
                    <a:pt x="253542" y="191465"/>
                  </a:lnTo>
                  <a:lnTo>
                    <a:pt x="253542" y="205968"/>
                  </a:lnTo>
                  <a:lnTo>
                    <a:pt x="261505" y="213906"/>
                  </a:lnTo>
                  <a:lnTo>
                    <a:pt x="281127" y="213906"/>
                  </a:lnTo>
                  <a:lnTo>
                    <a:pt x="287870" y="207175"/>
                  </a:lnTo>
                  <a:lnTo>
                    <a:pt x="289077" y="205968"/>
                  </a:lnTo>
                  <a:lnTo>
                    <a:pt x="289077" y="125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130675" y="2884931"/>
              <a:ext cx="793750" cy="705485"/>
            </a:xfrm>
            <a:custGeom>
              <a:avLst/>
              <a:gdLst/>
              <a:ahLst/>
              <a:cxnLst/>
              <a:rect l="l" t="t" r="r" b="b"/>
              <a:pathLst>
                <a:path w="793750" h="705485">
                  <a:moveTo>
                    <a:pt x="267462" y="0"/>
                  </a:moveTo>
                  <a:lnTo>
                    <a:pt x="178943" y="38227"/>
                  </a:lnTo>
                  <a:lnTo>
                    <a:pt x="176530" y="39243"/>
                  </a:lnTo>
                  <a:lnTo>
                    <a:pt x="175514" y="42037"/>
                  </a:lnTo>
                  <a:lnTo>
                    <a:pt x="177596" y="46990"/>
                  </a:lnTo>
                  <a:lnTo>
                    <a:pt x="177850" y="46990"/>
                  </a:lnTo>
                  <a:lnTo>
                    <a:pt x="180340" y="48006"/>
                  </a:lnTo>
                  <a:lnTo>
                    <a:pt x="182753" y="46990"/>
                  </a:lnTo>
                  <a:lnTo>
                    <a:pt x="247561" y="18961"/>
                  </a:lnTo>
                  <a:lnTo>
                    <a:pt x="12166" y="338442"/>
                  </a:lnTo>
                  <a:lnTo>
                    <a:pt x="19812" y="268097"/>
                  </a:lnTo>
                  <a:lnTo>
                    <a:pt x="20066" y="265557"/>
                  </a:lnTo>
                  <a:lnTo>
                    <a:pt x="18161" y="263144"/>
                  </a:lnTo>
                  <a:lnTo>
                    <a:pt x="12954" y="262636"/>
                  </a:lnTo>
                  <a:lnTo>
                    <a:pt x="10541" y="264541"/>
                  </a:lnTo>
                  <a:lnTo>
                    <a:pt x="10287" y="267081"/>
                  </a:lnTo>
                  <a:lnTo>
                    <a:pt x="0" y="362966"/>
                  </a:lnTo>
                  <a:lnTo>
                    <a:pt x="11163" y="358140"/>
                  </a:lnTo>
                  <a:lnTo>
                    <a:pt x="88519" y="324739"/>
                  </a:lnTo>
                  <a:lnTo>
                    <a:pt x="90932" y="323723"/>
                  </a:lnTo>
                  <a:lnTo>
                    <a:pt x="92075" y="320929"/>
                  </a:lnTo>
                  <a:lnTo>
                    <a:pt x="90932" y="318516"/>
                  </a:lnTo>
                  <a:lnTo>
                    <a:pt x="89916" y="316103"/>
                  </a:lnTo>
                  <a:lnTo>
                    <a:pt x="87122" y="314960"/>
                  </a:lnTo>
                  <a:lnTo>
                    <a:pt x="84404" y="316103"/>
                  </a:lnTo>
                  <a:lnTo>
                    <a:pt x="19761" y="344081"/>
                  </a:lnTo>
                  <a:lnTo>
                    <a:pt x="255270" y="24536"/>
                  </a:lnTo>
                  <a:lnTo>
                    <a:pt x="247650" y="94742"/>
                  </a:lnTo>
                  <a:lnTo>
                    <a:pt x="247396" y="97409"/>
                  </a:lnTo>
                  <a:lnTo>
                    <a:pt x="249301" y="99695"/>
                  </a:lnTo>
                  <a:lnTo>
                    <a:pt x="251968" y="100076"/>
                  </a:lnTo>
                  <a:lnTo>
                    <a:pt x="254508" y="100330"/>
                  </a:lnTo>
                  <a:lnTo>
                    <a:pt x="256921" y="98425"/>
                  </a:lnTo>
                  <a:lnTo>
                    <a:pt x="257175" y="95758"/>
                  </a:lnTo>
                  <a:lnTo>
                    <a:pt x="266954" y="4699"/>
                  </a:lnTo>
                  <a:lnTo>
                    <a:pt x="267462" y="0"/>
                  </a:lnTo>
                  <a:close/>
                </a:path>
                <a:path w="793750" h="705485">
                  <a:moveTo>
                    <a:pt x="793623" y="655447"/>
                  </a:moveTo>
                  <a:lnTo>
                    <a:pt x="785355" y="650621"/>
                  </a:lnTo>
                  <a:lnTo>
                    <a:pt x="710311" y="606806"/>
                  </a:lnTo>
                  <a:lnTo>
                    <a:pt x="708025" y="605536"/>
                  </a:lnTo>
                  <a:lnTo>
                    <a:pt x="705104" y="606298"/>
                  </a:lnTo>
                  <a:lnTo>
                    <a:pt x="703834" y="608584"/>
                  </a:lnTo>
                  <a:lnTo>
                    <a:pt x="702437" y="610870"/>
                  </a:lnTo>
                  <a:lnTo>
                    <a:pt x="703326" y="613791"/>
                  </a:lnTo>
                  <a:lnTo>
                    <a:pt x="766432" y="650621"/>
                  </a:lnTo>
                  <a:lnTo>
                    <a:pt x="287274" y="650621"/>
                  </a:lnTo>
                  <a:lnTo>
                    <a:pt x="348234" y="615061"/>
                  </a:lnTo>
                  <a:lnTo>
                    <a:pt x="350520" y="613791"/>
                  </a:lnTo>
                  <a:lnTo>
                    <a:pt x="351282" y="610870"/>
                  </a:lnTo>
                  <a:lnTo>
                    <a:pt x="350012" y="608584"/>
                  </a:lnTo>
                  <a:lnTo>
                    <a:pt x="348615" y="606298"/>
                  </a:lnTo>
                  <a:lnTo>
                    <a:pt x="345694" y="605536"/>
                  </a:lnTo>
                  <a:lnTo>
                    <a:pt x="343408" y="606806"/>
                  </a:lnTo>
                  <a:lnTo>
                    <a:pt x="260223" y="655447"/>
                  </a:lnTo>
                  <a:lnTo>
                    <a:pt x="343408" y="703961"/>
                  </a:lnTo>
                  <a:lnTo>
                    <a:pt x="345694" y="705358"/>
                  </a:lnTo>
                  <a:lnTo>
                    <a:pt x="348615" y="704596"/>
                  </a:lnTo>
                  <a:lnTo>
                    <a:pt x="350012" y="702310"/>
                  </a:lnTo>
                  <a:lnTo>
                    <a:pt x="351282" y="700024"/>
                  </a:lnTo>
                  <a:lnTo>
                    <a:pt x="350520" y="697103"/>
                  </a:lnTo>
                  <a:lnTo>
                    <a:pt x="348234" y="695706"/>
                  </a:lnTo>
                  <a:lnTo>
                    <a:pt x="287274" y="660146"/>
                  </a:lnTo>
                  <a:lnTo>
                    <a:pt x="766445" y="660146"/>
                  </a:lnTo>
                  <a:lnTo>
                    <a:pt x="705485" y="695706"/>
                  </a:lnTo>
                  <a:lnTo>
                    <a:pt x="703326" y="697103"/>
                  </a:lnTo>
                  <a:lnTo>
                    <a:pt x="702437" y="700024"/>
                  </a:lnTo>
                  <a:lnTo>
                    <a:pt x="703834" y="702310"/>
                  </a:lnTo>
                  <a:lnTo>
                    <a:pt x="705104" y="704596"/>
                  </a:lnTo>
                  <a:lnTo>
                    <a:pt x="708025" y="705358"/>
                  </a:lnTo>
                  <a:lnTo>
                    <a:pt x="710311" y="703961"/>
                  </a:lnTo>
                  <a:lnTo>
                    <a:pt x="785545" y="660146"/>
                  </a:lnTo>
                  <a:lnTo>
                    <a:pt x="793623" y="655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93541" y="2065781"/>
              <a:ext cx="1928495" cy="2009139"/>
            </a:xfrm>
            <a:custGeom>
              <a:avLst/>
              <a:gdLst/>
              <a:ahLst/>
              <a:cxnLst/>
              <a:rect l="l" t="t" r="r" b="b"/>
              <a:pathLst>
                <a:path w="1928495" h="2009139">
                  <a:moveTo>
                    <a:pt x="0" y="0"/>
                  </a:moveTo>
                  <a:lnTo>
                    <a:pt x="1606677" y="0"/>
                  </a:lnTo>
                  <a:lnTo>
                    <a:pt x="1927987" y="321309"/>
                  </a:lnTo>
                  <a:lnTo>
                    <a:pt x="1927987" y="2008758"/>
                  </a:lnTo>
                  <a:lnTo>
                    <a:pt x="321437" y="2008758"/>
                  </a:lnTo>
                  <a:lnTo>
                    <a:pt x="0" y="16874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670927" y="3698621"/>
              <a:ext cx="99695" cy="299720"/>
            </a:xfrm>
            <a:custGeom>
              <a:avLst/>
              <a:gdLst/>
              <a:ahLst/>
              <a:cxnLst/>
              <a:rect l="l" t="t" r="r" b="b"/>
              <a:pathLst>
                <a:path w="99695" h="299720">
                  <a:moveTo>
                    <a:pt x="5333" y="208025"/>
                  </a:moveTo>
                  <a:lnTo>
                    <a:pt x="3048" y="209422"/>
                  </a:lnTo>
                  <a:lnTo>
                    <a:pt x="762" y="210692"/>
                  </a:lnTo>
                  <a:lnTo>
                    <a:pt x="0" y="213613"/>
                  </a:lnTo>
                  <a:lnTo>
                    <a:pt x="1270" y="215899"/>
                  </a:lnTo>
                  <a:lnTo>
                    <a:pt x="49911" y="299211"/>
                  </a:lnTo>
                  <a:lnTo>
                    <a:pt x="55457" y="289686"/>
                  </a:lnTo>
                  <a:lnTo>
                    <a:pt x="45084" y="289686"/>
                  </a:lnTo>
                  <a:lnTo>
                    <a:pt x="45084" y="272037"/>
                  </a:lnTo>
                  <a:lnTo>
                    <a:pt x="8254" y="208914"/>
                  </a:lnTo>
                  <a:lnTo>
                    <a:pt x="5333" y="208025"/>
                  </a:lnTo>
                  <a:close/>
                </a:path>
                <a:path w="99695" h="299720">
                  <a:moveTo>
                    <a:pt x="45084" y="272037"/>
                  </a:moveTo>
                  <a:lnTo>
                    <a:pt x="45084" y="289686"/>
                  </a:lnTo>
                  <a:lnTo>
                    <a:pt x="54609" y="289686"/>
                  </a:lnTo>
                  <a:lnTo>
                    <a:pt x="54609" y="287273"/>
                  </a:lnTo>
                  <a:lnTo>
                    <a:pt x="45720" y="287273"/>
                  </a:lnTo>
                  <a:lnTo>
                    <a:pt x="49847" y="280199"/>
                  </a:lnTo>
                  <a:lnTo>
                    <a:pt x="45084" y="272037"/>
                  </a:lnTo>
                  <a:close/>
                </a:path>
                <a:path w="99695" h="299720">
                  <a:moveTo>
                    <a:pt x="94488" y="208025"/>
                  </a:moveTo>
                  <a:lnTo>
                    <a:pt x="91567" y="208914"/>
                  </a:lnTo>
                  <a:lnTo>
                    <a:pt x="90170" y="211073"/>
                  </a:lnTo>
                  <a:lnTo>
                    <a:pt x="54609" y="272037"/>
                  </a:lnTo>
                  <a:lnTo>
                    <a:pt x="54609" y="289686"/>
                  </a:lnTo>
                  <a:lnTo>
                    <a:pt x="55457" y="289686"/>
                  </a:lnTo>
                  <a:lnTo>
                    <a:pt x="98425" y="215899"/>
                  </a:lnTo>
                  <a:lnTo>
                    <a:pt x="99695" y="213613"/>
                  </a:lnTo>
                  <a:lnTo>
                    <a:pt x="99032" y="211073"/>
                  </a:lnTo>
                  <a:lnTo>
                    <a:pt x="98932" y="210692"/>
                  </a:lnTo>
                  <a:lnTo>
                    <a:pt x="96774" y="209422"/>
                  </a:lnTo>
                  <a:lnTo>
                    <a:pt x="94488" y="208025"/>
                  </a:lnTo>
                  <a:close/>
                </a:path>
                <a:path w="99695" h="299720">
                  <a:moveTo>
                    <a:pt x="49847" y="280199"/>
                  </a:moveTo>
                  <a:lnTo>
                    <a:pt x="45720" y="287273"/>
                  </a:lnTo>
                  <a:lnTo>
                    <a:pt x="53975" y="287273"/>
                  </a:lnTo>
                  <a:lnTo>
                    <a:pt x="49847" y="280199"/>
                  </a:lnTo>
                  <a:close/>
                </a:path>
                <a:path w="99695" h="299720">
                  <a:moveTo>
                    <a:pt x="54609" y="272037"/>
                  </a:moveTo>
                  <a:lnTo>
                    <a:pt x="49847" y="280199"/>
                  </a:lnTo>
                  <a:lnTo>
                    <a:pt x="53975" y="287273"/>
                  </a:lnTo>
                  <a:lnTo>
                    <a:pt x="54609" y="287273"/>
                  </a:lnTo>
                  <a:lnTo>
                    <a:pt x="54609" y="272037"/>
                  </a:lnTo>
                  <a:close/>
                </a:path>
                <a:path w="99695" h="299720">
                  <a:moveTo>
                    <a:pt x="54609" y="0"/>
                  </a:moveTo>
                  <a:lnTo>
                    <a:pt x="45084" y="0"/>
                  </a:lnTo>
                  <a:lnTo>
                    <a:pt x="45084" y="272037"/>
                  </a:lnTo>
                  <a:lnTo>
                    <a:pt x="49847" y="280199"/>
                  </a:lnTo>
                  <a:lnTo>
                    <a:pt x="54607" y="272037"/>
                  </a:lnTo>
                  <a:lnTo>
                    <a:pt x="54609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5320410" y="5143246"/>
            <a:ext cx="60471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165" dirty="0">
                <a:latin typeface="Arial"/>
                <a:cs typeface="Arial"/>
              </a:rPr>
              <a:t>La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70" dirty="0">
                <a:latin typeface="Arial"/>
                <a:cs typeface="Arial"/>
              </a:rPr>
              <a:t>contextualización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de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datos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60" dirty="0">
                <a:latin typeface="Arial"/>
                <a:cs typeface="Arial"/>
              </a:rPr>
              <a:t>simplifica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la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40" dirty="0">
                <a:latin typeface="Arial"/>
                <a:cs typeface="Arial"/>
              </a:rPr>
              <a:t>naturaleza </a:t>
            </a:r>
            <a:r>
              <a:rPr sz="2000" b="1" spc="-90" dirty="0">
                <a:latin typeface="Arial"/>
                <a:cs typeface="Arial"/>
              </a:rPr>
              <a:t>compleja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de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los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datos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75" dirty="0">
                <a:latin typeface="Arial"/>
                <a:cs typeface="Arial"/>
              </a:rPr>
              <a:t>industriales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65" dirty="0">
                <a:latin typeface="Arial"/>
                <a:cs typeface="Arial"/>
              </a:rPr>
              <a:t>mediante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120" dirty="0">
                <a:latin typeface="Arial"/>
                <a:cs typeface="Arial"/>
              </a:rPr>
              <a:t>el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uso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de </a:t>
            </a:r>
            <a:r>
              <a:rPr sz="2000" b="1" spc="-75" dirty="0">
                <a:latin typeface="Arial"/>
                <a:cs typeface="Arial"/>
              </a:rPr>
              <a:t>relaciones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lógicas.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81" name="object 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46860"/>
              <a:ext cx="12038838" cy="21160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694688"/>
              <a:ext cx="11810365" cy="1838960"/>
            </a:xfrm>
            <a:custGeom>
              <a:avLst/>
              <a:gdLst/>
              <a:ahLst/>
              <a:cxnLst/>
              <a:rect l="l" t="t" r="r" b="b"/>
              <a:pathLst>
                <a:path w="11810365" h="1838960">
                  <a:moveTo>
                    <a:pt x="11810238" y="0"/>
                  </a:moveTo>
                  <a:lnTo>
                    <a:pt x="0" y="0"/>
                  </a:lnTo>
                  <a:lnTo>
                    <a:pt x="0" y="1838705"/>
                  </a:lnTo>
                  <a:lnTo>
                    <a:pt x="11810238" y="1838705"/>
                  </a:lnTo>
                  <a:lnTo>
                    <a:pt x="11810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4461" y="418122"/>
              <a:ext cx="6489699" cy="56153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34811" y="3533394"/>
              <a:ext cx="5953760" cy="505459"/>
            </a:xfrm>
            <a:custGeom>
              <a:avLst/>
              <a:gdLst/>
              <a:ahLst/>
              <a:cxnLst/>
              <a:rect l="l" t="t" r="r" b="b"/>
              <a:pathLst>
                <a:path w="5953759" h="505460">
                  <a:moveTo>
                    <a:pt x="0" y="505205"/>
                  </a:moveTo>
                  <a:lnTo>
                    <a:pt x="5953251" y="505205"/>
                  </a:lnTo>
                  <a:lnTo>
                    <a:pt x="5953251" y="0"/>
                  </a:lnTo>
                  <a:lnTo>
                    <a:pt x="0" y="0"/>
                  </a:lnTo>
                  <a:lnTo>
                    <a:pt x="0" y="5052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6082" y="657479"/>
              <a:ext cx="5964300" cy="28759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749" y="1374139"/>
              <a:ext cx="4397133" cy="68757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17956" y="1583817"/>
            <a:ext cx="3622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código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contextualizar 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749" y="3179572"/>
            <a:ext cx="4397133" cy="6875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17956" y="3389503"/>
            <a:ext cx="3050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Repasar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reglas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automatizadas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65505" y="339090"/>
            <a:ext cx="3321050" cy="91566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3410"/>
              </a:lnSpc>
              <a:spcBef>
                <a:spcPts val="370"/>
              </a:spcBef>
            </a:pPr>
            <a:r>
              <a:rPr sz="3000" spc="-105" dirty="0">
                <a:solidFill>
                  <a:srgbClr val="000000"/>
                </a:solidFill>
              </a:rPr>
              <a:t>Emparejamiento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de </a:t>
            </a:r>
            <a:r>
              <a:rPr sz="3000" spc="-10" dirty="0">
                <a:solidFill>
                  <a:srgbClr val="000000"/>
                </a:solidFill>
              </a:rPr>
              <a:t>entidades</a:t>
            </a:r>
            <a:endParaRPr sz="3000"/>
          </a:p>
        </p:txBody>
      </p:sp>
      <p:grpSp>
        <p:nvGrpSpPr>
          <p:cNvPr id="13" name="object 13"/>
          <p:cNvGrpSpPr/>
          <p:nvPr/>
        </p:nvGrpSpPr>
        <p:grpSpPr>
          <a:xfrm>
            <a:off x="3439667" y="3302000"/>
            <a:ext cx="5431790" cy="3102610"/>
            <a:chOff x="3439667" y="3302000"/>
            <a:chExt cx="5431790" cy="31026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0330" y="3302000"/>
              <a:ext cx="4190746" cy="31025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39667" y="4151375"/>
              <a:ext cx="332993" cy="37414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60654" y="2166366"/>
            <a:ext cx="412432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"/>
                <a:cs typeface="Arial"/>
              </a:rPr>
              <a:t>Elija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conjuntos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seleccione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un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algoritmo </a:t>
            </a:r>
            <a:r>
              <a:rPr sz="1400" b="1" spc="-55" dirty="0">
                <a:latin typeface="Arial"/>
                <a:cs typeface="Arial"/>
              </a:rPr>
              <a:t>generado</a:t>
            </a:r>
            <a:r>
              <a:rPr sz="1400" b="1" spc="-110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por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55" dirty="0">
                <a:latin typeface="Arial"/>
                <a:cs typeface="Arial"/>
              </a:rPr>
              <a:t>AI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determinar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relaciones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 </a:t>
            </a:r>
            <a:r>
              <a:rPr sz="1400" dirty="0">
                <a:latin typeface="Arial"/>
                <a:cs typeface="Arial"/>
              </a:rPr>
              <a:t>función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del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nombre,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descripción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u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otros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metadatos.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654" y="3980434"/>
            <a:ext cx="423672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355">
              <a:lnSpc>
                <a:spcPct val="100000"/>
              </a:lnSpc>
              <a:spcBef>
                <a:spcPts val="100"/>
              </a:spcBef>
              <a:tabLst>
                <a:tab pos="3235960" algn="l"/>
              </a:tabLst>
            </a:pPr>
            <a:r>
              <a:rPr sz="1400" spc="-50" dirty="0">
                <a:latin typeface="Arial"/>
                <a:cs typeface="Arial"/>
              </a:rPr>
              <a:t>No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necesario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crear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contexto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manualmente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 </a:t>
            </a:r>
            <a:r>
              <a:rPr sz="1400" spc="-10" dirty="0">
                <a:latin typeface="Arial"/>
                <a:cs typeface="Arial"/>
              </a:rPr>
              <a:t>archivos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5" dirty="0">
                <a:latin typeface="Arial"/>
                <a:cs typeface="Arial"/>
              </a:rPr>
              <a:t>CSV.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b="1" spc="-75" dirty="0">
                <a:latin typeface="Arial"/>
                <a:cs typeface="Arial"/>
              </a:rPr>
              <a:t>FactoryTalk®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DataMosaix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recomienda </a:t>
            </a:r>
            <a:r>
              <a:rPr sz="1400" b="1" spc="-35" dirty="0">
                <a:latin typeface="Arial"/>
                <a:cs typeface="Arial"/>
              </a:rPr>
              <a:t>automáticamente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relaciones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entre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70" dirty="0">
                <a:latin typeface="Arial"/>
                <a:cs typeface="Arial"/>
              </a:rPr>
              <a:t>los </a:t>
            </a:r>
            <a:r>
              <a:rPr sz="1400" b="1" spc="-10" dirty="0">
                <a:latin typeface="Arial"/>
                <a:cs typeface="Arial"/>
              </a:rPr>
              <a:t>datos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Arial"/>
              <a:cs typeface="Arial"/>
            </a:endParaRPr>
          </a:p>
          <a:p>
            <a:pPr marL="12700" marR="139065">
              <a:lnSpc>
                <a:spcPct val="100000"/>
              </a:lnSpc>
            </a:pPr>
            <a:r>
              <a:rPr sz="1400" i="1" spc="-35" dirty="0">
                <a:latin typeface="Arial"/>
                <a:cs typeface="Arial"/>
              </a:rPr>
              <a:t>Ejemplo:</a:t>
            </a:r>
            <a:r>
              <a:rPr sz="1400" i="1" spc="-95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una</a:t>
            </a:r>
            <a:r>
              <a:rPr sz="1400" i="1" spc="-75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descripción</a:t>
            </a:r>
            <a:r>
              <a:rPr sz="1400" i="1" spc="-10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de</a:t>
            </a:r>
            <a:r>
              <a:rPr sz="1400" i="1" spc="-80" dirty="0">
                <a:latin typeface="Arial"/>
                <a:cs typeface="Arial"/>
              </a:rPr>
              <a:t> </a:t>
            </a:r>
            <a:r>
              <a:rPr sz="1400" i="1" spc="-35" dirty="0">
                <a:latin typeface="Arial"/>
                <a:cs typeface="Arial"/>
              </a:rPr>
              <a:t>evento</a:t>
            </a:r>
            <a:r>
              <a:rPr sz="1400" i="1" spc="-6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de</a:t>
            </a:r>
            <a:r>
              <a:rPr sz="1400" i="1" spc="-8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mantenimiento </a:t>
            </a:r>
            <a:r>
              <a:rPr sz="1400" i="1" spc="-60" dirty="0">
                <a:latin typeface="Arial"/>
                <a:cs typeface="Arial"/>
              </a:rPr>
              <a:t>se</a:t>
            </a:r>
            <a:r>
              <a:rPr sz="1400" i="1" spc="-100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correlaciona</a:t>
            </a:r>
            <a:r>
              <a:rPr sz="1400" i="1" spc="-85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con</a:t>
            </a:r>
            <a:r>
              <a:rPr sz="1400" i="1" spc="-85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un</a:t>
            </a:r>
            <a:r>
              <a:rPr sz="1400" i="1" spc="-8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tipo</a:t>
            </a:r>
            <a:r>
              <a:rPr sz="1400" i="1" spc="-7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de</a:t>
            </a:r>
            <a:r>
              <a:rPr sz="1400" i="1" spc="-8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activo</a:t>
            </a:r>
            <a:r>
              <a:rPr sz="1400" i="1" spc="-9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específico.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spc="-85" dirty="0">
                <a:latin typeface="Arial"/>
                <a:cs typeface="Arial"/>
              </a:rPr>
              <a:t>Se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mantendrá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el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flujo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resultante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manera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automática </a:t>
            </a:r>
            <a:r>
              <a:rPr sz="1400" spc="-30" dirty="0">
                <a:latin typeface="Arial"/>
                <a:cs typeface="Arial"/>
              </a:rPr>
              <a:t>cuando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se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modifiquen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la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fuente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cuando </a:t>
            </a:r>
            <a:r>
              <a:rPr sz="1400" spc="-35" dirty="0">
                <a:latin typeface="Arial"/>
                <a:cs typeface="Arial"/>
              </a:rPr>
              <a:t>se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añadan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nuevos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12177" y="1539430"/>
            <a:ext cx="4239895" cy="4600575"/>
            <a:chOff x="4212177" y="1539430"/>
            <a:chExt cx="4239895" cy="4600575"/>
          </a:xfrm>
        </p:grpSpPr>
        <p:sp>
          <p:nvSpPr>
            <p:cNvPr id="19" name="object 19"/>
            <p:cNvSpPr/>
            <p:nvPr/>
          </p:nvSpPr>
          <p:spPr>
            <a:xfrm>
              <a:off x="5086604" y="3582542"/>
              <a:ext cx="3364865" cy="2557780"/>
            </a:xfrm>
            <a:custGeom>
              <a:avLst/>
              <a:gdLst/>
              <a:ahLst/>
              <a:cxnLst/>
              <a:rect l="l" t="t" r="r" b="b"/>
              <a:pathLst>
                <a:path w="3364865" h="2557779">
                  <a:moveTo>
                    <a:pt x="3297047" y="0"/>
                  </a:moveTo>
                  <a:lnTo>
                    <a:pt x="67818" y="0"/>
                  </a:lnTo>
                  <a:lnTo>
                    <a:pt x="41415" y="5328"/>
                  </a:lnTo>
                  <a:lnTo>
                    <a:pt x="19859" y="19859"/>
                  </a:lnTo>
                  <a:lnTo>
                    <a:pt x="5328" y="41415"/>
                  </a:lnTo>
                  <a:lnTo>
                    <a:pt x="0" y="67818"/>
                  </a:lnTo>
                  <a:lnTo>
                    <a:pt x="0" y="2489555"/>
                  </a:lnTo>
                  <a:lnTo>
                    <a:pt x="5328" y="2515952"/>
                  </a:lnTo>
                  <a:lnTo>
                    <a:pt x="19859" y="2537509"/>
                  </a:lnTo>
                  <a:lnTo>
                    <a:pt x="41415" y="2552043"/>
                  </a:lnTo>
                  <a:lnTo>
                    <a:pt x="67818" y="2557373"/>
                  </a:lnTo>
                  <a:lnTo>
                    <a:pt x="3297047" y="2557373"/>
                  </a:lnTo>
                  <a:lnTo>
                    <a:pt x="3323395" y="2552043"/>
                  </a:lnTo>
                  <a:lnTo>
                    <a:pt x="3344957" y="2537509"/>
                  </a:lnTo>
                  <a:lnTo>
                    <a:pt x="3359519" y="2515952"/>
                  </a:lnTo>
                  <a:lnTo>
                    <a:pt x="3364865" y="2489555"/>
                  </a:lnTo>
                  <a:lnTo>
                    <a:pt x="3364865" y="67818"/>
                  </a:lnTo>
                  <a:lnTo>
                    <a:pt x="3359519" y="41415"/>
                  </a:lnTo>
                  <a:lnTo>
                    <a:pt x="3344957" y="19859"/>
                  </a:lnTo>
                  <a:lnTo>
                    <a:pt x="3323395" y="5328"/>
                  </a:lnTo>
                  <a:lnTo>
                    <a:pt x="3297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6604" y="3656838"/>
              <a:ext cx="3364738" cy="16123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64533" y="1541017"/>
              <a:ext cx="255904" cy="346075"/>
            </a:xfrm>
            <a:custGeom>
              <a:avLst/>
              <a:gdLst/>
              <a:ahLst/>
              <a:cxnLst/>
              <a:rect l="l" t="t" r="r" b="b"/>
              <a:pathLst>
                <a:path w="255904" h="346075">
                  <a:moveTo>
                    <a:pt x="0" y="45212"/>
                  </a:moveTo>
                  <a:lnTo>
                    <a:pt x="10052" y="27592"/>
                  </a:lnTo>
                  <a:lnTo>
                    <a:pt x="37464" y="13223"/>
                  </a:lnTo>
                  <a:lnTo>
                    <a:pt x="78116" y="3546"/>
                  </a:lnTo>
                  <a:lnTo>
                    <a:pt x="127888" y="0"/>
                  </a:lnTo>
                  <a:lnTo>
                    <a:pt x="177587" y="3546"/>
                  </a:lnTo>
                  <a:lnTo>
                    <a:pt x="218201" y="13223"/>
                  </a:lnTo>
                  <a:lnTo>
                    <a:pt x="245600" y="27592"/>
                  </a:lnTo>
                  <a:lnTo>
                    <a:pt x="255650" y="45212"/>
                  </a:lnTo>
                  <a:lnTo>
                    <a:pt x="245600" y="62831"/>
                  </a:lnTo>
                  <a:lnTo>
                    <a:pt x="218201" y="77200"/>
                  </a:lnTo>
                  <a:lnTo>
                    <a:pt x="177587" y="86877"/>
                  </a:lnTo>
                  <a:lnTo>
                    <a:pt x="127888" y="90424"/>
                  </a:lnTo>
                  <a:lnTo>
                    <a:pt x="78116" y="86877"/>
                  </a:lnTo>
                  <a:lnTo>
                    <a:pt x="37464" y="77200"/>
                  </a:lnTo>
                  <a:lnTo>
                    <a:pt x="10052" y="62831"/>
                  </a:lnTo>
                  <a:lnTo>
                    <a:pt x="0" y="45212"/>
                  </a:lnTo>
                  <a:close/>
                </a:path>
                <a:path w="255904" h="346075">
                  <a:moveTo>
                    <a:pt x="255650" y="104775"/>
                  </a:moveTo>
                  <a:lnTo>
                    <a:pt x="245725" y="123263"/>
                  </a:lnTo>
                  <a:lnTo>
                    <a:pt x="218535" y="137810"/>
                  </a:lnTo>
                  <a:lnTo>
                    <a:pt x="177962" y="147333"/>
                  </a:lnTo>
                  <a:lnTo>
                    <a:pt x="127888" y="150749"/>
                  </a:lnTo>
                  <a:lnTo>
                    <a:pt x="77741" y="147333"/>
                  </a:lnTo>
                  <a:lnTo>
                    <a:pt x="37131" y="137810"/>
                  </a:lnTo>
                  <a:lnTo>
                    <a:pt x="9927" y="123263"/>
                  </a:lnTo>
                  <a:lnTo>
                    <a:pt x="0" y="104775"/>
                  </a:lnTo>
                </a:path>
                <a:path w="255904" h="346075">
                  <a:moveTo>
                    <a:pt x="255650" y="165100"/>
                  </a:moveTo>
                  <a:lnTo>
                    <a:pt x="245725" y="183588"/>
                  </a:lnTo>
                  <a:lnTo>
                    <a:pt x="218535" y="198135"/>
                  </a:lnTo>
                  <a:lnTo>
                    <a:pt x="177962" y="207658"/>
                  </a:lnTo>
                  <a:lnTo>
                    <a:pt x="127888" y="211074"/>
                  </a:lnTo>
                  <a:lnTo>
                    <a:pt x="77741" y="207658"/>
                  </a:lnTo>
                  <a:lnTo>
                    <a:pt x="37131" y="198135"/>
                  </a:lnTo>
                  <a:lnTo>
                    <a:pt x="9927" y="183588"/>
                  </a:lnTo>
                  <a:lnTo>
                    <a:pt x="0" y="165100"/>
                  </a:lnTo>
                </a:path>
                <a:path w="255904" h="346075">
                  <a:moveTo>
                    <a:pt x="255650" y="44450"/>
                  </a:moveTo>
                  <a:lnTo>
                    <a:pt x="255650" y="148709"/>
                  </a:lnTo>
                  <a:lnTo>
                    <a:pt x="255650" y="202247"/>
                  </a:lnTo>
                  <a:lnTo>
                    <a:pt x="255650" y="221972"/>
                  </a:lnTo>
                  <a:lnTo>
                    <a:pt x="255650" y="224790"/>
                  </a:lnTo>
                  <a:lnTo>
                    <a:pt x="245725" y="242925"/>
                  </a:lnTo>
                  <a:lnTo>
                    <a:pt x="218535" y="257190"/>
                  </a:lnTo>
                  <a:lnTo>
                    <a:pt x="177962" y="266527"/>
                  </a:lnTo>
                  <a:lnTo>
                    <a:pt x="127888" y="269875"/>
                  </a:lnTo>
                  <a:lnTo>
                    <a:pt x="77741" y="266527"/>
                  </a:lnTo>
                  <a:lnTo>
                    <a:pt x="37131" y="257190"/>
                  </a:lnTo>
                  <a:lnTo>
                    <a:pt x="9927" y="242925"/>
                  </a:lnTo>
                  <a:lnTo>
                    <a:pt x="0" y="224790"/>
                  </a:lnTo>
                  <a:lnTo>
                    <a:pt x="0" y="120530"/>
                  </a:lnTo>
                  <a:lnTo>
                    <a:pt x="0" y="66992"/>
                  </a:lnTo>
                  <a:lnTo>
                    <a:pt x="0" y="47267"/>
                  </a:lnTo>
                  <a:lnTo>
                    <a:pt x="0" y="44450"/>
                  </a:lnTo>
                </a:path>
                <a:path w="255904" h="346075">
                  <a:moveTo>
                    <a:pt x="30225" y="346075"/>
                  </a:moveTo>
                  <a:lnTo>
                    <a:pt x="225425" y="346075"/>
                  </a:lnTo>
                </a:path>
                <a:path w="255904" h="346075">
                  <a:moveTo>
                    <a:pt x="128650" y="269875"/>
                  </a:moveTo>
                  <a:lnTo>
                    <a:pt x="128650" y="34607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26433" y="1879091"/>
              <a:ext cx="332105" cy="15875"/>
            </a:xfrm>
            <a:custGeom>
              <a:avLst/>
              <a:gdLst/>
              <a:ahLst/>
              <a:cxnLst/>
              <a:rect l="l" t="t" r="r" b="b"/>
              <a:pathLst>
                <a:path w="332104" h="15875">
                  <a:moveTo>
                    <a:pt x="0" y="8000"/>
                  </a:moveTo>
                  <a:lnTo>
                    <a:pt x="0" y="3556"/>
                  </a:lnTo>
                  <a:lnTo>
                    <a:pt x="3555" y="0"/>
                  </a:lnTo>
                  <a:lnTo>
                    <a:pt x="8000" y="0"/>
                  </a:lnTo>
                  <a:lnTo>
                    <a:pt x="12318" y="0"/>
                  </a:lnTo>
                  <a:lnTo>
                    <a:pt x="15875" y="3556"/>
                  </a:lnTo>
                  <a:lnTo>
                    <a:pt x="15875" y="8000"/>
                  </a:lnTo>
                  <a:lnTo>
                    <a:pt x="15875" y="12319"/>
                  </a:lnTo>
                  <a:lnTo>
                    <a:pt x="12318" y="15875"/>
                  </a:lnTo>
                  <a:lnTo>
                    <a:pt x="8000" y="15875"/>
                  </a:lnTo>
                  <a:lnTo>
                    <a:pt x="3555" y="15875"/>
                  </a:lnTo>
                  <a:lnTo>
                    <a:pt x="0" y="12319"/>
                  </a:lnTo>
                  <a:lnTo>
                    <a:pt x="0" y="8000"/>
                  </a:lnTo>
                  <a:close/>
                </a:path>
                <a:path w="332104" h="15875">
                  <a:moveTo>
                    <a:pt x="30225" y="8000"/>
                  </a:moveTo>
                  <a:lnTo>
                    <a:pt x="30225" y="3556"/>
                  </a:lnTo>
                  <a:lnTo>
                    <a:pt x="33781" y="0"/>
                  </a:lnTo>
                  <a:lnTo>
                    <a:pt x="38100" y="0"/>
                  </a:lnTo>
                  <a:lnTo>
                    <a:pt x="42544" y="0"/>
                  </a:lnTo>
                  <a:lnTo>
                    <a:pt x="46100" y="3556"/>
                  </a:lnTo>
                  <a:lnTo>
                    <a:pt x="46100" y="8000"/>
                  </a:lnTo>
                  <a:lnTo>
                    <a:pt x="46100" y="12319"/>
                  </a:lnTo>
                  <a:lnTo>
                    <a:pt x="42544" y="15875"/>
                  </a:lnTo>
                  <a:lnTo>
                    <a:pt x="38100" y="15875"/>
                  </a:lnTo>
                  <a:lnTo>
                    <a:pt x="33781" y="15875"/>
                  </a:lnTo>
                  <a:lnTo>
                    <a:pt x="30225" y="12319"/>
                  </a:lnTo>
                  <a:lnTo>
                    <a:pt x="30225" y="8000"/>
                  </a:lnTo>
                  <a:close/>
                </a:path>
                <a:path w="332104" h="15875">
                  <a:moveTo>
                    <a:pt x="285750" y="8000"/>
                  </a:moveTo>
                  <a:lnTo>
                    <a:pt x="285750" y="3556"/>
                  </a:lnTo>
                  <a:lnTo>
                    <a:pt x="289305" y="0"/>
                  </a:lnTo>
                  <a:lnTo>
                    <a:pt x="293750" y="0"/>
                  </a:lnTo>
                  <a:lnTo>
                    <a:pt x="298068" y="0"/>
                  </a:lnTo>
                  <a:lnTo>
                    <a:pt x="301625" y="3556"/>
                  </a:lnTo>
                  <a:lnTo>
                    <a:pt x="301625" y="8000"/>
                  </a:lnTo>
                  <a:lnTo>
                    <a:pt x="301625" y="12319"/>
                  </a:lnTo>
                  <a:lnTo>
                    <a:pt x="298068" y="15875"/>
                  </a:lnTo>
                  <a:lnTo>
                    <a:pt x="293750" y="15875"/>
                  </a:lnTo>
                  <a:lnTo>
                    <a:pt x="289305" y="15875"/>
                  </a:lnTo>
                  <a:lnTo>
                    <a:pt x="285750" y="12319"/>
                  </a:lnTo>
                  <a:lnTo>
                    <a:pt x="285750" y="8000"/>
                  </a:lnTo>
                  <a:close/>
                </a:path>
                <a:path w="332104" h="15875">
                  <a:moveTo>
                    <a:pt x="315975" y="8000"/>
                  </a:moveTo>
                  <a:lnTo>
                    <a:pt x="315975" y="3556"/>
                  </a:lnTo>
                  <a:lnTo>
                    <a:pt x="319531" y="0"/>
                  </a:lnTo>
                  <a:lnTo>
                    <a:pt x="323850" y="0"/>
                  </a:lnTo>
                  <a:lnTo>
                    <a:pt x="328294" y="0"/>
                  </a:lnTo>
                  <a:lnTo>
                    <a:pt x="331850" y="3556"/>
                  </a:lnTo>
                  <a:lnTo>
                    <a:pt x="331850" y="8000"/>
                  </a:lnTo>
                  <a:lnTo>
                    <a:pt x="331850" y="12319"/>
                  </a:lnTo>
                  <a:lnTo>
                    <a:pt x="328294" y="15875"/>
                  </a:lnTo>
                  <a:lnTo>
                    <a:pt x="323850" y="15875"/>
                  </a:lnTo>
                  <a:lnTo>
                    <a:pt x="319531" y="15875"/>
                  </a:lnTo>
                  <a:lnTo>
                    <a:pt x="315975" y="12319"/>
                  </a:lnTo>
                  <a:lnTo>
                    <a:pt x="315975" y="80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12177" y="3358705"/>
              <a:ext cx="360362" cy="332073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505" y="474675"/>
            <a:ext cx="70592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solidFill>
                  <a:srgbClr val="000000"/>
                </a:solidFill>
              </a:rPr>
              <a:t>Cree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125" dirty="0">
                <a:solidFill>
                  <a:srgbClr val="000000"/>
                </a:solidFill>
              </a:rPr>
              <a:t>diagramas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114" dirty="0">
                <a:solidFill>
                  <a:srgbClr val="000000"/>
                </a:solidFill>
              </a:rPr>
              <a:t>ingeniería</a:t>
            </a:r>
            <a:r>
              <a:rPr sz="3000" spc="-225" dirty="0">
                <a:solidFill>
                  <a:srgbClr val="000000"/>
                </a:solidFill>
              </a:rPr>
              <a:t> </a:t>
            </a:r>
            <a:r>
              <a:rPr sz="3000" spc="-35" dirty="0">
                <a:solidFill>
                  <a:srgbClr val="000000"/>
                </a:solidFill>
              </a:rPr>
              <a:t>interactivos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381000" y="1865375"/>
            <a:ext cx="11482070" cy="3672204"/>
            <a:chOff x="381000" y="1865375"/>
            <a:chExt cx="11482070" cy="36722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1432" y="1865375"/>
              <a:ext cx="5816980" cy="35005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47740" y="2088387"/>
              <a:ext cx="5448935" cy="3054985"/>
            </a:xfrm>
            <a:custGeom>
              <a:avLst/>
              <a:gdLst/>
              <a:ahLst/>
              <a:cxnLst/>
              <a:rect l="l" t="t" r="r" b="b"/>
              <a:pathLst>
                <a:path w="5448934" h="3054985">
                  <a:moveTo>
                    <a:pt x="5448553" y="0"/>
                  </a:moveTo>
                  <a:lnTo>
                    <a:pt x="0" y="0"/>
                  </a:lnTo>
                  <a:lnTo>
                    <a:pt x="0" y="3054604"/>
                  </a:lnTo>
                  <a:lnTo>
                    <a:pt x="5448553" y="3054604"/>
                  </a:lnTo>
                  <a:lnTo>
                    <a:pt x="5448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2984" y="5331498"/>
              <a:ext cx="7025259" cy="2057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1267" y="5460492"/>
              <a:ext cx="7051421" cy="293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38865" y="5420232"/>
              <a:ext cx="294640" cy="46355"/>
            </a:xfrm>
            <a:custGeom>
              <a:avLst/>
              <a:gdLst/>
              <a:ahLst/>
              <a:cxnLst/>
              <a:rect l="l" t="t" r="r" b="b"/>
              <a:pathLst>
                <a:path w="294640" h="46354">
                  <a:moveTo>
                    <a:pt x="271271" y="0"/>
                  </a:moveTo>
                  <a:lnTo>
                    <a:pt x="22986" y="0"/>
                  </a:lnTo>
                  <a:lnTo>
                    <a:pt x="14037" y="1805"/>
                  </a:lnTo>
                  <a:lnTo>
                    <a:pt x="6730" y="6730"/>
                  </a:lnTo>
                  <a:lnTo>
                    <a:pt x="1805" y="14037"/>
                  </a:lnTo>
                  <a:lnTo>
                    <a:pt x="0" y="22986"/>
                  </a:lnTo>
                  <a:lnTo>
                    <a:pt x="1805" y="31916"/>
                  </a:lnTo>
                  <a:lnTo>
                    <a:pt x="6730" y="39179"/>
                  </a:lnTo>
                  <a:lnTo>
                    <a:pt x="14037" y="44061"/>
                  </a:lnTo>
                  <a:lnTo>
                    <a:pt x="22986" y="45846"/>
                  </a:lnTo>
                  <a:lnTo>
                    <a:pt x="271271" y="45846"/>
                  </a:lnTo>
                  <a:lnTo>
                    <a:pt x="280221" y="44061"/>
                  </a:lnTo>
                  <a:lnTo>
                    <a:pt x="287527" y="39179"/>
                  </a:lnTo>
                  <a:lnTo>
                    <a:pt x="292453" y="31916"/>
                  </a:lnTo>
                  <a:lnTo>
                    <a:pt x="294258" y="22986"/>
                  </a:lnTo>
                  <a:lnTo>
                    <a:pt x="292453" y="14037"/>
                  </a:lnTo>
                  <a:lnTo>
                    <a:pt x="287527" y="6730"/>
                  </a:lnTo>
                  <a:lnTo>
                    <a:pt x="280221" y="1805"/>
                  </a:lnTo>
                  <a:lnTo>
                    <a:pt x="27127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6000" y="5331460"/>
              <a:ext cx="7032244" cy="2057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0876" y="5346149"/>
              <a:ext cx="1147826" cy="865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72093" y="1887981"/>
              <a:ext cx="2810509" cy="34594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5855" y="2337942"/>
              <a:ext cx="5020436" cy="22683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2088260"/>
              <a:ext cx="4774184" cy="53314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4240" y="2205609"/>
            <a:ext cx="294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Contextualización</a:t>
            </a:r>
            <a:r>
              <a:rPr sz="1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dibujos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2023" y="2592323"/>
            <a:ext cx="5066665" cy="1887855"/>
            <a:chOff x="192023" y="2592323"/>
            <a:chExt cx="5066665" cy="188785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2023" y="2592323"/>
              <a:ext cx="981151" cy="9796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8386" y="2810001"/>
              <a:ext cx="502031" cy="50190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4232" y="4078223"/>
              <a:ext cx="354329" cy="4015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19606" y="2807030"/>
            <a:ext cx="3937000" cy="265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Arial"/>
                <a:cs typeface="Arial"/>
              </a:rPr>
              <a:t>La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visión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de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la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computadora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detecta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tags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y </a:t>
            </a:r>
            <a:r>
              <a:rPr sz="1500" spc="-45" dirty="0">
                <a:latin typeface="Arial"/>
                <a:cs typeface="Arial"/>
              </a:rPr>
              <a:t>asigna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automáticamente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activos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y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series temporales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archivos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20" dirty="0">
                <a:latin typeface="Arial"/>
                <a:cs typeface="Arial"/>
              </a:rPr>
              <a:t>PDF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previamente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planos.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500">
              <a:latin typeface="Arial"/>
              <a:cs typeface="Arial"/>
            </a:endParaRPr>
          </a:p>
          <a:p>
            <a:pPr marL="12700" marR="131445">
              <a:lnSpc>
                <a:spcPct val="100000"/>
              </a:lnSpc>
            </a:pPr>
            <a:r>
              <a:rPr sz="1500" spc="-70" dirty="0">
                <a:latin typeface="Arial"/>
                <a:cs typeface="Arial"/>
              </a:rPr>
              <a:t>Añada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manualmente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contexto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adicional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de </a:t>
            </a:r>
            <a:r>
              <a:rPr sz="1500" spc="-25" dirty="0">
                <a:latin typeface="Arial"/>
                <a:cs typeface="Arial"/>
              </a:rPr>
              <a:t>los </a:t>
            </a:r>
            <a:r>
              <a:rPr sz="1500" spc="-10" dirty="0">
                <a:latin typeface="Arial"/>
                <a:cs typeface="Arial"/>
              </a:rPr>
              <a:t>datos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disponibles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en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FactoryTalk®</a:t>
            </a:r>
            <a:r>
              <a:rPr sz="1500" spc="-12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DataMosaix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1500">
              <a:latin typeface="Arial"/>
              <a:cs typeface="Arial"/>
            </a:endParaRPr>
          </a:p>
          <a:p>
            <a:pPr marL="12700" marR="267335">
              <a:lnSpc>
                <a:spcPct val="100000"/>
              </a:lnSpc>
            </a:pPr>
            <a:r>
              <a:rPr sz="1500" spc="-25" dirty="0">
                <a:latin typeface="Arial"/>
                <a:cs typeface="Arial"/>
              </a:rPr>
              <a:t>Los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datos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de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procesos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en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tiempo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real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están </a:t>
            </a:r>
            <a:r>
              <a:rPr sz="1500" spc="-20" dirty="0">
                <a:latin typeface="Arial"/>
                <a:cs typeface="Arial"/>
              </a:rPr>
              <a:t>disponibles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en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todos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los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dibujos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y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diagramas </a:t>
            </a:r>
            <a:r>
              <a:rPr sz="1500" spc="-40" dirty="0">
                <a:latin typeface="Arial"/>
                <a:cs typeface="Arial"/>
              </a:rPr>
              <a:t>de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procesos.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2023" y="2924651"/>
            <a:ext cx="4796155" cy="2583180"/>
            <a:chOff x="192023" y="2924651"/>
            <a:chExt cx="4796155" cy="2583180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2023" y="3669842"/>
              <a:ext cx="981151" cy="98115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8386" y="3888105"/>
              <a:ext cx="502031" cy="5019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2023" y="4527804"/>
              <a:ext cx="981151" cy="9796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8386" y="4745990"/>
              <a:ext cx="502031" cy="5019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32103" y="3710178"/>
              <a:ext cx="3756025" cy="857885"/>
            </a:xfrm>
            <a:custGeom>
              <a:avLst/>
              <a:gdLst/>
              <a:ahLst/>
              <a:cxnLst/>
              <a:rect l="l" t="t" r="r" b="b"/>
              <a:pathLst>
                <a:path w="3756025" h="857885">
                  <a:moveTo>
                    <a:pt x="0" y="0"/>
                  </a:moveTo>
                  <a:lnTo>
                    <a:pt x="3755948" y="0"/>
                  </a:lnTo>
                </a:path>
                <a:path w="3756025" h="857885">
                  <a:moveTo>
                    <a:pt x="0" y="857758"/>
                  </a:moveTo>
                  <a:lnTo>
                    <a:pt x="3755948" y="857758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4249" y="2924651"/>
              <a:ext cx="249580" cy="2496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865" y="4013676"/>
              <a:ext cx="250659" cy="25076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6169" y="4870418"/>
              <a:ext cx="249580" cy="252920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111112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pc="-50" dirty="0"/>
              <a:t>Acelere</a:t>
            </a:r>
            <a:r>
              <a:rPr spc="-155" dirty="0"/>
              <a:t> </a:t>
            </a:r>
            <a:r>
              <a:rPr spc="-65" dirty="0"/>
              <a:t>la</a:t>
            </a:r>
            <a:r>
              <a:rPr spc="-110" dirty="0"/>
              <a:t> </a:t>
            </a:r>
            <a:r>
              <a:rPr spc="-65" dirty="0"/>
              <a:t>contextualización</a:t>
            </a:r>
            <a:r>
              <a:rPr spc="-140" dirty="0"/>
              <a:t> </a:t>
            </a:r>
            <a:r>
              <a:rPr spc="-65" dirty="0"/>
              <a:t>de</a:t>
            </a:r>
            <a:r>
              <a:rPr spc="-110" dirty="0"/>
              <a:t> </a:t>
            </a:r>
            <a:r>
              <a:rPr spc="-10" dirty="0"/>
              <a:t>datos</a:t>
            </a:r>
          </a:p>
          <a:p>
            <a:pPr marL="247015" indent="-217804">
              <a:lnSpc>
                <a:spcPct val="100000"/>
              </a:lnSpc>
              <a:spcBef>
                <a:spcPts val="795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10" dirty="0">
                <a:latin typeface="Arial"/>
                <a:cs typeface="Arial"/>
              </a:rPr>
              <a:t>Contextualice</a:t>
            </a:r>
            <a:r>
              <a:rPr sz="1400" b="0" spc="-125" dirty="0">
                <a:latin typeface="Arial"/>
                <a:cs typeface="Arial"/>
              </a:rPr>
              <a:t> </a:t>
            </a:r>
            <a:r>
              <a:rPr sz="1400" b="0" spc="-35" dirty="0">
                <a:latin typeface="Arial"/>
                <a:cs typeface="Arial"/>
              </a:rPr>
              <a:t>las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series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temporales,</a:t>
            </a:r>
            <a:r>
              <a:rPr sz="1400" b="0" spc="-90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eventos,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documentos,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</a:pPr>
            <a:r>
              <a:rPr sz="1400" b="0" spc="-30" dirty="0">
                <a:latin typeface="Arial"/>
                <a:cs typeface="Arial"/>
              </a:rPr>
              <a:t>las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imágenes,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modelos</a:t>
            </a:r>
            <a:r>
              <a:rPr sz="1400" b="0" spc="-90" dirty="0">
                <a:latin typeface="Arial"/>
                <a:cs typeface="Arial"/>
              </a:rPr>
              <a:t> </a:t>
            </a:r>
            <a:r>
              <a:rPr sz="1400" b="0" spc="-40" dirty="0">
                <a:latin typeface="Arial"/>
                <a:cs typeface="Arial"/>
              </a:rPr>
              <a:t>en</a:t>
            </a:r>
            <a:r>
              <a:rPr sz="1400" b="0" spc="-105" dirty="0">
                <a:latin typeface="Arial"/>
                <a:cs typeface="Arial"/>
              </a:rPr>
              <a:t> </a:t>
            </a:r>
            <a:r>
              <a:rPr sz="1400" b="0" spc="-114" dirty="0">
                <a:latin typeface="Arial"/>
                <a:cs typeface="Arial"/>
              </a:rPr>
              <a:t>3D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spc="-65" dirty="0">
                <a:latin typeface="Arial"/>
                <a:cs typeface="Arial"/>
              </a:rPr>
              <a:t>y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más</a:t>
            </a:r>
            <a:endParaRPr sz="1400">
              <a:latin typeface="Arial"/>
              <a:cs typeface="Arial"/>
            </a:endParaRPr>
          </a:p>
          <a:p>
            <a:pPr marL="247015" marR="20320" indent="-218440">
              <a:lnSpc>
                <a:spcPct val="100000"/>
              </a:lnSpc>
              <a:spcBef>
                <a:spcPts val="805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55" dirty="0">
                <a:latin typeface="Arial"/>
                <a:cs typeface="Arial"/>
              </a:rPr>
              <a:t>Cree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relaciones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lógicas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entre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todos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6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tipos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datos,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incluso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con </a:t>
            </a:r>
            <a:r>
              <a:rPr sz="1400" b="0" spc="-20" dirty="0">
                <a:latin typeface="Arial"/>
                <a:cs typeface="Arial"/>
              </a:rPr>
              <a:t>convenciones</a:t>
            </a:r>
            <a:r>
              <a:rPr sz="1400" b="0" spc="-114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asignación</a:t>
            </a:r>
            <a:r>
              <a:rPr sz="1400" b="0" spc="-114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nombre</a:t>
            </a:r>
            <a:r>
              <a:rPr sz="1400" b="0" spc="-11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diferentes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805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10" dirty="0">
                <a:latin typeface="Arial"/>
                <a:cs typeface="Arial"/>
              </a:rPr>
              <a:t>Servicios</a:t>
            </a:r>
            <a:r>
              <a:rPr sz="1400" b="0" spc="-100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contextualización</a:t>
            </a:r>
            <a:r>
              <a:rPr sz="1400" b="0" spc="-14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automatizada,</a:t>
            </a:r>
            <a:r>
              <a:rPr sz="1400" b="0" spc="-12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habilitada</a:t>
            </a:r>
            <a:r>
              <a:rPr sz="1400" b="0" spc="-12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por</a:t>
            </a:r>
            <a:r>
              <a:rPr sz="1400" b="0" spc="-90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AI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790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20" dirty="0">
                <a:latin typeface="Arial"/>
                <a:cs typeface="Arial"/>
              </a:rPr>
              <a:t>Contextualización</a:t>
            </a:r>
            <a:r>
              <a:rPr sz="1400" b="0" spc="-130" dirty="0">
                <a:latin typeface="Arial"/>
                <a:cs typeface="Arial"/>
              </a:rPr>
              <a:t> </a:t>
            </a:r>
            <a:r>
              <a:rPr sz="1400" b="0" spc="-65" dirty="0">
                <a:latin typeface="Arial"/>
                <a:cs typeface="Arial"/>
              </a:rPr>
              <a:t>y </a:t>
            </a:r>
            <a:r>
              <a:rPr sz="1400" b="0" dirty="0">
                <a:latin typeface="Arial"/>
                <a:cs typeface="Arial"/>
              </a:rPr>
              <a:t>gestión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imágenes</a:t>
            </a:r>
            <a:r>
              <a:rPr sz="1400" b="0" spc="-75" dirty="0">
                <a:latin typeface="Arial"/>
                <a:cs typeface="Arial"/>
              </a:rPr>
              <a:t> </a:t>
            </a:r>
            <a:r>
              <a:rPr sz="1400" b="0" spc="-65" dirty="0">
                <a:latin typeface="Arial"/>
                <a:cs typeface="Arial"/>
              </a:rPr>
              <a:t>y </a:t>
            </a:r>
            <a:r>
              <a:rPr sz="1400" b="0" spc="-10" dirty="0">
                <a:latin typeface="Arial"/>
                <a:cs typeface="Arial"/>
              </a:rPr>
              <a:t>videos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4B4B4B"/>
              </a:buClr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B4B4B"/>
              </a:buClr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pc="-85" dirty="0"/>
              <a:t>Vincule</a:t>
            </a:r>
            <a:r>
              <a:rPr spc="-150" dirty="0"/>
              <a:t> </a:t>
            </a:r>
            <a:r>
              <a:rPr spc="-95" dirty="0"/>
              <a:t>lo</a:t>
            </a:r>
            <a:r>
              <a:rPr spc="-125" dirty="0"/>
              <a:t> </a:t>
            </a:r>
            <a:r>
              <a:rPr spc="-55" dirty="0"/>
              <a:t>digital</a:t>
            </a:r>
            <a:r>
              <a:rPr spc="-140" dirty="0"/>
              <a:t> </a:t>
            </a:r>
            <a:r>
              <a:rPr spc="-65" dirty="0"/>
              <a:t>a</a:t>
            </a:r>
            <a:r>
              <a:rPr spc="-140" dirty="0"/>
              <a:t> </a:t>
            </a:r>
            <a:r>
              <a:rPr spc="-10" dirty="0"/>
              <a:t>físico</a:t>
            </a:r>
          </a:p>
          <a:p>
            <a:pPr marL="247015" indent="-217804">
              <a:lnSpc>
                <a:spcPct val="100000"/>
              </a:lnSpc>
              <a:spcBef>
                <a:spcPts val="795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95" dirty="0">
                <a:latin typeface="Arial"/>
                <a:cs typeface="Arial"/>
              </a:rPr>
              <a:t>De </a:t>
            </a:r>
            <a:r>
              <a:rPr sz="1400" b="0" spc="-25" dirty="0">
                <a:latin typeface="Arial"/>
                <a:cs typeface="Arial"/>
              </a:rPr>
              <a:t>vida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70" dirty="0">
                <a:latin typeface="Arial"/>
                <a:cs typeface="Arial"/>
              </a:rPr>
              <a:t>a</a:t>
            </a:r>
            <a:r>
              <a:rPr sz="1400" b="0" spc="-9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documentos</a:t>
            </a:r>
            <a:r>
              <a:rPr sz="1400" b="0" spc="-12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estáticos</a:t>
            </a:r>
            <a:endParaRPr sz="1400">
              <a:latin typeface="Arial"/>
              <a:cs typeface="Arial"/>
            </a:endParaRPr>
          </a:p>
          <a:p>
            <a:pPr marL="247015" marR="226695" indent="-218440">
              <a:lnSpc>
                <a:spcPct val="100000"/>
              </a:lnSpc>
              <a:spcBef>
                <a:spcPts val="800"/>
              </a:spcBef>
              <a:buSzPct val="78571"/>
              <a:buChar char="•"/>
              <a:tabLst>
                <a:tab pos="247015" algn="l"/>
              </a:tabLst>
            </a:pPr>
            <a:r>
              <a:rPr sz="1400" b="0" spc="-55" dirty="0">
                <a:latin typeface="Arial"/>
                <a:cs typeface="Arial"/>
              </a:rPr>
              <a:t>Cree</a:t>
            </a:r>
            <a:r>
              <a:rPr sz="1400" b="0" spc="-45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diagramas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4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ingeniería</a:t>
            </a:r>
            <a:r>
              <a:rPr sz="1400" b="0" spc="-6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interactivos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spc="-25" dirty="0">
                <a:latin typeface="Arial"/>
                <a:cs typeface="Arial"/>
              </a:rPr>
              <a:t>para</a:t>
            </a:r>
            <a:r>
              <a:rPr sz="1400" b="0" spc="-6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comprender </a:t>
            </a:r>
            <a:r>
              <a:rPr sz="1400" b="0" dirty="0">
                <a:latin typeface="Arial"/>
                <a:cs typeface="Arial"/>
              </a:rPr>
              <a:t>fácilmente</a:t>
            </a:r>
            <a:r>
              <a:rPr sz="1400" b="0" spc="-80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el</a:t>
            </a:r>
            <a:r>
              <a:rPr sz="1400" b="0" spc="-5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contexto</a:t>
            </a:r>
            <a:r>
              <a:rPr sz="1400" b="0" spc="-10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físico</a:t>
            </a:r>
            <a:r>
              <a:rPr sz="1400" b="0" spc="-70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65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los</a:t>
            </a:r>
            <a:r>
              <a:rPr sz="1400" b="0" spc="-6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datos</a:t>
            </a:r>
            <a:r>
              <a:rPr sz="1400" b="0" spc="-90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65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series</a:t>
            </a:r>
            <a:r>
              <a:rPr sz="1400" b="0" spc="-40" dirty="0">
                <a:latin typeface="Arial"/>
                <a:cs typeface="Arial"/>
              </a:rPr>
              <a:t> </a:t>
            </a:r>
            <a:r>
              <a:rPr sz="1400" b="0" spc="-10" dirty="0">
                <a:latin typeface="Arial"/>
                <a:cs typeface="Arial"/>
              </a:rPr>
              <a:t>temporales, </a:t>
            </a:r>
            <a:r>
              <a:rPr sz="1400" b="0" spc="-30" dirty="0">
                <a:latin typeface="Arial"/>
                <a:cs typeface="Arial"/>
              </a:rPr>
              <a:t>alarmas,</a:t>
            </a:r>
            <a:r>
              <a:rPr sz="1400" b="0" spc="-114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órdenes</a:t>
            </a:r>
            <a:r>
              <a:rPr sz="1400" b="0" spc="-85" dirty="0">
                <a:latin typeface="Arial"/>
                <a:cs typeface="Arial"/>
              </a:rPr>
              <a:t> </a:t>
            </a:r>
            <a:r>
              <a:rPr sz="1400" b="0" spc="-30" dirty="0">
                <a:latin typeface="Arial"/>
                <a:cs typeface="Arial"/>
              </a:rPr>
              <a:t>de</a:t>
            </a:r>
            <a:r>
              <a:rPr sz="1400" b="0" spc="-90" dirty="0">
                <a:latin typeface="Arial"/>
                <a:cs typeface="Arial"/>
              </a:rPr>
              <a:t> </a:t>
            </a:r>
            <a:r>
              <a:rPr sz="1400" b="0" dirty="0">
                <a:latin typeface="Arial"/>
                <a:cs typeface="Arial"/>
              </a:rPr>
              <a:t>trabajo,</a:t>
            </a:r>
            <a:r>
              <a:rPr sz="1400" b="0" spc="-114" dirty="0">
                <a:latin typeface="Arial"/>
                <a:cs typeface="Arial"/>
              </a:rPr>
              <a:t> </a:t>
            </a:r>
            <a:r>
              <a:rPr sz="1400" b="0" spc="-20" dirty="0"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501640" cy="6858000"/>
            <a:chOff x="0" y="0"/>
            <a:chExt cx="5501640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003835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1544"/>
              <a:ext cx="5501513" cy="14881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69036"/>
              <a:ext cx="3541395" cy="148818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7159" y="612394"/>
            <a:ext cx="4358005" cy="10217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40"/>
              </a:spcBef>
            </a:pPr>
            <a:r>
              <a:rPr spc="-185" dirty="0"/>
              <a:t>Haga</a:t>
            </a:r>
            <a:r>
              <a:rPr spc="-245" dirty="0"/>
              <a:t> </a:t>
            </a:r>
            <a:r>
              <a:rPr spc="-135" dirty="0"/>
              <a:t>que</a:t>
            </a:r>
            <a:r>
              <a:rPr spc="-235" dirty="0"/>
              <a:t> </a:t>
            </a:r>
            <a:r>
              <a:rPr spc="-160" dirty="0"/>
              <a:t>los</a:t>
            </a:r>
            <a:r>
              <a:rPr spc="-225" dirty="0"/>
              <a:t> </a:t>
            </a:r>
            <a:r>
              <a:rPr spc="-95" dirty="0"/>
              <a:t>datos</a:t>
            </a:r>
            <a:r>
              <a:rPr spc="-220" dirty="0"/>
              <a:t> </a:t>
            </a:r>
            <a:r>
              <a:rPr spc="-95" dirty="0"/>
              <a:t>sean </a:t>
            </a:r>
            <a:r>
              <a:rPr spc="-10" dirty="0"/>
              <a:t>significativos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0876" y="1437081"/>
            <a:ext cx="5385943" cy="9929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7159" y="1746961"/>
            <a:ext cx="4647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Contextualice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fácilmente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complejos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4383" y="292633"/>
            <a:ext cx="2912872" cy="79804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5106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solidFill>
                  <a:srgbClr val="000000"/>
                </a:solidFill>
              </a:rPr>
              <a:t>Haga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los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datos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25" dirty="0">
                <a:solidFill>
                  <a:srgbClr val="000000"/>
                </a:solidFill>
              </a:rPr>
              <a:t>sean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45" dirty="0">
                <a:solidFill>
                  <a:srgbClr val="000000"/>
                </a:solidFill>
              </a:rPr>
              <a:t>útiles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513994" y="1059941"/>
            <a:ext cx="5605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Convierta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“productos</a:t>
            </a:r>
            <a:r>
              <a:rPr sz="1800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datos”</a:t>
            </a:r>
            <a:r>
              <a:rPr sz="18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reutilizables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693417"/>
            <a:ext cx="12192000" cy="4169410"/>
            <a:chOff x="0" y="1693417"/>
            <a:chExt cx="12192000" cy="4169410"/>
          </a:xfrm>
        </p:grpSpPr>
        <p:sp>
          <p:nvSpPr>
            <p:cNvPr id="8" name="object 8"/>
            <p:cNvSpPr/>
            <p:nvPr/>
          </p:nvSpPr>
          <p:spPr>
            <a:xfrm>
              <a:off x="0" y="1846922"/>
              <a:ext cx="12192000" cy="4015740"/>
            </a:xfrm>
            <a:custGeom>
              <a:avLst/>
              <a:gdLst/>
              <a:ahLst/>
              <a:cxnLst/>
              <a:rect l="l" t="t" r="r" b="b"/>
              <a:pathLst>
                <a:path w="12192000" h="4015740">
                  <a:moveTo>
                    <a:pt x="12192000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12192000" y="40157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6951" y="2757042"/>
              <a:ext cx="1007110" cy="1515745"/>
            </a:xfrm>
            <a:custGeom>
              <a:avLst/>
              <a:gdLst/>
              <a:ahLst/>
              <a:cxnLst/>
              <a:rect l="l" t="t" r="r" b="b"/>
              <a:pathLst>
                <a:path w="1007110" h="1515745">
                  <a:moveTo>
                    <a:pt x="1006538" y="0"/>
                  </a:moveTo>
                  <a:lnTo>
                    <a:pt x="0" y="0"/>
                  </a:lnTo>
                  <a:lnTo>
                    <a:pt x="0" y="1515236"/>
                  </a:lnTo>
                  <a:lnTo>
                    <a:pt x="1006538" y="1515236"/>
                  </a:lnTo>
                  <a:lnTo>
                    <a:pt x="1006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8208" y="290626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7982" y="3091052"/>
              <a:ext cx="221615" cy="1022350"/>
            </a:xfrm>
            <a:custGeom>
              <a:avLst/>
              <a:gdLst/>
              <a:ahLst/>
              <a:cxnLst/>
              <a:rect l="l" t="t" r="r" b="b"/>
              <a:pathLst>
                <a:path w="221614" h="1022350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221614" h="1022350">
                  <a:moveTo>
                    <a:pt x="131699" y="936752"/>
                  </a:moveTo>
                  <a:lnTo>
                    <a:pt x="46609" y="936752"/>
                  </a:lnTo>
                  <a:lnTo>
                    <a:pt x="46609" y="1021842"/>
                  </a:lnTo>
                  <a:lnTo>
                    <a:pt x="131699" y="1021842"/>
                  </a:lnTo>
                  <a:lnTo>
                    <a:pt x="131699" y="936752"/>
                  </a:lnTo>
                  <a:close/>
                </a:path>
                <a:path w="221614" h="1022350">
                  <a:moveTo>
                    <a:pt x="221107" y="584708"/>
                  </a:moveTo>
                  <a:lnTo>
                    <a:pt x="136017" y="584708"/>
                  </a:lnTo>
                  <a:lnTo>
                    <a:pt x="136017" y="669798"/>
                  </a:lnTo>
                  <a:lnTo>
                    <a:pt x="221107" y="669798"/>
                  </a:lnTo>
                  <a:lnTo>
                    <a:pt x="221107" y="584708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160" y="363461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982" y="3065017"/>
              <a:ext cx="279400" cy="850900"/>
            </a:xfrm>
            <a:custGeom>
              <a:avLst/>
              <a:gdLst/>
              <a:ahLst/>
              <a:cxnLst/>
              <a:rect l="l" t="t" r="r" b="b"/>
              <a:pathLst>
                <a:path w="279400" h="850900">
                  <a:moveTo>
                    <a:pt x="85090" y="205359"/>
                  </a:moveTo>
                  <a:lnTo>
                    <a:pt x="0" y="205359"/>
                  </a:lnTo>
                  <a:lnTo>
                    <a:pt x="0" y="290449"/>
                  </a:lnTo>
                  <a:lnTo>
                    <a:pt x="85090" y="290449"/>
                  </a:lnTo>
                  <a:lnTo>
                    <a:pt x="85090" y="205359"/>
                  </a:lnTo>
                  <a:close/>
                </a:path>
                <a:path w="279400" h="850900">
                  <a:moveTo>
                    <a:pt x="244856" y="0"/>
                  </a:moveTo>
                  <a:lnTo>
                    <a:pt x="159766" y="0"/>
                  </a:lnTo>
                  <a:lnTo>
                    <a:pt x="159766" y="85090"/>
                  </a:lnTo>
                  <a:lnTo>
                    <a:pt x="244856" y="85090"/>
                  </a:lnTo>
                  <a:lnTo>
                    <a:pt x="244856" y="0"/>
                  </a:lnTo>
                  <a:close/>
                </a:path>
                <a:path w="279400" h="850900">
                  <a:moveTo>
                    <a:pt x="279146" y="765810"/>
                  </a:moveTo>
                  <a:lnTo>
                    <a:pt x="194056" y="765810"/>
                  </a:lnTo>
                  <a:lnTo>
                    <a:pt x="194056" y="850900"/>
                  </a:lnTo>
                  <a:lnTo>
                    <a:pt x="279146" y="850900"/>
                  </a:lnTo>
                  <a:lnTo>
                    <a:pt x="279146" y="76581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982" y="3240658"/>
              <a:ext cx="219075" cy="690245"/>
            </a:xfrm>
            <a:custGeom>
              <a:avLst/>
              <a:gdLst/>
              <a:ahLst/>
              <a:cxnLst/>
              <a:rect l="l" t="t" r="r" b="b"/>
              <a:pathLst>
                <a:path w="219075" h="690245">
                  <a:moveTo>
                    <a:pt x="85090" y="605155"/>
                  </a:moveTo>
                  <a:lnTo>
                    <a:pt x="0" y="605155"/>
                  </a:lnTo>
                  <a:lnTo>
                    <a:pt x="0" y="690245"/>
                  </a:lnTo>
                  <a:lnTo>
                    <a:pt x="85090" y="690245"/>
                  </a:lnTo>
                  <a:lnTo>
                    <a:pt x="85090" y="605155"/>
                  </a:lnTo>
                  <a:close/>
                </a:path>
                <a:path w="219075" h="690245">
                  <a:moveTo>
                    <a:pt x="177419" y="219837"/>
                  </a:moveTo>
                  <a:lnTo>
                    <a:pt x="92329" y="219837"/>
                  </a:lnTo>
                  <a:lnTo>
                    <a:pt x="92329" y="304927"/>
                  </a:lnTo>
                  <a:lnTo>
                    <a:pt x="177419" y="304927"/>
                  </a:lnTo>
                  <a:lnTo>
                    <a:pt x="177419" y="219837"/>
                  </a:lnTo>
                  <a:close/>
                </a:path>
                <a:path w="219075" h="690245">
                  <a:moveTo>
                    <a:pt x="218948" y="0"/>
                  </a:moveTo>
                  <a:lnTo>
                    <a:pt x="133858" y="0"/>
                  </a:lnTo>
                  <a:lnTo>
                    <a:pt x="133858" y="85090"/>
                  </a:lnTo>
                  <a:lnTo>
                    <a:pt x="218948" y="85090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038" y="341617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0107" y="3367277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566" y="0"/>
                  </a:moveTo>
                  <a:lnTo>
                    <a:pt x="125476" y="0"/>
                  </a:lnTo>
                  <a:lnTo>
                    <a:pt x="125476" y="85090"/>
                  </a:lnTo>
                  <a:lnTo>
                    <a:pt x="210566" y="85090"/>
                  </a:lnTo>
                  <a:lnTo>
                    <a:pt x="210566" y="0"/>
                  </a:lnTo>
                  <a:close/>
                </a:path>
                <a:path w="336550" h="85089">
                  <a:moveTo>
                    <a:pt x="336042" y="0"/>
                  </a:moveTo>
                  <a:lnTo>
                    <a:pt x="250952" y="0"/>
                  </a:lnTo>
                  <a:lnTo>
                    <a:pt x="250952" y="85090"/>
                  </a:lnTo>
                  <a:lnTo>
                    <a:pt x="336042" y="85090"/>
                  </a:lnTo>
                  <a:lnTo>
                    <a:pt x="336042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3233673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3501008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9980" y="3634612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7230" y="2787268"/>
              <a:ext cx="393700" cy="1426210"/>
            </a:xfrm>
            <a:custGeom>
              <a:avLst/>
              <a:gdLst/>
              <a:ahLst/>
              <a:cxnLst/>
              <a:rect l="l" t="t" r="r" b="b"/>
              <a:pathLst>
                <a:path w="393700" h="1426210">
                  <a:moveTo>
                    <a:pt x="0" y="0"/>
                  </a:moveTo>
                  <a:lnTo>
                    <a:pt x="390144" y="382904"/>
                  </a:lnTo>
                </a:path>
                <a:path w="393700" h="1426210">
                  <a:moveTo>
                    <a:pt x="53212" y="1425701"/>
                  </a:moveTo>
                  <a:lnTo>
                    <a:pt x="393572" y="989329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88856" y="1693417"/>
              <a:ext cx="2456815" cy="313055"/>
            </a:xfrm>
            <a:custGeom>
              <a:avLst/>
              <a:gdLst/>
              <a:ahLst/>
              <a:cxnLst/>
              <a:rect l="l" t="t" r="r" b="b"/>
              <a:pathLst>
                <a:path w="2456815" h="313055">
                  <a:moveTo>
                    <a:pt x="2299843" y="0"/>
                  </a:moveTo>
                  <a:lnTo>
                    <a:pt x="0" y="0"/>
                  </a:lnTo>
                  <a:lnTo>
                    <a:pt x="156591" y="156591"/>
                  </a:lnTo>
                  <a:lnTo>
                    <a:pt x="0" y="313055"/>
                  </a:lnTo>
                  <a:lnTo>
                    <a:pt x="2299843" y="313055"/>
                  </a:lnTo>
                  <a:lnTo>
                    <a:pt x="2456434" y="156591"/>
                  </a:lnTo>
                  <a:lnTo>
                    <a:pt x="2299843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47606" y="1731010"/>
            <a:ext cx="2138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Otórgueles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41445" y="1693417"/>
            <a:ext cx="3255010" cy="313055"/>
          </a:xfrm>
          <a:custGeom>
            <a:avLst/>
            <a:gdLst/>
            <a:ahLst/>
            <a:cxnLst/>
            <a:rect l="l" t="t" r="r" b="b"/>
            <a:pathLst>
              <a:path w="3255009" h="313055">
                <a:moveTo>
                  <a:pt x="3098164" y="0"/>
                </a:moveTo>
                <a:lnTo>
                  <a:pt x="0" y="0"/>
                </a:lnTo>
                <a:lnTo>
                  <a:pt x="156463" y="156591"/>
                </a:lnTo>
                <a:lnTo>
                  <a:pt x="0" y="313055"/>
                </a:lnTo>
                <a:lnTo>
                  <a:pt x="3098164" y="313055"/>
                </a:lnTo>
                <a:lnTo>
                  <a:pt x="3254755" y="156591"/>
                </a:lnTo>
                <a:lnTo>
                  <a:pt x="309816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95115" y="1731010"/>
            <a:ext cx="29470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significativos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2900" y="1693417"/>
            <a:ext cx="3537585" cy="313055"/>
          </a:xfrm>
          <a:custGeom>
            <a:avLst/>
            <a:gdLst/>
            <a:ahLst/>
            <a:cxnLst/>
            <a:rect l="l" t="t" r="r" b="b"/>
            <a:pathLst>
              <a:path w="3537585" h="313055">
                <a:moveTo>
                  <a:pt x="3380994" y="0"/>
                </a:moveTo>
                <a:lnTo>
                  <a:pt x="0" y="0"/>
                </a:lnTo>
                <a:lnTo>
                  <a:pt x="0" y="313055"/>
                </a:lnTo>
                <a:lnTo>
                  <a:pt x="3380994" y="313055"/>
                </a:lnTo>
                <a:lnTo>
                  <a:pt x="3537585" y="156591"/>
                </a:lnTo>
                <a:lnTo>
                  <a:pt x="338099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1400" y="1731010"/>
            <a:ext cx="2861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estén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68701" y="2119122"/>
            <a:ext cx="14173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 marR="170815" algn="ctr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Integración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híbrida </a:t>
            </a:r>
            <a:r>
              <a:rPr sz="1000" b="1" spc="-55" dirty="0">
                <a:latin typeface="Arial"/>
                <a:cs typeface="Arial"/>
              </a:rPr>
              <a:t>y </a:t>
            </a: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b="1" spc="-35" dirty="0">
                <a:latin typeface="Arial"/>
                <a:cs typeface="Arial"/>
              </a:rPr>
              <a:t>transformación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12767" y="2119122"/>
            <a:ext cx="102996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ET/OT/IT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35" dirty="0">
                <a:latin typeface="Arial"/>
                <a:cs typeface="Arial"/>
              </a:rPr>
              <a:t>contextualización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50433" y="2119122"/>
            <a:ext cx="8693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-55" dirty="0">
                <a:latin typeface="Arial"/>
                <a:cs typeface="Arial"/>
              </a:rPr>
              <a:t>Conocimientos </a:t>
            </a:r>
            <a:r>
              <a:rPr sz="1000" b="1" spc="-10" dirty="0">
                <a:latin typeface="Arial"/>
                <a:cs typeface="Arial"/>
              </a:rPr>
              <a:t>industriales </a:t>
            </a:r>
            <a:r>
              <a:rPr sz="1000" spc="-10" dirty="0">
                <a:latin typeface="Arial"/>
                <a:cs typeface="Arial"/>
              </a:rPr>
              <a:t>Gráfico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56328" y="45087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Emparejamiento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entidades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8134" y="4437633"/>
            <a:ext cx="63690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Análisis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del diagrama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ingeniería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47161" y="4516958"/>
            <a:ext cx="790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Análisis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documentos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08398" y="2698940"/>
            <a:ext cx="2745105" cy="1553845"/>
            <a:chOff x="4208398" y="2698940"/>
            <a:chExt cx="2745105" cy="1553845"/>
          </a:xfrm>
        </p:grpSpPr>
        <p:sp>
          <p:nvSpPr>
            <p:cNvPr id="34" name="object 34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759332" y="0"/>
                  </a:moveTo>
                  <a:lnTo>
                    <a:pt x="711313" y="1493"/>
                  </a:lnTo>
                  <a:lnTo>
                    <a:pt x="664086" y="5916"/>
                  </a:lnTo>
                  <a:lnTo>
                    <a:pt x="617742" y="13178"/>
                  </a:lnTo>
                  <a:lnTo>
                    <a:pt x="572370" y="23191"/>
                  </a:lnTo>
                  <a:lnTo>
                    <a:pt x="528057" y="35866"/>
                  </a:lnTo>
                  <a:lnTo>
                    <a:pt x="484894" y="51113"/>
                  </a:lnTo>
                  <a:lnTo>
                    <a:pt x="442970" y="68844"/>
                  </a:lnTo>
                  <a:lnTo>
                    <a:pt x="402372" y="88970"/>
                  </a:lnTo>
                  <a:lnTo>
                    <a:pt x="363191" y="111402"/>
                  </a:lnTo>
                  <a:lnTo>
                    <a:pt x="325515" y="136050"/>
                  </a:lnTo>
                  <a:lnTo>
                    <a:pt x="289434" y="162827"/>
                  </a:lnTo>
                  <a:lnTo>
                    <a:pt x="255035" y="191643"/>
                  </a:lnTo>
                  <a:lnTo>
                    <a:pt x="222408" y="222408"/>
                  </a:lnTo>
                  <a:lnTo>
                    <a:pt x="191643" y="255035"/>
                  </a:lnTo>
                  <a:lnTo>
                    <a:pt x="162827" y="289434"/>
                  </a:lnTo>
                  <a:lnTo>
                    <a:pt x="136050" y="325515"/>
                  </a:lnTo>
                  <a:lnTo>
                    <a:pt x="111402" y="363191"/>
                  </a:lnTo>
                  <a:lnTo>
                    <a:pt x="88970" y="402372"/>
                  </a:lnTo>
                  <a:lnTo>
                    <a:pt x="68844" y="442970"/>
                  </a:lnTo>
                  <a:lnTo>
                    <a:pt x="51113" y="484894"/>
                  </a:lnTo>
                  <a:lnTo>
                    <a:pt x="35866" y="528057"/>
                  </a:lnTo>
                  <a:lnTo>
                    <a:pt x="23191" y="572370"/>
                  </a:lnTo>
                  <a:lnTo>
                    <a:pt x="13178" y="617742"/>
                  </a:lnTo>
                  <a:lnTo>
                    <a:pt x="5916" y="664086"/>
                  </a:lnTo>
                  <a:lnTo>
                    <a:pt x="1493" y="711313"/>
                  </a:lnTo>
                  <a:lnTo>
                    <a:pt x="0" y="759333"/>
                  </a:lnTo>
                  <a:lnTo>
                    <a:pt x="1493" y="807352"/>
                  </a:lnTo>
                  <a:lnTo>
                    <a:pt x="5916" y="854577"/>
                  </a:lnTo>
                  <a:lnTo>
                    <a:pt x="13178" y="900918"/>
                  </a:lnTo>
                  <a:lnTo>
                    <a:pt x="23191" y="946287"/>
                  </a:lnTo>
                  <a:lnTo>
                    <a:pt x="35866" y="990595"/>
                  </a:lnTo>
                  <a:lnTo>
                    <a:pt x="51113" y="1033753"/>
                  </a:lnTo>
                  <a:lnTo>
                    <a:pt x="68844" y="1075673"/>
                  </a:lnTo>
                  <a:lnTo>
                    <a:pt x="88970" y="1116264"/>
                  </a:lnTo>
                  <a:lnTo>
                    <a:pt x="111402" y="1155439"/>
                  </a:lnTo>
                  <a:lnTo>
                    <a:pt x="136050" y="1193108"/>
                  </a:lnTo>
                  <a:lnTo>
                    <a:pt x="162827" y="1229182"/>
                  </a:lnTo>
                  <a:lnTo>
                    <a:pt x="191643" y="1263574"/>
                  </a:lnTo>
                  <a:lnTo>
                    <a:pt x="222408" y="1296193"/>
                  </a:lnTo>
                  <a:lnTo>
                    <a:pt x="255035" y="1326952"/>
                  </a:lnTo>
                  <a:lnTo>
                    <a:pt x="289434" y="1355760"/>
                  </a:lnTo>
                  <a:lnTo>
                    <a:pt x="325515" y="1382529"/>
                  </a:lnTo>
                  <a:lnTo>
                    <a:pt x="363191" y="1407171"/>
                  </a:lnTo>
                  <a:lnTo>
                    <a:pt x="402372" y="1429597"/>
                  </a:lnTo>
                  <a:lnTo>
                    <a:pt x="442970" y="1449717"/>
                  </a:lnTo>
                  <a:lnTo>
                    <a:pt x="484894" y="1467442"/>
                  </a:lnTo>
                  <a:lnTo>
                    <a:pt x="528057" y="1482685"/>
                  </a:lnTo>
                  <a:lnTo>
                    <a:pt x="572370" y="1495355"/>
                  </a:lnTo>
                  <a:lnTo>
                    <a:pt x="617742" y="1505364"/>
                  </a:lnTo>
                  <a:lnTo>
                    <a:pt x="664086" y="1512624"/>
                  </a:lnTo>
                  <a:lnTo>
                    <a:pt x="711313" y="1517045"/>
                  </a:lnTo>
                  <a:lnTo>
                    <a:pt x="759332" y="1518539"/>
                  </a:lnTo>
                  <a:lnTo>
                    <a:pt x="807352" y="1517045"/>
                  </a:lnTo>
                  <a:lnTo>
                    <a:pt x="854579" y="1512624"/>
                  </a:lnTo>
                  <a:lnTo>
                    <a:pt x="900923" y="1505364"/>
                  </a:lnTo>
                  <a:lnTo>
                    <a:pt x="946295" y="1495355"/>
                  </a:lnTo>
                  <a:lnTo>
                    <a:pt x="990608" y="1482685"/>
                  </a:lnTo>
                  <a:lnTo>
                    <a:pt x="1033771" y="1467442"/>
                  </a:lnTo>
                  <a:lnTo>
                    <a:pt x="1075695" y="1449717"/>
                  </a:lnTo>
                  <a:lnTo>
                    <a:pt x="1116293" y="1429597"/>
                  </a:lnTo>
                  <a:lnTo>
                    <a:pt x="1155474" y="1407171"/>
                  </a:lnTo>
                  <a:lnTo>
                    <a:pt x="1193150" y="1382529"/>
                  </a:lnTo>
                  <a:lnTo>
                    <a:pt x="1229231" y="1355760"/>
                  </a:lnTo>
                  <a:lnTo>
                    <a:pt x="1263630" y="1326952"/>
                  </a:lnTo>
                  <a:lnTo>
                    <a:pt x="1296257" y="1296193"/>
                  </a:lnTo>
                  <a:lnTo>
                    <a:pt x="1327022" y="1263574"/>
                  </a:lnTo>
                  <a:lnTo>
                    <a:pt x="1355838" y="1229182"/>
                  </a:lnTo>
                  <a:lnTo>
                    <a:pt x="1382615" y="1193108"/>
                  </a:lnTo>
                  <a:lnTo>
                    <a:pt x="1407263" y="1155439"/>
                  </a:lnTo>
                  <a:lnTo>
                    <a:pt x="1429695" y="1116264"/>
                  </a:lnTo>
                  <a:lnTo>
                    <a:pt x="1449821" y="1075673"/>
                  </a:lnTo>
                  <a:lnTo>
                    <a:pt x="1467552" y="1033753"/>
                  </a:lnTo>
                  <a:lnTo>
                    <a:pt x="1482799" y="990595"/>
                  </a:lnTo>
                  <a:lnTo>
                    <a:pt x="1495474" y="946287"/>
                  </a:lnTo>
                  <a:lnTo>
                    <a:pt x="1505487" y="900918"/>
                  </a:lnTo>
                  <a:lnTo>
                    <a:pt x="1512749" y="854577"/>
                  </a:lnTo>
                  <a:lnTo>
                    <a:pt x="1517172" y="807352"/>
                  </a:lnTo>
                  <a:lnTo>
                    <a:pt x="1518665" y="759333"/>
                  </a:lnTo>
                  <a:lnTo>
                    <a:pt x="1517172" y="711313"/>
                  </a:lnTo>
                  <a:lnTo>
                    <a:pt x="1512749" y="664086"/>
                  </a:lnTo>
                  <a:lnTo>
                    <a:pt x="1505487" y="617742"/>
                  </a:lnTo>
                  <a:lnTo>
                    <a:pt x="1495474" y="572370"/>
                  </a:lnTo>
                  <a:lnTo>
                    <a:pt x="1482799" y="528057"/>
                  </a:lnTo>
                  <a:lnTo>
                    <a:pt x="1467552" y="484894"/>
                  </a:lnTo>
                  <a:lnTo>
                    <a:pt x="1449821" y="442970"/>
                  </a:lnTo>
                  <a:lnTo>
                    <a:pt x="1429695" y="402372"/>
                  </a:lnTo>
                  <a:lnTo>
                    <a:pt x="1407263" y="363191"/>
                  </a:lnTo>
                  <a:lnTo>
                    <a:pt x="1382615" y="325515"/>
                  </a:lnTo>
                  <a:lnTo>
                    <a:pt x="1355838" y="289434"/>
                  </a:lnTo>
                  <a:lnTo>
                    <a:pt x="1327022" y="255035"/>
                  </a:lnTo>
                  <a:lnTo>
                    <a:pt x="1296257" y="222408"/>
                  </a:lnTo>
                  <a:lnTo>
                    <a:pt x="1263630" y="191643"/>
                  </a:lnTo>
                  <a:lnTo>
                    <a:pt x="1229231" y="162827"/>
                  </a:lnTo>
                  <a:lnTo>
                    <a:pt x="1193150" y="136050"/>
                  </a:lnTo>
                  <a:lnTo>
                    <a:pt x="1155474" y="111402"/>
                  </a:lnTo>
                  <a:lnTo>
                    <a:pt x="1116293" y="88970"/>
                  </a:lnTo>
                  <a:lnTo>
                    <a:pt x="1075695" y="68844"/>
                  </a:lnTo>
                  <a:lnTo>
                    <a:pt x="1033771" y="51113"/>
                  </a:lnTo>
                  <a:lnTo>
                    <a:pt x="990608" y="35866"/>
                  </a:lnTo>
                  <a:lnTo>
                    <a:pt x="946295" y="23191"/>
                  </a:lnTo>
                  <a:lnTo>
                    <a:pt x="900923" y="13178"/>
                  </a:lnTo>
                  <a:lnTo>
                    <a:pt x="854579" y="5916"/>
                  </a:lnTo>
                  <a:lnTo>
                    <a:pt x="807352" y="1493"/>
                  </a:lnTo>
                  <a:lnTo>
                    <a:pt x="75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0" y="759333"/>
                  </a:moveTo>
                  <a:lnTo>
                    <a:pt x="1493" y="711313"/>
                  </a:lnTo>
                  <a:lnTo>
                    <a:pt x="5916" y="664086"/>
                  </a:lnTo>
                  <a:lnTo>
                    <a:pt x="13178" y="617742"/>
                  </a:lnTo>
                  <a:lnTo>
                    <a:pt x="23191" y="572370"/>
                  </a:lnTo>
                  <a:lnTo>
                    <a:pt x="35866" y="528057"/>
                  </a:lnTo>
                  <a:lnTo>
                    <a:pt x="51113" y="484894"/>
                  </a:lnTo>
                  <a:lnTo>
                    <a:pt x="68844" y="442970"/>
                  </a:lnTo>
                  <a:lnTo>
                    <a:pt x="88970" y="402372"/>
                  </a:lnTo>
                  <a:lnTo>
                    <a:pt x="111402" y="363191"/>
                  </a:lnTo>
                  <a:lnTo>
                    <a:pt x="136050" y="325515"/>
                  </a:lnTo>
                  <a:lnTo>
                    <a:pt x="162827" y="289434"/>
                  </a:lnTo>
                  <a:lnTo>
                    <a:pt x="191643" y="255035"/>
                  </a:lnTo>
                  <a:lnTo>
                    <a:pt x="222408" y="222408"/>
                  </a:lnTo>
                  <a:lnTo>
                    <a:pt x="255035" y="191643"/>
                  </a:lnTo>
                  <a:lnTo>
                    <a:pt x="289434" y="162827"/>
                  </a:lnTo>
                  <a:lnTo>
                    <a:pt x="325515" y="136050"/>
                  </a:lnTo>
                  <a:lnTo>
                    <a:pt x="363191" y="111402"/>
                  </a:lnTo>
                  <a:lnTo>
                    <a:pt x="402372" y="88970"/>
                  </a:lnTo>
                  <a:lnTo>
                    <a:pt x="442970" y="68844"/>
                  </a:lnTo>
                  <a:lnTo>
                    <a:pt x="484894" y="51113"/>
                  </a:lnTo>
                  <a:lnTo>
                    <a:pt x="528057" y="35866"/>
                  </a:lnTo>
                  <a:lnTo>
                    <a:pt x="572370" y="23191"/>
                  </a:lnTo>
                  <a:lnTo>
                    <a:pt x="617742" y="13178"/>
                  </a:lnTo>
                  <a:lnTo>
                    <a:pt x="664086" y="5916"/>
                  </a:lnTo>
                  <a:lnTo>
                    <a:pt x="711313" y="1493"/>
                  </a:lnTo>
                  <a:lnTo>
                    <a:pt x="759332" y="0"/>
                  </a:lnTo>
                  <a:lnTo>
                    <a:pt x="807352" y="1493"/>
                  </a:lnTo>
                  <a:lnTo>
                    <a:pt x="854579" y="5916"/>
                  </a:lnTo>
                  <a:lnTo>
                    <a:pt x="900923" y="13178"/>
                  </a:lnTo>
                  <a:lnTo>
                    <a:pt x="946295" y="23191"/>
                  </a:lnTo>
                  <a:lnTo>
                    <a:pt x="990608" y="35866"/>
                  </a:lnTo>
                  <a:lnTo>
                    <a:pt x="1033771" y="51113"/>
                  </a:lnTo>
                  <a:lnTo>
                    <a:pt x="1075695" y="68844"/>
                  </a:lnTo>
                  <a:lnTo>
                    <a:pt x="1116293" y="88970"/>
                  </a:lnTo>
                  <a:lnTo>
                    <a:pt x="1155474" y="111402"/>
                  </a:lnTo>
                  <a:lnTo>
                    <a:pt x="1193150" y="136050"/>
                  </a:lnTo>
                  <a:lnTo>
                    <a:pt x="1229231" y="162827"/>
                  </a:lnTo>
                  <a:lnTo>
                    <a:pt x="1263630" y="191643"/>
                  </a:lnTo>
                  <a:lnTo>
                    <a:pt x="1296257" y="222408"/>
                  </a:lnTo>
                  <a:lnTo>
                    <a:pt x="1327022" y="255035"/>
                  </a:lnTo>
                  <a:lnTo>
                    <a:pt x="1355838" y="289434"/>
                  </a:lnTo>
                  <a:lnTo>
                    <a:pt x="1382615" y="325515"/>
                  </a:lnTo>
                  <a:lnTo>
                    <a:pt x="1407263" y="363191"/>
                  </a:lnTo>
                  <a:lnTo>
                    <a:pt x="1429695" y="402372"/>
                  </a:lnTo>
                  <a:lnTo>
                    <a:pt x="1449821" y="442970"/>
                  </a:lnTo>
                  <a:lnTo>
                    <a:pt x="1467552" y="484894"/>
                  </a:lnTo>
                  <a:lnTo>
                    <a:pt x="1482799" y="528057"/>
                  </a:lnTo>
                  <a:lnTo>
                    <a:pt x="1495474" y="572370"/>
                  </a:lnTo>
                  <a:lnTo>
                    <a:pt x="1505487" y="617742"/>
                  </a:lnTo>
                  <a:lnTo>
                    <a:pt x="1512749" y="664086"/>
                  </a:lnTo>
                  <a:lnTo>
                    <a:pt x="1517172" y="711313"/>
                  </a:lnTo>
                  <a:lnTo>
                    <a:pt x="1518665" y="759333"/>
                  </a:lnTo>
                  <a:lnTo>
                    <a:pt x="1517172" y="807352"/>
                  </a:lnTo>
                  <a:lnTo>
                    <a:pt x="1512749" y="854577"/>
                  </a:lnTo>
                  <a:lnTo>
                    <a:pt x="1505487" y="900918"/>
                  </a:lnTo>
                  <a:lnTo>
                    <a:pt x="1495474" y="946287"/>
                  </a:lnTo>
                  <a:lnTo>
                    <a:pt x="1482799" y="990595"/>
                  </a:lnTo>
                  <a:lnTo>
                    <a:pt x="1467552" y="1033753"/>
                  </a:lnTo>
                  <a:lnTo>
                    <a:pt x="1449821" y="1075673"/>
                  </a:lnTo>
                  <a:lnTo>
                    <a:pt x="1429695" y="1116264"/>
                  </a:lnTo>
                  <a:lnTo>
                    <a:pt x="1407263" y="1155439"/>
                  </a:lnTo>
                  <a:lnTo>
                    <a:pt x="1382615" y="1193108"/>
                  </a:lnTo>
                  <a:lnTo>
                    <a:pt x="1355838" y="1229182"/>
                  </a:lnTo>
                  <a:lnTo>
                    <a:pt x="1327022" y="1263574"/>
                  </a:lnTo>
                  <a:lnTo>
                    <a:pt x="1296257" y="1296193"/>
                  </a:lnTo>
                  <a:lnTo>
                    <a:pt x="1263630" y="1326952"/>
                  </a:lnTo>
                  <a:lnTo>
                    <a:pt x="1229231" y="1355760"/>
                  </a:lnTo>
                  <a:lnTo>
                    <a:pt x="1193150" y="1382529"/>
                  </a:lnTo>
                  <a:lnTo>
                    <a:pt x="1155474" y="1407171"/>
                  </a:lnTo>
                  <a:lnTo>
                    <a:pt x="1116293" y="1429597"/>
                  </a:lnTo>
                  <a:lnTo>
                    <a:pt x="1075695" y="1449717"/>
                  </a:lnTo>
                  <a:lnTo>
                    <a:pt x="1033771" y="1467442"/>
                  </a:lnTo>
                  <a:lnTo>
                    <a:pt x="990608" y="1482685"/>
                  </a:lnTo>
                  <a:lnTo>
                    <a:pt x="946295" y="1495355"/>
                  </a:lnTo>
                  <a:lnTo>
                    <a:pt x="900923" y="1505364"/>
                  </a:lnTo>
                  <a:lnTo>
                    <a:pt x="854579" y="1512624"/>
                  </a:lnTo>
                  <a:lnTo>
                    <a:pt x="807352" y="1517045"/>
                  </a:lnTo>
                  <a:lnTo>
                    <a:pt x="759332" y="1518539"/>
                  </a:lnTo>
                  <a:lnTo>
                    <a:pt x="711313" y="1517045"/>
                  </a:lnTo>
                  <a:lnTo>
                    <a:pt x="664086" y="1512624"/>
                  </a:lnTo>
                  <a:lnTo>
                    <a:pt x="617742" y="1505364"/>
                  </a:lnTo>
                  <a:lnTo>
                    <a:pt x="572370" y="1495355"/>
                  </a:lnTo>
                  <a:lnTo>
                    <a:pt x="528057" y="1482685"/>
                  </a:lnTo>
                  <a:lnTo>
                    <a:pt x="484894" y="1467442"/>
                  </a:lnTo>
                  <a:lnTo>
                    <a:pt x="442970" y="1449717"/>
                  </a:lnTo>
                  <a:lnTo>
                    <a:pt x="402372" y="1429597"/>
                  </a:lnTo>
                  <a:lnTo>
                    <a:pt x="363191" y="1407171"/>
                  </a:lnTo>
                  <a:lnTo>
                    <a:pt x="325515" y="1382529"/>
                  </a:lnTo>
                  <a:lnTo>
                    <a:pt x="289434" y="1355760"/>
                  </a:lnTo>
                  <a:lnTo>
                    <a:pt x="255035" y="1326952"/>
                  </a:lnTo>
                  <a:lnTo>
                    <a:pt x="222408" y="1296193"/>
                  </a:lnTo>
                  <a:lnTo>
                    <a:pt x="191643" y="1263574"/>
                  </a:lnTo>
                  <a:lnTo>
                    <a:pt x="162827" y="1229182"/>
                  </a:lnTo>
                  <a:lnTo>
                    <a:pt x="136050" y="1193108"/>
                  </a:lnTo>
                  <a:lnTo>
                    <a:pt x="111402" y="1155439"/>
                  </a:lnTo>
                  <a:lnTo>
                    <a:pt x="88970" y="1116264"/>
                  </a:lnTo>
                  <a:lnTo>
                    <a:pt x="68844" y="1075673"/>
                  </a:lnTo>
                  <a:lnTo>
                    <a:pt x="51113" y="1033753"/>
                  </a:lnTo>
                  <a:lnTo>
                    <a:pt x="35866" y="990595"/>
                  </a:lnTo>
                  <a:lnTo>
                    <a:pt x="23191" y="946287"/>
                  </a:lnTo>
                  <a:lnTo>
                    <a:pt x="13178" y="900918"/>
                  </a:lnTo>
                  <a:lnTo>
                    <a:pt x="5916" y="854577"/>
                  </a:lnTo>
                  <a:lnTo>
                    <a:pt x="1493" y="807352"/>
                  </a:lnTo>
                  <a:lnTo>
                    <a:pt x="0" y="759333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5124" y="2828416"/>
              <a:ext cx="1485900" cy="1257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208398" y="2737484"/>
              <a:ext cx="814069" cy="1515745"/>
            </a:xfrm>
            <a:custGeom>
              <a:avLst/>
              <a:gdLst/>
              <a:ahLst/>
              <a:cxnLst/>
              <a:rect l="l" t="t" r="r" b="b"/>
              <a:pathLst>
                <a:path w="814070" h="1515745">
                  <a:moveTo>
                    <a:pt x="813815" y="0"/>
                  </a:moveTo>
                  <a:lnTo>
                    <a:pt x="0" y="0"/>
                  </a:lnTo>
                  <a:lnTo>
                    <a:pt x="0" y="1515237"/>
                  </a:lnTo>
                  <a:lnTo>
                    <a:pt x="813815" y="1515237"/>
                  </a:lnTo>
                  <a:lnTo>
                    <a:pt x="8138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68851" y="281891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800" spc="-75" dirty="0">
                <a:latin typeface="Arial"/>
                <a:cs typeface="Arial"/>
              </a:rPr>
              <a:t>SME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68851" y="352757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6355" marR="36195" indent="12192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personalizada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68851" y="3881780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13970" marR="4445" indent="15367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-10" dirty="0">
                <a:latin typeface="Arial"/>
                <a:cs typeface="Arial"/>
              </a:rPr>
              <a:t> preconfigurada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68851" y="317324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218440" marR="114300" indent="-94615">
              <a:lnSpc>
                <a:spcPct val="100000"/>
              </a:lnSpc>
              <a:spcBef>
                <a:spcPts val="140"/>
              </a:spcBef>
            </a:pPr>
            <a:r>
              <a:rPr sz="800" spc="-35" dirty="0">
                <a:latin typeface="Arial"/>
                <a:cs typeface="Arial"/>
              </a:rPr>
              <a:t>Basado </a:t>
            </a:r>
            <a:r>
              <a:rPr sz="800" spc="-25" dirty="0">
                <a:latin typeface="Arial"/>
                <a:cs typeface="Arial"/>
              </a:rPr>
              <a:t>en</a:t>
            </a:r>
            <a:r>
              <a:rPr sz="800" spc="-10" dirty="0">
                <a:latin typeface="Arial"/>
                <a:cs typeface="Arial"/>
              </a:rPr>
              <a:t> reglas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1551" y="2743580"/>
            <a:ext cx="303530" cy="1518920"/>
          </a:xfrm>
          <a:custGeom>
            <a:avLst/>
            <a:gdLst/>
            <a:ahLst/>
            <a:cxnLst/>
            <a:rect l="l" t="t" r="r" b="b"/>
            <a:pathLst>
              <a:path w="303530" h="1518920">
                <a:moveTo>
                  <a:pt x="303275" y="0"/>
                </a:moveTo>
                <a:lnTo>
                  <a:pt x="0" y="0"/>
                </a:lnTo>
                <a:lnTo>
                  <a:pt x="0" y="1518539"/>
                </a:lnTo>
                <a:lnTo>
                  <a:pt x="303275" y="1518539"/>
                </a:lnTo>
                <a:lnTo>
                  <a:pt x="303275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544317" y="3042140"/>
            <a:ext cx="239395" cy="92329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75588" y="2898648"/>
            <a:ext cx="5006975" cy="1853564"/>
            <a:chOff x="1275588" y="2898648"/>
            <a:chExt cx="5006975" cy="1853564"/>
          </a:xfrm>
        </p:grpSpPr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4827" y="3462909"/>
              <a:ext cx="222123" cy="7975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017389" y="3465576"/>
              <a:ext cx="412750" cy="74930"/>
            </a:xfrm>
            <a:custGeom>
              <a:avLst/>
              <a:gdLst/>
              <a:ahLst/>
              <a:cxnLst/>
              <a:rect l="l" t="t" r="r" b="b"/>
              <a:pathLst>
                <a:path w="412750" h="74929">
                  <a:moveTo>
                    <a:pt x="59562" y="0"/>
                  </a:moveTo>
                  <a:lnTo>
                    <a:pt x="57276" y="1397"/>
                  </a:lnTo>
                  <a:lnTo>
                    <a:pt x="0" y="37211"/>
                  </a:lnTo>
                  <a:lnTo>
                    <a:pt x="57276" y="73025"/>
                  </a:lnTo>
                  <a:lnTo>
                    <a:pt x="59562" y="74422"/>
                  </a:lnTo>
                  <a:lnTo>
                    <a:pt x="62484" y="73787"/>
                  </a:lnTo>
                  <a:lnTo>
                    <a:pt x="65277" y="69214"/>
                  </a:lnTo>
                  <a:lnTo>
                    <a:pt x="64515" y="66294"/>
                  </a:lnTo>
                  <a:lnTo>
                    <a:pt x="62357" y="64897"/>
                  </a:lnTo>
                  <a:lnTo>
                    <a:pt x="25781" y="42037"/>
                  </a:lnTo>
                  <a:lnTo>
                    <a:pt x="9016" y="42037"/>
                  </a:lnTo>
                  <a:lnTo>
                    <a:pt x="9016" y="32512"/>
                  </a:lnTo>
                  <a:lnTo>
                    <a:pt x="25577" y="32512"/>
                  </a:lnTo>
                  <a:lnTo>
                    <a:pt x="62357" y="9525"/>
                  </a:lnTo>
                  <a:lnTo>
                    <a:pt x="64515" y="8127"/>
                  </a:lnTo>
                  <a:lnTo>
                    <a:pt x="65277" y="5207"/>
                  </a:lnTo>
                  <a:lnTo>
                    <a:pt x="63881" y="2921"/>
                  </a:lnTo>
                  <a:lnTo>
                    <a:pt x="62484" y="762"/>
                  </a:lnTo>
                  <a:lnTo>
                    <a:pt x="59562" y="0"/>
                  </a:lnTo>
                  <a:close/>
                </a:path>
                <a:path w="412750" h="74929">
                  <a:moveTo>
                    <a:pt x="394436" y="37211"/>
                  </a:moveTo>
                  <a:lnTo>
                    <a:pt x="350138" y="64897"/>
                  </a:lnTo>
                  <a:lnTo>
                    <a:pt x="347980" y="66294"/>
                  </a:lnTo>
                  <a:lnTo>
                    <a:pt x="347218" y="69214"/>
                  </a:lnTo>
                  <a:lnTo>
                    <a:pt x="350012" y="73787"/>
                  </a:lnTo>
                  <a:lnTo>
                    <a:pt x="352933" y="74422"/>
                  </a:lnTo>
                  <a:lnTo>
                    <a:pt x="355219" y="73025"/>
                  </a:lnTo>
                  <a:lnTo>
                    <a:pt x="404777" y="42037"/>
                  </a:lnTo>
                  <a:lnTo>
                    <a:pt x="403478" y="42037"/>
                  </a:lnTo>
                  <a:lnTo>
                    <a:pt x="403478" y="41275"/>
                  </a:lnTo>
                  <a:lnTo>
                    <a:pt x="400938" y="41275"/>
                  </a:lnTo>
                  <a:lnTo>
                    <a:pt x="394436" y="37211"/>
                  </a:lnTo>
                  <a:close/>
                </a:path>
                <a:path w="412750" h="74929">
                  <a:moveTo>
                    <a:pt x="25577" y="32512"/>
                  </a:moveTo>
                  <a:lnTo>
                    <a:pt x="9016" y="32512"/>
                  </a:lnTo>
                  <a:lnTo>
                    <a:pt x="9016" y="42037"/>
                  </a:lnTo>
                  <a:lnTo>
                    <a:pt x="25781" y="42037"/>
                  </a:lnTo>
                  <a:lnTo>
                    <a:pt x="24561" y="41275"/>
                  </a:lnTo>
                  <a:lnTo>
                    <a:pt x="11557" y="41275"/>
                  </a:lnTo>
                  <a:lnTo>
                    <a:pt x="11557" y="33147"/>
                  </a:lnTo>
                  <a:lnTo>
                    <a:pt x="24561" y="33147"/>
                  </a:lnTo>
                  <a:lnTo>
                    <a:pt x="25577" y="32512"/>
                  </a:lnTo>
                  <a:close/>
                </a:path>
                <a:path w="412750" h="74929">
                  <a:moveTo>
                    <a:pt x="386918" y="32512"/>
                  </a:moveTo>
                  <a:lnTo>
                    <a:pt x="25577" y="32512"/>
                  </a:lnTo>
                  <a:lnTo>
                    <a:pt x="18059" y="37211"/>
                  </a:lnTo>
                  <a:lnTo>
                    <a:pt x="25781" y="42037"/>
                  </a:lnTo>
                  <a:lnTo>
                    <a:pt x="386714" y="42037"/>
                  </a:lnTo>
                  <a:lnTo>
                    <a:pt x="394436" y="37211"/>
                  </a:lnTo>
                  <a:lnTo>
                    <a:pt x="386918" y="32512"/>
                  </a:lnTo>
                  <a:close/>
                </a:path>
                <a:path w="412750" h="74929">
                  <a:moveTo>
                    <a:pt x="404980" y="32512"/>
                  </a:moveTo>
                  <a:lnTo>
                    <a:pt x="403478" y="32512"/>
                  </a:lnTo>
                  <a:lnTo>
                    <a:pt x="403478" y="42037"/>
                  </a:lnTo>
                  <a:lnTo>
                    <a:pt x="404777" y="42037"/>
                  </a:lnTo>
                  <a:lnTo>
                    <a:pt x="412496" y="37211"/>
                  </a:lnTo>
                  <a:lnTo>
                    <a:pt x="404980" y="32512"/>
                  </a:lnTo>
                  <a:close/>
                </a:path>
                <a:path w="412750" h="74929">
                  <a:moveTo>
                    <a:pt x="11557" y="33147"/>
                  </a:moveTo>
                  <a:lnTo>
                    <a:pt x="11557" y="41275"/>
                  </a:lnTo>
                  <a:lnTo>
                    <a:pt x="18059" y="37211"/>
                  </a:lnTo>
                  <a:lnTo>
                    <a:pt x="11557" y="33147"/>
                  </a:lnTo>
                  <a:close/>
                </a:path>
                <a:path w="412750" h="74929">
                  <a:moveTo>
                    <a:pt x="18059" y="37211"/>
                  </a:moveTo>
                  <a:lnTo>
                    <a:pt x="11557" y="41275"/>
                  </a:lnTo>
                  <a:lnTo>
                    <a:pt x="24561" y="41275"/>
                  </a:lnTo>
                  <a:lnTo>
                    <a:pt x="18059" y="37211"/>
                  </a:lnTo>
                  <a:close/>
                </a:path>
                <a:path w="412750" h="74929">
                  <a:moveTo>
                    <a:pt x="400938" y="33147"/>
                  </a:moveTo>
                  <a:lnTo>
                    <a:pt x="394436" y="37211"/>
                  </a:lnTo>
                  <a:lnTo>
                    <a:pt x="400938" y="41275"/>
                  </a:lnTo>
                  <a:lnTo>
                    <a:pt x="400938" y="33147"/>
                  </a:lnTo>
                  <a:close/>
                </a:path>
                <a:path w="412750" h="74929">
                  <a:moveTo>
                    <a:pt x="403478" y="33147"/>
                  </a:moveTo>
                  <a:lnTo>
                    <a:pt x="400938" y="33147"/>
                  </a:lnTo>
                  <a:lnTo>
                    <a:pt x="400938" y="41275"/>
                  </a:lnTo>
                  <a:lnTo>
                    <a:pt x="403478" y="41275"/>
                  </a:lnTo>
                  <a:lnTo>
                    <a:pt x="403478" y="33147"/>
                  </a:lnTo>
                  <a:close/>
                </a:path>
                <a:path w="412750" h="74929">
                  <a:moveTo>
                    <a:pt x="24561" y="33147"/>
                  </a:moveTo>
                  <a:lnTo>
                    <a:pt x="11557" y="33147"/>
                  </a:lnTo>
                  <a:lnTo>
                    <a:pt x="18059" y="37211"/>
                  </a:lnTo>
                  <a:lnTo>
                    <a:pt x="24561" y="33147"/>
                  </a:lnTo>
                  <a:close/>
                </a:path>
                <a:path w="412750" h="74929">
                  <a:moveTo>
                    <a:pt x="352933" y="0"/>
                  </a:moveTo>
                  <a:lnTo>
                    <a:pt x="350012" y="762"/>
                  </a:lnTo>
                  <a:lnTo>
                    <a:pt x="348614" y="2921"/>
                  </a:lnTo>
                  <a:lnTo>
                    <a:pt x="347218" y="5207"/>
                  </a:lnTo>
                  <a:lnTo>
                    <a:pt x="347980" y="8127"/>
                  </a:lnTo>
                  <a:lnTo>
                    <a:pt x="350138" y="9525"/>
                  </a:lnTo>
                  <a:lnTo>
                    <a:pt x="394436" y="37211"/>
                  </a:lnTo>
                  <a:lnTo>
                    <a:pt x="400938" y="33147"/>
                  </a:lnTo>
                  <a:lnTo>
                    <a:pt x="403478" y="33147"/>
                  </a:lnTo>
                  <a:lnTo>
                    <a:pt x="403478" y="32512"/>
                  </a:lnTo>
                  <a:lnTo>
                    <a:pt x="404980" y="32512"/>
                  </a:lnTo>
                  <a:lnTo>
                    <a:pt x="355219" y="1397"/>
                  </a:lnTo>
                  <a:lnTo>
                    <a:pt x="3529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68980" y="4408678"/>
              <a:ext cx="3509010" cy="338455"/>
            </a:xfrm>
            <a:custGeom>
              <a:avLst/>
              <a:gdLst/>
              <a:ahLst/>
              <a:cxnLst/>
              <a:rect l="l" t="t" r="r" b="b"/>
              <a:pathLst>
                <a:path w="3509010" h="338454">
                  <a:moveTo>
                    <a:pt x="0" y="338455"/>
                  </a:moveTo>
                  <a:lnTo>
                    <a:pt x="0" y="0"/>
                  </a:lnTo>
                  <a:lnTo>
                    <a:pt x="3508629" y="0"/>
                  </a:lnTo>
                  <a:lnTo>
                    <a:pt x="3508629" y="338455"/>
                  </a:lnTo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8096" y="4254373"/>
              <a:ext cx="74294" cy="15570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5588" y="2898648"/>
              <a:ext cx="284225" cy="320801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009599" y="2567432"/>
            <a:ext cx="122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Series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temporales FactoryTalk® </a:t>
            </a:r>
            <a:r>
              <a:rPr sz="1200" dirty="0">
                <a:latin typeface="Arial"/>
                <a:cs typeface="Arial"/>
              </a:rPr>
              <a:t>Optix</a:t>
            </a:r>
            <a:r>
              <a:rPr sz="1200" spc="40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09599" y="3731767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Alarmas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eventos, </a:t>
            </a:r>
            <a:r>
              <a:rPr sz="1200" dirty="0">
                <a:latin typeface="Arial"/>
                <a:cs typeface="Arial"/>
              </a:rPr>
              <a:t>métricas,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9599" y="4918024"/>
            <a:ext cx="11195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Documentos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ingeniería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P&amp;ID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87438" y="1503299"/>
            <a:ext cx="2183764" cy="4034790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818794" y="2119122"/>
            <a:ext cx="100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Fuentes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81000" y="2356675"/>
            <a:ext cx="11390630" cy="3745229"/>
            <a:chOff x="381000" y="2356675"/>
            <a:chExt cx="11390630" cy="3745229"/>
          </a:xfrm>
        </p:grpSpPr>
        <p:sp>
          <p:nvSpPr>
            <p:cNvPr id="56" name="object 56"/>
            <p:cNvSpPr/>
            <p:nvPr/>
          </p:nvSpPr>
          <p:spPr>
            <a:xfrm>
              <a:off x="2214752" y="2361438"/>
              <a:ext cx="119380" cy="2549525"/>
            </a:xfrm>
            <a:custGeom>
              <a:avLst/>
              <a:gdLst/>
              <a:ahLst/>
              <a:cxnLst/>
              <a:rect l="l" t="t" r="r" b="b"/>
              <a:pathLst>
                <a:path w="119380" h="2549525">
                  <a:moveTo>
                    <a:pt x="0" y="0"/>
                  </a:moveTo>
                  <a:lnTo>
                    <a:pt x="118872" y="0"/>
                  </a:lnTo>
                  <a:lnTo>
                    <a:pt x="118872" y="2549525"/>
                  </a:lnTo>
                  <a:lnTo>
                    <a:pt x="0" y="2549525"/>
                  </a:lnTo>
                </a:path>
              </a:pathLst>
            </a:custGeom>
            <a:ln w="9524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6705" y="3434588"/>
              <a:ext cx="144271" cy="7442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5687402"/>
              <a:ext cx="11390376" cy="41421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568190" y="5745886"/>
            <a:ext cx="301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Gobernanza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calidad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27551" y="2558288"/>
            <a:ext cx="5187950" cy="2880360"/>
            <a:chOff x="4027551" y="2558288"/>
            <a:chExt cx="5187950" cy="2880360"/>
          </a:xfrm>
        </p:grpSpPr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27551" y="3464560"/>
              <a:ext cx="180848" cy="7645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892794" y="2558288"/>
              <a:ext cx="322580" cy="2880360"/>
            </a:xfrm>
            <a:custGeom>
              <a:avLst/>
              <a:gdLst/>
              <a:ahLst/>
              <a:cxnLst/>
              <a:rect l="l" t="t" r="r" b="b"/>
              <a:pathLst>
                <a:path w="322579" h="2880360">
                  <a:moveTo>
                    <a:pt x="322541" y="0"/>
                  </a:moveTo>
                  <a:lnTo>
                    <a:pt x="0" y="0"/>
                  </a:lnTo>
                  <a:lnTo>
                    <a:pt x="0" y="2879979"/>
                  </a:lnTo>
                  <a:lnTo>
                    <a:pt x="322541" y="2879979"/>
                  </a:lnTo>
                  <a:lnTo>
                    <a:pt x="32254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540243" y="2119122"/>
            <a:ext cx="15030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desarrollador de</a:t>
            </a:r>
            <a:r>
              <a:rPr sz="1000" b="1" spc="-7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aplicaciones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61246" y="3541425"/>
            <a:ext cx="188595" cy="91694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7860" algn="l"/>
              </a:tabLst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GUI</a:t>
            </a:r>
            <a:r>
              <a:rPr sz="1050" spc="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50" spc="-6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70687" y="2295144"/>
            <a:ext cx="7172959" cy="3369310"/>
            <a:chOff x="170687" y="2295144"/>
            <a:chExt cx="7172959" cy="3369310"/>
          </a:xfrm>
        </p:grpSpPr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687" y="3459480"/>
              <a:ext cx="979678" cy="97967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6567" y="3677285"/>
              <a:ext cx="502030" cy="5019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578" y="3804680"/>
              <a:ext cx="229418" cy="24904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687" y="4646676"/>
              <a:ext cx="979678" cy="97967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6567" y="4863845"/>
              <a:ext cx="502030" cy="50203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754" y="5014674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5" h="201295">
                  <a:moveTo>
                    <a:pt x="274580" y="53286"/>
                  </a:moveTo>
                  <a:lnTo>
                    <a:pt x="274580" y="0"/>
                  </a:lnTo>
                  <a:lnTo>
                    <a:pt x="0" y="0"/>
                  </a:lnTo>
                  <a:lnTo>
                    <a:pt x="0" y="201241"/>
                  </a:lnTo>
                  <a:lnTo>
                    <a:pt x="225404" y="201241"/>
                  </a:lnTo>
                  <a:lnTo>
                    <a:pt x="227515" y="199142"/>
                  </a:lnTo>
                  <a:lnTo>
                    <a:pt x="227515" y="196551"/>
                  </a:lnTo>
                  <a:lnTo>
                    <a:pt x="227515" y="193961"/>
                  </a:lnTo>
                  <a:lnTo>
                    <a:pt x="225404" y="191862"/>
                  </a:lnTo>
                  <a:lnTo>
                    <a:pt x="9460" y="191861"/>
                  </a:lnTo>
                  <a:lnTo>
                    <a:pt x="9460" y="9380"/>
                  </a:lnTo>
                  <a:lnTo>
                    <a:pt x="265167" y="9380"/>
                  </a:lnTo>
                  <a:lnTo>
                    <a:pt x="265167" y="53286"/>
                  </a:lnTo>
                  <a:lnTo>
                    <a:pt x="267274" y="55385"/>
                  </a:lnTo>
                  <a:lnTo>
                    <a:pt x="272469" y="55385"/>
                  </a:lnTo>
                  <a:lnTo>
                    <a:pt x="274580" y="5328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5918" y="5044850"/>
              <a:ext cx="208416" cy="16847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687" y="2295144"/>
              <a:ext cx="979678" cy="97967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6567" y="2513203"/>
              <a:ext cx="502030" cy="50190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36206" y="2646895"/>
              <a:ext cx="283845" cy="236220"/>
            </a:xfrm>
            <a:custGeom>
              <a:avLst/>
              <a:gdLst/>
              <a:ahLst/>
              <a:cxnLst/>
              <a:rect l="l" t="t" r="r" b="b"/>
              <a:pathLst>
                <a:path w="283844" h="236219">
                  <a:moveTo>
                    <a:pt x="42506" y="105371"/>
                  </a:moveTo>
                  <a:lnTo>
                    <a:pt x="40386" y="103276"/>
                  </a:lnTo>
                  <a:lnTo>
                    <a:pt x="35128" y="103276"/>
                  </a:lnTo>
                  <a:lnTo>
                    <a:pt x="33007" y="105371"/>
                  </a:lnTo>
                  <a:lnTo>
                    <a:pt x="33007" y="107962"/>
                  </a:lnTo>
                  <a:lnTo>
                    <a:pt x="33007" y="137731"/>
                  </a:lnTo>
                  <a:lnTo>
                    <a:pt x="35128" y="139827"/>
                  </a:lnTo>
                  <a:lnTo>
                    <a:pt x="40386" y="139827"/>
                  </a:lnTo>
                  <a:lnTo>
                    <a:pt x="42506" y="137731"/>
                  </a:lnTo>
                  <a:lnTo>
                    <a:pt x="42506" y="105371"/>
                  </a:lnTo>
                  <a:close/>
                </a:path>
                <a:path w="283844" h="236219">
                  <a:moveTo>
                    <a:pt x="60401" y="105371"/>
                  </a:moveTo>
                  <a:lnTo>
                    <a:pt x="58267" y="103276"/>
                  </a:lnTo>
                  <a:lnTo>
                    <a:pt x="53009" y="103276"/>
                  </a:lnTo>
                  <a:lnTo>
                    <a:pt x="50888" y="105371"/>
                  </a:lnTo>
                  <a:lnTo>
                    <a:pt x="50888" y="107962"/>
                  </a:lnTo>
                  <a:lnTo>
                    <a:pt x="50888" y="137731"/>
                  </a:lnTo>
                  <a:lnTo>
                    <a:pt x="53009" y="139827"/>
                  </a:lnTo>
                  <a:lnTo>
                    <a:pt x="58267" y="139827"/>
                  </a:lnTo>
                  <a:lnTo>
                    <a:pt x="60401" y="137731"/>
                  </a:lnTo>
                  <a:lnTo>
                    <a:pt x="60401" y="105371"/>
                  </a:lnTo>
                  <a:close/>
                </a:path>
                <a:path w="283844" h="236219">
                  <a:moveTo>
                    <a:pt x="78282" y="105371"/>
                  </a:moveTo>
                  <a:lnTo>
                    <a:pt x="76149" y="103276"/>
                  </a:lnTo>
                  <a:lnTo>
                    <a:pt x="70891" y="103276"/>
                  </a:lnTo>
                  <a:lnTo>
                    <a:pt x="68770" y="105371"/>
                  </a:lnTo>
                  <a:lnTo>
                    <a:pt x="68770" y="107962"/>
                  </a:lnTo>
                  <a:lnTo>
                    <a:pt x="68770" y="137731"/>
                  </a:lnTo>
                  <a:lnTo>
                    <a:pt x="70891" y="139827"/>
                  </a:lnTo>
                  <a:lnTo>
                    <a:pt x="76149" y="139827"/>
                  </a:lnTo>
                  <a:lnTo>
                    <a:pt x="78282" y="137731"/>
                  </a:lnTo>
                  <a:lnTo>
                    <a:pt x="78282" y="105371"/>
                  </a:lnTo>
                  <a:close/>
                </a:path>
                <a:path w="283844" h="236219">
                  <a:moveTo>
                    <a:pt x="221081" y="204762"/>
                  </a:moveTo>
                  <a:lnTo>
                    <a:pt x="219252" y="202907"/>
                  </a:lnTo>
                  <a:lnTo>
                    <a:pt x="217373" y="201091"/>
                  </a:lnTo>
                  <a:lnTo>
                    <a:pt x="214325" y="201091"/>
                  </a:lnTo>
                  <a:lnTo>
                    <a:pt x="197370" y="217792"/>
                  </a:lnTo>
                  <a:lnTo>
                    <a:pt x="197370" y="167335"/>
                  </a:lnTo>
                  <a:lnTo>
                    <a:pt x="195237" y="165239"/>
                  </a:lnTo>
                  <a:lnTo>
                    <a:pt x="189992" y="165239"/>
                  </a:lnTo>
                  <a:lnTo>
                    <a:pt x="187858" y="167335"/>
                  </a:lnTo>
                  <a:lnTo>
                    <a:pt x="187858" y="217792"/>
                  </a:lnTo>
                  <a:lnTo>
                    <a:pt x="170840" y="201091"/>
                  </a:lnTo>
                  <a:lnTo>
                    <a:pt x="167805" y="201091"/>
                  </a:lnTo>
                  <a:lnTo>
                    <a:pt x="164109" y="204762"/>
                  </a:lnTo>
                  <a:lnTo>
                    <a:pt x="164122" y="207733"/>
                  </a:lnTo>
                  <a:lnTo>
                    <a:pt x="192620" y="235712"/>
                  </a:lnTo>
                  <a:lnTo>
                    <a:pt x="210807" y="217792"/>
                  </a:lnTo>
                  <a:lnTo>
                    <a:pt x="221018" y="207733"/>
                  </a:lnTo>
                  <a:lnTo>
                    <a:pt x="221081" y="204762"/>
                  </a:lnTo>
                  <a:close/>
                </a:path>
                <a:path w="283844" h="236219">
                  <a:moveTo>
                    <a:pt x="226809" y="99961"/>
                  </a:moveTo>
                  <a:lnTo>
                    <a:pt x="217297" y="99961"/>
                  </a:lnTo>
                  <a:lnTo>
                    <a:pt x="217297" y="109308"/>
                  </a:lnTo>
                  <a:lnTo>
                    <a:pt x="217297" y="125780"/>
                  </a:lnTo>
                  <a:lnTo>
                    <a:pt x="200609" y="125780"/>
                  </a:lnTo>
                  <a:lnTo>
                    <a:pt x="200609" y="109308"/>
                  </a:lnTo>
                  <a:lnTo>
                    <a:pt x="217297" y="109308"/>
                  </a:lnTo>
                  <a:lnTo>
                    <a:pt x="217297" y="99961"/>
                  </a:lnTo>
                  <a:lnTo>
                    <a:pt x="191096" y="99961"/>
                  </a:lnTo>
                  <a:lnTo>
                    <a:pt x="191096" y="135140"/>
                  </a:lnTo>
                  <a:lnTo>
                    <a:pt x="226809" y="135140"/>
                  </a:lnTo>
                  <a:lnTo>
                    <a:pt x="226809" y="125780"/>
                  </a:lnTo>
                  <a:lnTo>
                    <a:pt x="226809" y="109308"/>
                  </a:lnTo>
                  <a:lnTo>
                    <a:pt x="226809" y="99961"/>
                  </a:lnTo>
                  <a:close/>
                </a:path>
                <a:path w="283844" h="236219">
                  <a:moveTo>
                    <a:pt x="253923" y="28028"/>
                  </a:moveTo>
                  <a:lnTo>
                    <a:pt x="252120" y="26212"/>
                  </a:lnTo>
                  <a:lnTo>
                    <a:pt x="243624" y="17919"/>
                  </a:lnTo>
                  <a:lnTo>
                    <a:pt x="225285" y="0"/>
                  </a:lnTo>
                  <a:lnTo>
                    <a:pt x="198704" y="26212"/>
                  </a:lnTo>
                  <a:lnTo>
                    <a:pt x="196837" y="28028"/>
                  </a:lnTo>
                  <a:lnTo>
                    <a:pt x="196837" y="31000"/>
                  </a:lnTo>
                  <a:lnTo>
                    <a:pt x="199593" y="33731"/>
                  </a:lnTo>
                  <a:lnTo>
                    <a:pt x="200812" y="34213"/>
                  </a:lnTo>
                  <a:lnTo>
                    <a:pt x="203301" y="34213"/>
                  </a:lnTo>
                  <a:lnTo>
                    <a:pt x="204431" y="33731"/>
                  </a:lnTo>
                  <a:lnTo>
                    <a:pt x="205460" y="32753"/>
                  </a:lnTo>
                  <a:lnTo>
                    <a:pt x="220484" y="17919"/>
                  </a:lnTo>
                  <a:lnTo>
                    <a:pt x="220535" y="68376"/>
                  </a:lnTo>
                  <a:lnTo>
                    <a:pt x="222656" y="70472"/>
                  </a:lnTo>
                  <a:lnTo>
                    <a:pt x="227914" y="70472"/>
                  </a:lnTo>
                  <a:lnTo>
                    <a:pt x="230047" y="68376"/>
                  </a:lnTo>
                  <a:lnTo>
                    <a:pt x="230047" y="17919"/>
                  </a:lnTo>
                  <a:lnTo>
                    <a:pt x="245211" y="32753"/>
                  </a:lnTo>
                  <a:lnTo>
                    <a:pt x="247103" y="34645"/>
                  </a:lnTo>
                  <a:lnTo>
                    <a:pt x="250101" y="34645"/>
                  </a:lnTo>
                  <a:lnTo>
                    <a:pt x="253885" y="31000"/>
                  </a:lnTo>
                  <a:lnTo>
                    <a:pt x="253923" y="28028"/>
                  </a:lnTo>
                  <a:close/>
                </a:path>
                <a:path w="283844" h="236219">
                  <a:moveTo>
                    <a:pt x="282752" y="125082"/>
                  </a:moveTo>
                  <a:lnTo>
                    <a:pt x="279069" y="121386"/>
                  </a:lnTo>
                  <a:lnTo>
                    <a:pt x="276059" y="121361"/>
                  </a:lnTo>
                  <a:lnTo>
                    <a:pt x="274180" y="123164"/>
                  </a:lnTo>
                  <a:lnTo>
                    <a:pt x="251002" y="145694"/>
                  </a:lnTo>
                  <a:lnTo>
                    <a:pt x="246405" y="147574"/>
                  </a:lnTo>
                  <a:lnTo>
                    <a:pt x="156032" y="147599"/>
                  </a:lnTo>
                  <a:lnTo>
                    <a:pt x="153898" y="149682"/>
                  </a:lnTo>
                  <a:lnTo>
                    <a:pt x="153898" y="154863"/>
                  </a:lnTo>
                  <a:lnTo>
                    <a:pt x="156032" y="156946"/>
                  </a:lnTo>
                  <a:lnTo>
                    <a:pt x="248920" y="156921"/>
                  </a:lnTo>
                  <a:lnTo>
                    <a:pt x="255917" y="154063"/>
                  </a:lnTo>
                  <a:lnTo>
                    <a:pt x="282714" y="128054"/>
                  </a:lnTo>
                  <a:lnTo>
                    <a:pt x="282752" y="125082"/>
                  </a:lnTo>
                  <a:close/>
                </a:path>
                <a:path w="283844" h="236219">
                  <a:moveTo>
                    <a:pt x="283743" y="78574"/>
                  </a:moveTo>
                  <a:lnTo>
                    <a:pt x="0" y="78574"/>
                  </a:lnTo>
                  <a:lnTo>
                    <a:pt x="0" y="156578"/>
                  </a:lnTo>
                  <a:lnTo>
                    <a:pt x="142163" y="156578"/>
                  </a:lnTo>
                  <a:lnTo>
                    <a:pt x="144297" y="154482"/>
                  </a:lnTo>
                  <a:lnTo>
                    <a:pt x="144297" y="149313"/>
                  </a:lnTo>
                  <a:lnTo>
                    <a:pt x="142163" y="147218"/>
                  </a:lnTo>
                  <a:lnTo>
                    <a:pt x="9512" y="147218"/>
                  </a:lnTo>
                  <a:lnTo>
                    <a:pt x="9512" y="87922"/>
                  </a:lnTo>
                  <a:lnTo>
                    <a:pt x="274231" y="87922"/>
                  </a:lnTo>
                  <a:lnTo>
                    <a:pt x="274231" y="112979"/>
                  </a:lnTo>
                  <a:lnTo>
                    <a:pt x="276364" y="115074"/>
                  </a:lnTo>
                  <a:lnTo>
                    <a:pt x="281609" y="115074"/>
                  </a:lnTo>
                  <a:lnTo>
                    <a:pt x="283743" y="112979"/>
                  </a:lnTo>
                  <a:lnTo>
                    <a:pt x="283743" y="7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23971" y="4683251"/>
              <a:ext cx="979677" cy="98115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80130" y="4901819"/>
              <a:ext cx="502031" cy="50190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220948" y="5002263"/>
              <a:ext cx="221615" cy="302260"/>
            </a:xfrm>
            <a:custGeom>
              <a:avLst/>
              <a:gdLst/>
              <a:ahLst/>
              <a:cxnLst/>
              <a:rect l="l" t="t" r="r" b="b"/>
              <a:pathLst>
                <a:path w="221614" h="302260">
                  <a:moveTo>
                    <a:pt x="198882" y="49796"/>
                  </a:moveTo>
                  <a:lnTo>
                    <a:pt x="196570" y="47485"/>
                  </a:lnTo>
                  <a:lnTo>
                    <a:pt x="172161" y="47485"/>
                  </a:lnTo>
                  <a:lnTo>
                    <a:pt x="172161" y="23037"/>
                  </a:lnTo>
                  <a:lnTo>
                    <a:pt x="169849" y="20713"/>
                  </a:lnTo>
                  <a:lnTo>
                    <a:pt x="167005" y="20713"/>
                  </a:lnTo>
                  <a:lnTo>
                    <a:pt x="164147" y="20713"/>
                  </a:lnTo>
                  <a:lnTo>
                    <a:pt x="161836" y="23037"/>
                  </a:lnTo>
                  <a:lnTo>
                    <a:pt x="161836" y="57835"/>
                  </a:lnTo>
                  <a:lnTo>
                    <a:pt x="196570" y="57835"/>
                  </a:lnTo>
                  <a:lnTo>
                    <a:pt x="198882" y="55511"/>
                  </a:lnTo>
                  <a:lnTo>
                    <a:pt x="198882" y="49796"/>
                  </a:lnTo>
                  <a:close/>
                </a:path>
                <a:path w="221614" h="302260">
                  <a:moveTo>
                    <a:pt x="218528" y="35572"/>
                  </a:moveTo>
                  <a:lnTo>
                    <a:pt x="185369" y="2273"/>
                  </a:lnTo>
                  <a:lnTo>
                    <a:pt x="179908" y="0"/>
                  </a:lnTo>
                  <a:lnTo>
                    <a:pt x="73761" y="0"/>
                  </a:lnTo>
                  <a:lnTo>
                    <a:pt x="71450" y="2324"/>
                  </a:lnTo>
                  <a:lnTo>
                    <a:pt x="71450" y="8039"/>
                  </a:lnTo>
                  <a:lnTo>
                    <a:pt x="73761" y="10363"/>
                  </a:lnTo>
                  <a:lnTo>
                    <a:pt x="76619" y="10363"/>
                  </a:lnTo>
                  <a:lnTo>
                    <a:pt x="177165" y="10363"/>
                  </a:lnTo>
                  <a:lnTo>
                    <a:pt x="179984" y="11544"/>
                  </a:lnTo>
                  <a:lnTo>
                    <a:pt x="211264" y="42862"/>
                  </a:lnTo>
                  <a:lnTo>
                    <a:pt x="214515" y="42862"/>
                  </a:lnTo>
                  <a:lnTo>
                    <a:pt x="218528" y="38836"/>
                  </a:lnTo>
                  <a:lnTo>
                    <a:pt x="218528" y="35572"/>
                  </a:lnTo>
                  <a:close/>
                </a:path>
                <a:path w="221614" h="302260">
                  <a:moveTo>
                    <a:pt x="221373" y="54102"/>
                  </a:moveTo>
                  <a:lnTo>
                    <a:pt x="219062" y="51777"/>
                  </a:lnTo>
                  <a:lnTo>
                    <a:pt x="216217" y="51777"/>
                  </a:lnTo>
                  <a:lnTo>
                    <a:pt x="213360" y="51777"/>
                  </a:lnTo>
                  <a:lnTo>
                    <a:pt x="211061" y="54102"/>
                  </a:lnTo>
                  <a:lnTo>
                    <a:pt x="211061" y="291642"/>
                  </a:lnTo>
                  <a:lnTo>
                    <a:pt x="10325" y="291642"/>
                  </a:lnTo>
                  <a:lnTo>
                    <a:pt x="10325" y="10363"/>
                  </a:lnTo>
                  <a:lnTo>
                    <a:pt x="58623" y="10363"/>
                  </a:lnTo>
                  <a:lnTo>
                    <a:pt x="60934" y="8039"/>
                  </a:lnTo>
                  <a:lnTo>
                    <a:pt x="60934" y="2324"/>
                  </a:lnTo>
                  <a:lnTo>
                    <a:pt x="58623" y="0"/>
                  </a:lnTo>
                  <a:lnTo>
                    <a:pt x="0" y="0"/>
                  </a:lnTo>
                  <a:lnTo>
                    <a:pt x="0" y="302044"/>
                  </a:lnTo>
                  <a:lnTo>
                    <a:pt x="221373" y="302044"/>
                  </a:lnTo>
                  <a:lnTo>
                    <a:pt x="221373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09032" y="4683251"/>
              <a:ext cx="979677" cy="9811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64428" y="4901819"/>
              <a:ext cx="502031" cy="50190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68187" y="5006187"/>
              <a:ext cx="294538" cy="29301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15740" y="4683251"/>
              <a:ext cx="981151" cy="9811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72279" y="4901819"/>
              <a:ext cx="502031" cy="5019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02328" y="5046598"/>
              <a:ext cx="239649" cy="7175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363847" y="5014722"/>
              <a:ext cx="316865" cy="134620"/>
            </a:xfrm>
            <a:custGeom>
              <a:avLst/>
              <a:gdLst/>
              <a:ahLst/>
              <a:cxnLst/>
              <a:rect l="l" t="t" r="r" b="b"/>
              <a:pathLst>
                <a:path w="316864" h="134620">
                  <a:moveTo>
                    <a:pt x="2539" y="134365"/>
                  </a:moveTo>
                  <a:lnTo>
                    <a:pt x="316483" y="130428"/>
                  </a:lnTo>
                </a:path>
                <a:path w="316864" h="134620">
                  <a:moveTo>
                    <a:pt x="0" y="0"/>
                  </a:moveTo>
                  <a:lnTo>
                    <a:pt x="167258" y="0"/>
                  </a:lnTo>
                </a:path>
                <a:path w="316864" h="134620">
                  <a:moveTo>
                    <a:pt x="0" y="0"/>
                  </a:moveTo>
                  <a:lnTo>
                    <a:pt x="0" y="134365"/>
                  </a:lnTo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56505" y="5009514"/>
              <a:ext cx="129412" cy="13487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562602" y="5168645"/>
              <a:ext cx="60325" cy="57785"/>
            </a:xfrm>
            <a:custGeom>
              <a:avLst/>
              <a:gdLst/>
              <a:ahLst/>
              <a:cxnLst/>
              <a:rect l="l" t="t" r="r" b="b"/>
              <a:pathLst>
                <a:path w="60325" h="57785">
                  <a:moveTo>
                    <a:pt x="11049" y="0"/>
                  </a:moveTo>
                  <a:lnTo>
                    <a:pt x="60198" y="39369"/>
                  </a:lnTo>
                  <a:lnTo>
                    <a:pt x="0" y="57657"/>
                  </a:lnTo>
                  <a:lnTo>
                    <a:pt x="11049" y="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80052" y="523659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20">
                  <a:moveTo>
                    <a:pt x="0" y="29210"/>
                  </a:moveTo>
                  <a:lnTo>
                    <a:pt x="2341" y="17841"/>
                  </a:lnTo>
                  <a:lnTo>
                    <a:pt x="8731" y="8556"/>
                  </a:lnTo>
                  <a:lnTo>
                    <a:pt x="18216" y="2295"/>
                  </a:lnTo>
                  <a:lnTo>
                    <a:pt x="29845" y="0"/>
                  </a:lnTo>
                  <a:lnTo>
                    <a:pt x="41473" y="2295"/>
                  </a:lnTo>
                  <a:lnTo>
                    <a:pt x="50958" y="8556"/>
                  </a:lnTo>
                  <a:lnTo>
                    <a:pt x="57348" y="17841"/>
                  </a:lnTo>
                  <a:lnTo>
                    <a:pt x="59689" y="29210"/>
                  </a:lnTo>
                  <a:lnTo>
                    <a:pt x="57348" y="40578"/>
                  </a:lnTo>
                  <a:lnTo>
                    <a:pt x="50958" y="49863"/>
                  </a:lnTo>
                  <a:lnTo>
                    <a:pt x="41473" y="56124"/>
                  </a:lnTo>
                  <a:lnTo>
                    <a:pt x="29845" y="58420"/>
                  </a:lnTo>
                  <a:lnTo>
                    <a:pt x="18216" y="56124"/>
                  </a:lnTo>
                  <a:lnTo>
                    <a:pt x="8731" y="49863"/>
                  </a:lnTo>
                  <a:lnTo>
                    <a:pt x="2341" y="40578"/>
                  </a:lnTo>
                  <a:lnTo>
                    <a:pt x="0" y="2921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385055" y="5165470"/>
              <a:ext cx="93345" cy="89535"/>
            </a:xfrm>
            <a:custGeom>
              <a:avLst/>
              <a:gdLst/>
              <a:ahLst/>
              <a:cxnLst/>
              <a:rect l="l" t="t" r="r" b="b"/>
              <a:pathLst>
                <a:path w="93345" h="89535">
                  <a:moveTo>
                    <a:pt x="33782" y="0"/>
                  </a:moveTo>
                  <a:lnTo>
                    <a:pt x="93091" y="45338"/>
                  </a:lnTo>
                  <a:lnTo>
                    <a:pt x="59309" y="89534"/>
                  </a:lnTo>
                  <a:lnTo>
                    <a:pt x="0" y="44322"/>
                  </a:lnTo>
                  <a:lnTo>
                    <a:pt x="33782" y="0"/>
                  </a:lnTo>
                  <a:close/>
                </a:path>
              </a:pathLst>
            </a:custGeom>
            <a:ln w="6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81266" y="3434588"/>
              <a:ext cx="262255" cy="74930"/>
            </a:xfrm>
            <a:custGeom>
              <a:avLst/>
              <a:gdLst/>
              <a:ahLst/>
              <a:cxnLst/>
              <a:rect l="l" t="t" r="r" b="b"/>
              <a:pathLst>
                <a:path w="262254" h="74929">
                  <a:moveTo>
                    <a:pt x="244195" y="37211"/>
                  </a:moveTo>
                  <a:lnTo>
                    <a:pt x="199898" y="64897"/>
                  </a:lnTo>
                  <a:lnTo>
                    <a:pt x="197738" y="66294"/>
                  </a:lnTo>
                  <a:lnTo>
                    <a:pt x="196976" y="69214"/>
                  </a:lnTo>
                  <a:lnTo>
                    <a:pt x="198374" y="71500"/>
                  </a:lnTo>
                  <a:lnTo>
                    <a:pt x="199770" y="73660"/>
                  </a:lnTo>
                  <a:lnTo>
                    <a:pt x="202818" y="74422"/>
                  </a:lnTo>
                  <a:lnTo>
                    <a:pt x="204977" y="73025"/>
                  </a:lnTo>
                  <a:lnTo>
                    <a:pt x="254739" y="41910"/>
                  </a:lnTo>
                  <a:lnTo>
                    <a:pt x="253237" y="41910"/>
                  </a:lnTo>
                  <a:lnTo>
                    <a:pt x="253237" y="41275"/>
                  </a:lnTo>
                  <a:lnTo>
                    <a:pt x="250698" y="41275"/>
                  </a:lnTo>
                  <a:lnTo>
                    <a:pt x="244195" y="37211"/>
                  </a:lnTo>
                  <a:close/>
                </a:path>
                <a:path w="262254" h="74929">
                  <a:moveTo>
                    <a:pt x="236474" y="32385"/>
                  </a:moveTo>
                  <a:lnTo>
                    <a:pt x="0" y="32385"/>
                  </a:lnTo>
                  <a:lnTo>
                    <a:pt x="0" y="41910"/>
                  </a:lnTo>
                  <a:lnTo>
                    <a:pt x="236677" y="41910"/>
                  </a:lnTo>
                  <a:lnTo>
                    <a:pt x="244195" y="37211"/>
                  </a:lnTo>
                  <a:lnTo>
                    <a:pt x="236474" y="32385"/>
                  </a:lnTo>
                  <a:close/>
                </a:path>
                <a:path w="262254" h="74929">
                  <a:moveTo>
                    <a:pt x="254536" y="32385"/>
                  </a:moveTo>
                  <a:lnTo>
                    <a:pt x="253237" y="32385"/>
                  </a:lnTo>
                  <a:lnTo>
                    <a:pt x="253237" y="41910"/>
                  </a:lnTo>
                  <a:lnTo>
                    <a:pt x="254739" y="41910"/>
                  </a:lnTo>
                  <a:lnTo>
                    <a:pt x="262254" y="37211"/>
                  </a:lnTo>
                  <a:lnTo>
                    <a:pt x="254536" y="32385"/>
                  </a:lnTo>
                  <a:close/>
                </a:path>
                <a:path w="262254" h="74929">
                  <a:moveTo>
                    <a:pt x="250698" y="33147"/>
                  </a:moveTo>
                  <a:lnTo>
                    <a:pt x="244195" y="37211"/>
                  </a:lnTo>
                  <a:lnTo>
                    <a:pt x="250698" y="41275"/>
                  </a:lnTo>
                  <a:lnTo>
                    <a:pt x="250698" y="33147"/>
                  </a:lnTo>
                  <a:close/>
                </a:path>
                <a:path w="262254" h="74929">
                  <a:moveTo>
                    <a:pt x="253237" y="33147"/>
                  </a:moveTo>
                  <a:lnTo>
                    <a:pt x="250698" y="33147"/>
                  </a:lnTo>
                  <a:lnTo>
                    <a:pt x="250698" y="41275"/>
                  </a:lnTo>
                  <a:lnTo>
                    <a:pt x="253237" y="41275"/>
                  </a:lnTo>
                  <a:lnTo>
                    <a:pt x="253237" y="33147"/>
                  </a:lnTo>
                  <a:close/>
                </a:path>
                <a:path w="262254" h="74929">
                  <a:moveTo>
                    <a:pt x="202818" y="0"/>
                  </a:moveTo>
                  <a:lnTo>
                    <a:pt x="199770" y="635"/>
                  </a:lnTo>
                  <a:lnTo>
                    <a:pt x="196976" y="5207"/>
                  </a:lnTo>
                  <a:lnTo>
                    <a:pt x="197738" y="8127"/>
                  </a:lnTo>
                  <a:lnTo>
                    <a:pt x="199898" y="9525"/>
                  </a:lnTo>
                  <a:lnTo>
                    <a:pt x="244195" y="37211"/>
                  </a:lnTo>
                  <a:lnTo>
                    <a:pt x="250698" y="33147"/>
                  </a:lnTo>
                  <a:lnTo>
                    <a:pt x="253237" y="33147"/>
                  </a:lnTo>
                  <a:lnTo>
                    <a:pt x="253237" y="32385"/>
                  </a:lnTo>
                  <a:lnTo>
                    <a:pt x="254536" y="32385"/>
                  </a:lnTo>
                  <a:lnTo>
                    <a:pt x="204977" y="1397"/>
                  </a:lnTo>
                  <a:lnTo>
                    <a:pt x="20281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9940543" y="2119122"/>
            <a:ext cx="1432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260" marR="5080" indent="-54419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Ciencia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aplicaciones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2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263378" y="2660650"/>
            <a:ext cx="1402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Exploración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9401556" y="2295144"/>
            <a:ext cx="979805" cy="979805"/>
            <a:chOff x="9401556" y="2295144"/>
            <a:chExt cx="979805" cy="979805"/>
          </a:xfrm>
        </p:grpSpPr>
        <p:pic>
          <p:nvPicPr>
            <p:cNvPr id="94" name="object 9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01556" y="2295144"/>
              <a:ext cx="979677" cy="97967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57588" y="2513203"/>
              <a:ext cx="502030" cy="50190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06259" y="2654524"/>
              <a:ext cx="205681" cy="221297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10263378" y="373298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Aplicaciones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soluciones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industriales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401556" y="3459479"/>
            <a:ext cx="979805" cy="979805"/>
            <a:chOff x="9401556" y="3459479"/>
            <a:chExt cx="979805" cy="979805"/>
          </a:xfrm>
        </p:grpSpPr>
        <p:pic>
          <p:nvPicPr>
            <p:cNvPr id="99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1556" y="3459479"/>
              <a:ext cx="979677" cy="97967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57588" y="3677284"/>
              <a:ext cx="502030" cy="50190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777810" y="3831810"/>
              <a:ext cx="262624" cy="194350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10284079" y="4920233"/>
            <a:ext cx="139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Ciencia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analítica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911148" y="1693417"/>
            <a:ext cx="10849610" cy="3933190"/>
            <a:chOff x="911148" y="1693417"/>
            <a:chExt cx="10849610" cy="3933190"/>
          </a:xfrm>
        </p:grpSpPr>
        <p:pic>
          <p:nvPicPr>
            <p:cNvPr id="104" name="object 1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401556" y="4646675"/>
              <a:ext cx="979677" cy="97967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57587" y="4863845"/>
              <a:ext cx="502030" cy="502031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98265" y="5020711"/>
              <a:ext cx="221789" cy="18916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15911" y="3346195"/>
              <a:ext cx="10840085" cy="1164590"/>
            </a:xfrm>
            <a:custGeom>
              <a:avLst/>
              <a:gdLst/>
              <a:ahLst/>
              <a:cxnLst/>
              <a:rect l="l" t="t" r="r" b="b"/>
              <a:pathLst>
                <a:path w="10840085" h="1164589">
                  <a:moveTo>
                    <a:pt x="9230880" y="0"/>
                  </a:moveTo>
                  <a:lnTo>
                    <a:pt x="10839970" y="0"/>
                  </a:lnTo>
                </a:path>
                <a:path w="10840085" h="1164589">
                  <a:moveTo>
                    <a:pt x="9230880" y="1164081"/>
                  </a:moveTo>
                  <a:lnTo>
                    <a:pt x="10839970" y="1164081"/>
                  </a:lnTo>
                </a:path>
                <a:path w="10840085" h="1164589">
                  <a:moveTo>
                    <a:pt x="0" y="0"/>
                  </a:moveTo>
                  <a:lnTo>
                    <a:pt x="1351927" y="0"/>
                  </a:lnTo>
                </a:path>
                <a:path w="10840085" h="1164589">
                  <a:moveTo>
                    <a:pt x="0" y="1164081"/>
                  </a:moveTo>
                  <a:lnTo>
                    <a:pt x="1351927" y="1164081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57161" y="1693417"/>
              <a:ext cx="2070735" cy="313055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7540879" y="1623187"/>
            <a:ext cx="1503045" cy="41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40"/>
              </a:lnSpc>
              <a:spcBef>
                <a:spcPts val="105"/>
              </a:spcBef>
            </a:pP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540"/>
              </a:lnSpc>
            </a:pP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útiles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7369809" y="2556891"/>
            <a:ext cx="1471930" cy="2882900"/>
          </a:xfrm>
          <a:custGeom>
            <a:avLst/>
            <a:gdLst/>
            <a:ahLst/>
            <a:cxnLst/>
            <a:rect l="l" t="t" r="r" b="b"/>
            <a:pathLst>
              <a:path w="1471929" h="2882900">
                <a:moveTo>
                  <a:pt x="1471422" y="0"/>
                </a:moveTo>
                <a:lnTo>
                  <a:pt x="0" y="0"/>
                </a:lnTo>
                <a:lnTo>
                  <a:pt x="0" y="2882773"/>
                </a:lnTo>
                <a:lnTo>
                  <a:pt x="1471422" y="2882773"/>
                </a:lnTo>
                <a:lnTo>
                  <a:pt x="1471422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7449311" y="2648165"/>
            <a:ext cx="1312545" cy="3263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517525" marR="64769" indent="-445134">
              <a:lnSpc>
                <a:spcPct val="100000"/>
              </a:lnSpc>
              <a:spcBef>
                <a:spcPts val="204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calidad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9" name="object 1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20" name="object 1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7449311" y="3355314"/>
            <a:ext cx="1312545" cy="3867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6515" rIns="0" bIns="0" rtlCol="0">
            <a:spAutoFit/>
          </a:bodyPr>
          <a:lstStyle/>
          <a:p>
            <a:pPr marL="195580" marR="35560" indent="-1524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tiempo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real </a:t>
            </a:r>
            <a:r>
              <a:rPr sz="900" spc="-30" dirty="0">
                <a:latin typeface="Arial"/>
                <a:cs typeface="Arial"/>
              </a:rPr>
              <a:t>basado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449311" y="3819385"/>
            <a:ext cx="1312545" cy="316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3180" marR="35560" indent="354965">
              <a:lnSpc>
                <a:spcPct val="100000"/>
              </a:lnSpc>
              <a:spcBef>
                <a:spcPts val="170"/>
              </a:spcBef>
            </a:pPr>
            <a:r>
              <a:rPr sz="900" spc="-30" dirty="0">
                <a:latin typeface="Arial"/>
                <a:cs typeface="Arial"/>
              </a:rPr>
              <a:t>Catálogo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 descubrimiento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464170" y="5123192"/>
            <a:ext cx="1282700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350"/>
              </a:spcBef>
            </a:pPr>
            <a:r>
              <a:rPr sz="900" spc="-25" dirty="0">
                <a:latin typeface="Arial"/>
                <a:cs typeface="Arial"/>
              </a:rPr>
              <a:t>+++</a:t>
            </a:r>
            <a:endParaRPr sz="9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449311" y="482004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Generación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gráficos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49311" y="4516894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Imagen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3D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449311" y="4213745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Servicios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esquemas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449311" y="305220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Alojamiento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12192000" cy="3889375"/>
            <a:chOff x="0" y="0"/>
            <a:chExt cx="12192000" cy="3889375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2192000" cy="3429000"/>
            </a:xfrm>
            <a:custGeom>
              <a:avLst/>
              <a:gdLst/>
              <a:ahLst/>
              <a:cxnLst/>
              <a:rect l="l" t="t" r="r" b="b"/>
              <a:pathLst>
                <a:path w="12192000" h="3429000">
                  <a:moveTo>
                    <a:pt x="12192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12192000" y="3429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5792" y="1539494"/>
              <a:ext cx="3152140" cy="2350135"/>
            </a:xfrm>
            <a:custGeom>
              <a:avLst/>
              <a:gdLst/>
              <a:ahLst/>
              <a:cxnLst/>
              <a:rect l="l" t="t" r="r" b="b"/>
              <a:pathLst>
                <a:path w="3152140" h="2350135">
                  <a:moveTo>
                    <a:pt x="2980562" y="0"/>
                  </a:moveTo>
                  <a:lnTo>
                    <a:pt x="171703" y="0"/>
                  </a:lnTo>
                  <a:lnTo>
                    <a:pt x="126044" y="6130"/>
                  </a:lnTo>
                  <a:lnTo>
                    <a:pt x="85024" y="23429"/>
                  </a:lnTo>
                  <a:lnTo>
                    <a:pt x="50276" y="50260"/>
                  </a:lnTo>
                  <a:lnTo>
                    <a:pt x="23433" y="84986"/>
                  </a:lnTo>
                  <a:lnTo>
                    <a:pt x="6130" y="125971"/>
                  </a:lnTo>
                  <a:lnTo>
                    <a:pt x="0" y="171576"/>
                  </a:lnTo>
                  <a:lnTo>
                    <a:pt x="0" y="2177922"/>
                  </a:lnTo>
                  <a:lnTo>
                    <a:pt x="6130" y="2223582"/>
                  </a:lnTo>
                  <a:lnTo>
                    <a:pt x="23433" y="2264602"/>
                  </a:lnTo>
                  <a:lnTo>
                    <a:pt x="50276" y="2299350"/>
                  </a:lnTo>
                  <a:lnTo>
                    <a:pt x="85024" y="2326193"/>
                  </a:lnTo>
                  <a:lnTo>
                    <a:pt x="126044" y="2343496"/>
                  </a:lnTo>
                  <a:lnTo>
                    <a:pt x="171703" y="2349626"/>
                  </a:lnTo>
                  <a:lnTo>
                    <a:pt x="2980562" y="2349626"/>
                  </a:lnTo>
                  <a:lnTo>
                    <a:pt x="3026168" y="2343496"/>
                  </a:lnTo>
                  <a:lnTo>
                    <a:pt x="3067153" y="2326193"/>
                  </a:lnTo>
                  <a:lnTo>
                    <a:pt x="3101879" y="2299350"/>
                  </a:lnTo>
                  <a:lnTo>
                    <a:pt x="3128710" y="2264602"/>
                  </a:lnTo>
                  <a:lnTo>
                    <a:pt x="3146009" y="2223582"/>
                  </a:lnTo>
                  <a:lnTo>
                    <a:pt x="3152139" y="2177922"/>
                  </a:lnTo>
                  <a:lnTo>
                    <a:pt x="3152139" y="171576"/>
                  </a:lnTo>
                  <a:lnTo>
                    <a:pt x="3146009" y="125971"/>
                  </a:lnTo>
                  <a:lnTo>
                    <a:pt x="3128710" y="84986"/>
                  </a:lnTo>
                  <a:lnTo>
                    <a:pt x="3101879" y="50260"/>
                  </a:lnTo>
                  <a:lnTo>
                    <a:pt x="3067153" y="23429"/>
                  </a:lnTo>
                  <a:lnTo>
                    <a:pt x="3026168" y="6130"/>
                  </a:lnTo>
                  <a:lnTo>
                    <a:pt x="2980562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35833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0" dirty="0">
                <a:solidFill>
                  <a:srgbClr val="000000"/>
                </a:solidFill>
              </a:rPr>
              <a:t>Exploración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60" dirty="0">
                <a:solidFill>
                  <a:srgbClr val="000000"/>
                </a:solidFill>
              </a:rPr>
              <a:t>datos</a:t>
            </a:r>
            <a:endParaRPr sz="3000"/>
          </a:p>
        </p:txBody>
      </p:sp>
      <p:grpSp>
        <p:nvGrpSpPr>
          <p:cNvPr id="9" name="object 9"/>
          <p:cNvGrpSpPr/>
          <p:nvPr/>
        </p:nvGrpSpPr>
        <p:grpSpPr>
          <a:xfrm>
            <a:off x="88629" y="1294130"/>
            <a:ext cx="12014835" cy="3150870"/>
            <a:chOff x="88629" y="1294130"/>
            <a:chExt cx="12014835" cy="3150870"/>
          </a:xfrm>
        </p:grpSpPr>
        <p:sp>
          <p:nvSpPr>
            <p:cNvPr id="10" name="object 10"/>
            <p:cNvSpPr/>
            <p:nvPr/>
          </p:nvSpPr>
          <p:spPr>
            <a:xfrm>
              <a:off x="455066" y="1568069"/>
              <a:ext cx="3482340" cy="2625090"/>
            </a:xfrm>
            <a:custGeom>
              <a:avLst/>
              <a:gdLst/>
              <a:ahLst/>
              <a:cxnLst/>
              <a:rect l="l" t="t" r="r" b="b"/>
              <a:pathLst>
                <a:path w="3482340" h="2625090">
                  <a:moveTo>
                    <a:pt x="3368141" y="0"/>
                  </a:moveTo>
                  <a:lnTo>
                    <a:pt x="114007" y="0"/>
                  </a:lnTo>
                  <a:lnTo>
                    <a:pt x="69630" y="8961"/>
                  </a:lnTo>
                  <a:lnTo>
                    <a:pt x="33391" y="33400"/>
                  </a:lnTo>
                  <a:lnTo>
                    <a:pt x="8959" y="69651"/>
                  </a:lnTo>
                  <a:lnTo>
                    <a:pt x="0" y="114045"/>
                  </a:lnTo>
                  <a:lnTo>
                    <a:pt x="0" y="2510535"/>
                  </a:lnTo>
                  <a:lnTo>
                    <a:pt x="8959" y="2554930"/>
                  </a:lnTo>
                  <a:lnTo>
                    <a:pt x="33391" y="2591180"/>
                  </a:lnTo>
                  <a:lnTo>
                    <a:pt x="69630" y="2615620"/>
                  </a:lnTo>
                  <a:lnTo>
                    <a:pt x="114007" y="2624581"/>
                  </a:lnTo>
                  <a:lnTo>
                    <a:pt x="3368141" y="2624581"/>
                  </a:lnTo>
                  <a:lnTo>
                    <a:pt x="3412462" y="2615620"/>
                  </a:lnTo>
                  <a:lnTo>
                    <a:pt x="3448675" y="2591180"/>
                  </a:lnTo>
                  <a:lnTo>
                    <a:pt x="3473101" y="2554930"/>
                  </a:lnTo>
                  <a:lnTo>
                    <a:pt x="3482060" y="2510535"/>
                  </a:lnTo>
                  <a:lnTo>
                    <a:pt x="3482060" y="114045"/>
                  </a:lnTo>
                  <a:lnTo>
                    <a:pt x="3473101" y="69651"/>
                  </a:lnTo>
                  <a:lnTo>
                    <a:pt x="3448675" y="33400"/>
                  </a:lnTo>
                  <a:lnTo>
                    <a:pt x="3412462" y="8961"/>
                  </a:lnTo>
                  <a:lnTo>
                    <a:pt x="336814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29" y="1294130"/>
              <a:ext cx="4255514" cy="31504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935" y="2146680"/>
              <a:ext cx="3291840" cy="152628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8241" y="1294130"/>
              <a:ext cx="4255515" cy="31504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42638" y="1568069"/>
              <a:ext cx="3472815" cy="2625090"/>
            </a:xfrm>
            <a:custGeom>
              <a:avLst/>
              <a:gdLst/>
              <a:ahLst/>
              <a:cxnLst/>
              <a:rect l="l" t="t" r="r" b="b"/>
              <a:pathLst>
                <a:path w="3472815" h="2625090">
                  <a:moveTo>
                    <a:pt x="3358641" y="0"/>
                  </a:moveTo>
                  <a:lnTo>
                    <a:pt x="114046" y="0"/>
                  </a:lnTo>
                  <a:lnTo>
                    <a:pt x="69651" y="8961"/>
                  </a:lnTo>
                  <a:lnTo>
                    <a:pt x="33400" y="33400"/>
                  </a:lnTo>
                  <a:lnTo>
                    <a:pt x="8961" y="69651"/>
                  </a:lnTo>
                  <a:lnTo>
                    <a:pt x="0" y="114045"/>
                  </a:lnTo>
                  <a:lnTo>
                    <a:pt x="0" y="2510535"/>
                  </a:lnTo>
                  <a:lnTo>
                    <a:pt x="8961" y="2554930"/>
                  </a:lnTo>
                  <a:lnTo>
                    <a:pt x="33400" y="2591180"/>
                  </a:lnTo>
                  <a:lnTo>
                    <a:pt x="69651" y="2615620"/>
                  </a:lnTo>
                  <a:lnTo>
                    <a:pt x="114046" y="2624581"/>
                  </a:lnTo>
                  <a:lnTo>
                    <a:pt x="3358641" y="2624581"/>
                  </a:lnTo>
                  <a:lnTo>
                    <a:pt x="3403036" y="2615620"/>
                  </a:lnTo>
                  <a:lnTo>
                    <a:pt x="3439287" y="2591180"/>
                  </a:lnTo>
                  <a:lnTo>
                    <a:pt x="3463726" y="2554930"/>
                  </a:lnTo>
                  <a:lnTo>
                    <a:pt x="3472688" y="2510535"/>
                  </a:lnTo>
                  <a:lnTo>
                    <a:pt x="3472688" y="114045"/>
                  </a:lnTo>
                  <a:lnTo>
                    <a:pt x="3463726" y="69651"/>
                  </a:lnTo>
                  <a:lnTo>
                    <a:pt x="3439287" y="33400"/>
                  </a:lnTo>
                  <a:lnTo>
                    <a:pt x="3403036" y="8961"/>
                  </a:lnTo>
                  <a:lnTo>
                    <a:pt x="3358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0583" y="2065909"/>
              <a:ext cx="3370834" cy="16070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7838" y="1294130"/>
              <a:ext cx="4255515" cy="31504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5611" y="2099818"/>
              <a:ext cx="3300095" cy="15731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367532" y="5162803"/>
            <a:ext cx="234759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30" dirty="0">
                <a:latin typeface="Arial"/>
                <a:cs typeface="Arial"/>
              </a:rPr>
              <a:t>Explore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todos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los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datos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través </a:t>
            </a:r>
            <a:r>
              <a:rPr sz="1300" spc="-35" dirty="0">
                <a:latin typeface="Arial"/>
                <a:cs typeface="Arial"/>
              </a:rPr>
              <a:t>de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una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jerarquía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55" dirty="0">
                <a:latin typeface="Arial"/>
                <a:cs typeface="Arial"/>
              </a:rPr>
              <a:t>de</a:t>
            </a:r>
            <a:r>
              <a:rPr sz="1300" b="1" spc="-6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activos </a:t>
            </a:r>
            <a:r>
              <a:rPr sz="1300" b="1" spc="-45" dirty="0">
                <a:latin typeface="Arial"/>
                <a:cs typeface="Arial"/>
              </a:rPr>
              <a:t>tradicional</a:t>
            </a:r>
            <a:r>
              <a:rPr sz="1300" b="1" spc="-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60" dirty="0">
                <a:latin typeface="Arial"/>
                <a:cs typeface="Arial"/>
              </a:rPr>
              <a:t> añada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contexto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de </a:t>
            </a:r>
            <a:r>
              <a:rPr sz="1300" spc="-40" dirty="0">
                <a:latin typeface="Arial"/>
                <a:cs typeface="Arial"/>
              </a:rPr>
              <a:t>búsqueda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adicional </a:t>
            </a:r>
            <a:r>
              <a:rPr sz="1300" spc="-40" dirty="0">
                <a:latin typeface="Arial"/>
                <a:cs typeface="Arial"/>
              </a:rPr>
              <a:t>para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mejorar </a:t>
            </a:r>
            <a:r>
              <a:rPr sz="1300" spc="-25" dirty="0">
                <a:latin typeface="Arial"/>
                <a:cs typeface="Arial"/>
              </a:rPr>
              <a:t>los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filtros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2900" y="4520691"/>
            <a:ext cx="2598420" cy="145390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42950" y="4961635"/>
            <a:ext cx="2002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Encuentre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segundos,</a:t>
            </a:r>
            <a:r>
              <a:rPr sz="1800" b="1" spc="-110" dirty="0">
                <a:solidFill>
                  <a:srgbClr val="FFFFFF"/>
                </a:solidFill>
                <a:latin typeface="Arial"/>
                <a:cs typeface="Arial"/>
              </a:rPr>
              <a:t> no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horas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13532" y="4287011"/>
            <a:ext cx="981710" cy="979805"/>
            <a:chOff x="3113532" y="4287011"/>
            <a:chExt cx="981710" cy="97980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3532" y="4287011"/>
              <a:ext cx="981151" cy="9796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0199" y="4504435"/>
              <a:ext cx="502030" cy="50203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307582" y="5162803"/>
            <a:ext cx="237172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55" dirty="0">
                <a:latin typeface="Arial"/>
                <a:cs typeface="Arial"/>
              </a:rPr>
              <a:t>Navegue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por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los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diagramas</a:t>
            </a:r>
            <a:r>
              <a:rPr sz="1300" spc="-25" dirty="0">
                <a:latin typeface="Arial"/>
                <a:cs typeface="Arial"/>
              </a:rPr>
              <a:t> de </a:t>
            </a:r>
            <a:r>
              <a:rPr sz="1300" spc="-20" dirty="0">
                <a:latin typeface="Arial"/>
                <a:cs typeface="Arial"/>
              </a:rPr>
              <a:t>proceso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otros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dibujos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de </a:t>
            </a:r>
            <a:r>
              <a:rPr sz="1300" spc="-30" dirty="0">
                <a:latin typeface="Arial"/>
                <a:cs typeface="Arial"/>
              </a:rPr>
              <a:t>ingeniería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para </a:t>
            </a:r>
            <a:r>
              <a:rPr sz="1300" spc="-10" dirty="0">
                <a:latin typeface="Arial"/>
                <a:cs typeface="Arial"/>
              </a:rPr>
              <a:t>obtener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una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vista </a:t>
            </a:r>
            <a:r>
              <a:rPr sz="1300" b="1" spc="-40" dirty="0">
                <a:latin typeface="Arial"/>
                <a:cs typeface="Arial"/>
              </a:rPr>
              <a:t>orientada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a</a:t>
            </a:r>
            <a:r>
              <a:rPr sz="1300" b="1" spc="-9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procesos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24264" y="5162803"/>
            <a:ext cx="232092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60" dirty="0">
                <a:latin typeface="Arial"/>
                <a:cs typeface="Arial"/>
              </a:rPr>
              <a:t>Use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b="1" spc="-75" dirty="0">
                <a:latin typeface="Arial"/>
                <a:cs typeface="Arial"/>
              </a:rPr>
              <a:t>modelos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spc="-70" dirty="0">
                <a:latin typeface="Arial"/>
                <a:cs typeface="Arial"/>
              </a:rPr>
              <a:t>en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3D </a:t>
            </a:r>
            <a:r>
              <a:rPr sz="1300" b="1" spc="-50" dirty="0">
                <a:latin typeface="Arial"/>
                <a:cs typeface="Arial"/>
              </a:rPr>
              <a:t>contextualizados</a:t>
            </a:r>
            <a:r>
              <a:rPr sz="1300" b="1" spc="15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para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obtener </a:t>
            </a:r>
            <a:r>
              <a:rPr sz="1300" spc="-25" dirty="0">
                <a:latin typeface="Arial"/>
                <a:cs typeface="Arial"/>
              </a:rPr>
              <a:t>acceso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series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temporales, dibujos,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eventos,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archivos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más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través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de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una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UI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unificada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53328" y="4311396"/>
            <a:ext cx="981151" cy="979677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480784" y="4255008"/>
            <a:ext cx="6469380" cy="979805"/>
            <a:chOff x="3480784" y="4255008"/>
            <a:chExt cx="6469380" cy="979805"/>
          </a:xfrm>
        </p:grpSpPr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10122" y="4528693"/>
              <a:ext cx="502030" cy="5020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70264" y="4255008"/>
              <a:ext cx="979677" cy="97967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6169" y="4472813"/>
              <a:ext cx="502030" cy="5020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80784" y="4637246"/>
              <a:ext cx="274256" cy="2743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25787" y="4642580"/>
              <a:ext cx="270700" cy="2742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364980" y="4599177"/>
              <a:ext cx="174625" cy="25400"/>
            </a:xfrm>
            <a:custGeom>
              <a:avLst/>
              <a:gdLst/>
              <a:ahLst/>
              <a:cxnLst/>
              <a:rect l="l" t="t" r="r" b="b"/>
              <a:pathLst>
                <a:path w="174625" h="25400">
                  <a:moveTo>
                    <a:pt x="24892" y="0"/>
                  </a:moveTo>
                  <a:lnTo>
                    <a:pt x="0" y="0"/>
                  </a:lnTo>
                  <a:lnTo>
                    <a:pt x="0" y="24892"/>
                  </a:lnTo>
                  <a:lnTo>
                    <a:pt x="24892" y="24892"/>
                  </a:lnTo>
                  <a:lnTo>
                    <a:pt x="24892" y="0"/>
                  </a:lnTo>
                  <a:close/>
                </a:path>
                <a:path w="174625" h="25400">
                  <a:moveTo>
                    <a:pt x="74803" y="0"/>
                  </a:moveTo>
                  <a:lnTo>
                    <a:pt x="49911" y="0"/>
                  </a:lnTo>
                  <a:lnTo>
                    <a:pt x="49911" y="24892"/>
                  </a:lnTo>
                  <a:lnTo>
                    <a:pt x="74803" y="24892"/>
                  </a:lnTo>
                  <a:lnTo>
                    <a:pt x="74803" y="0"/>
                  </a:lnTo>
                  <a:close/>
                </a:path>
                <a:path w="174625" h="25400">
                  <a:moveTo>
                    <a:pt x="124587" y="0"/>
                  </a:moveTo>
                  <a:lnTo>
                    <a:pt x="99695" y="0"/>
                  </a:lnTo>
                  <a:lnTo>
                    <a:pt x="99695" y="24892"/>
                  </a:lnTo>
                  <a:lnTo>
                    <a:pt x="124587" y="24892"/>
                  </a:lnTo>
                  <a:lnTo>
                    <a:pt x="124587" y="0"/>
                  </a:lnTo>
                  <a:close/>
                </a:path>
                <a:path w="174625" h="25400">
                  <a:moveTo>
                    <a:pt x="174498" y="0"/>
                  </a:moveTo>
                  <a:lnTo>
                    <a:pt x="149606" y="0"/>
                  </a:lnTo>
                  <a:lnTo>
                    <a:pt x="149606" y="24892"/>
                  </a:lnTo>
                  <a:lnTo>
                    <a:pt x="174498" y="24892"/>
                  </a:lnTo>
                  <a:lnTo>
                    <a:pt x="174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70911" y="4587367"/>
              <a:ext cx="163195" cy="12065"/>
            </a:xfrm>
            <a:custGeom>
              <a:avLst/>
              <a:gdLst/>
              <a:ahLst/>
              <a:cxnLst/>
              <a:rect l="l" t="t" r="r" b="b"/>
              <a:pathLst>
                <a:path w="163195" h="12064">
                  <a:moveTo>
                    <a:pt x="14287" y="0"/>
                  </a:moveTo>
                  <a:lnTo>
                    <a:pt x="0" y="0"/>
                  </a:lnTo>
                  <a:lnTo>
                    <a:pt x="0" y="11811"/>
                  </a:lnTo>
                  <a:lnTo>
                    <a:pt x="14287" y="11811"/>
                  </a:lnTo>
                  <a:lnTo>
                    <a:pt x="14287" y="0"/>
                  </a:lnTo>
                  <a:close/>
                </a:path>
                <a:path w="163195" h="12064">
                  <a:moveTo>
                    <a:pt x="64198" y="0"/>
                  </a:moveTo>
                  <a:lnTo>
                    <a:pt x="49911" y="0"/>
                  </a:lnTo>
                  <a:lnTo>
                    <a:pt x="49911" y="11811"/>
                  </a:lnTo>
                  <a:lnTo>
                    <a:pt x="64198" y="11811"/>
                  </a:lnTo>
                  <a:lnTo>
                    <a:pt x="64198" y="0"/>
                  </a:lnTo>
                  <a:close/>
                </a:path>
                <a:path w="163195" h="12064">
                  <a:moveTo>
                    <a:pt x="112712" y="0"/>
                  </a:moveTo>
                  <a:lnTo>
                    <a:pt x="98425" y="0"/>
                  </a:lnTo>
                  <a:lnTo>
                    <a:pt x="98425" y="11811"/>
                  </a:lnTo>
                  <a:lnTo>
                    <a:pt x="112712" y="11811"/>
                  </a:lnTo>
                  <a:lnTo>
                    <a:pt x="112712" y="0"/>
                  </a:lnTo>
                  <a:close/>
                </a:path>
                <a:path w="163195" h="12064">
                  <a:moveTo>
                    <a:pt x="162623" y="0"/>
                  </a:moveTo>
                  <a:lnTo>
                    <a:pt x="148336" y="0"/>
                  </a:lnTo>
                  <a:lnTo>
                    <a:pt x="148336" y="11811"/>
                  </a:lnTo>
                  <a:lnTo>
                    <a:pt x="162623" y="11811"/>
                  </a:lnTo>
                  <a:lnTo>
                    <a:pt x="1626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334754" y="4580890"/>
              <a:ext cx="234950" cy="249554"/>
            </a:xfrm>
            <a:custGeom>
              <a:avLst/>
              <a:gdLst/>
              <a:ahLst/>
              <a:cxnLst/>
              <a:rect l="l" t="t" r="r" b="b"/>
              <a:pathLst>
                <a:path w="234950" h="249554">
                  <a:moveTo>
                    <a:pt x="111632" y="249174"/>
                  </a:moveTo>
                  <a:lnTo>
                    <a:pt x="0" y="249174"/>
                  </a:lnTo>
                  <a:lnTo>
                    <a:pt x="0" y="0"/>
                  </a:lnTo>
                  <a:lnTo>
                    <a:pt x="234950" y="0"/>
                  </a:lnTo>
                  <a:lnTo>
                    <a:pt x="234950" y="117983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75946" y="4723225"/>
              <a:ext cx="150685" cy="150812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2345385"/>
            <a:ext cx="11024870" cy="3672204"/>
            <a:chOff x="0" y="2345385"/>
            <a:chExt cx="11024870" cy="3672204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758947"/>
              <a:ext cx="7511033" cy="32097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1707" y="2345385"/>
              <a:ext cx="5818505" cy="35005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08779" y="2568193"/>
              <a:ext cx="5448935" cy="3054985"/>
            </a:xfrm>
            <a:custGeom>
              <a:avLst/>
              <a:gdLst/>
              <a:ahLst/>
              <a:cxnLst/>
              <a:rect l="l" t="t" r="r" b="b"/>
              <a:pathLst>
                <a:path w="5448934" h="3054985">
                  <a:moveTo>
                    <a:pt x="5448554" y="0"/>
                  </a:moveTo>
                  <a:lnTo>
                    <a:pt x="0" y="0"/>
                  </a:lnTo>
                  <a:lnTo>
                    <a:pt x="0" y="3054604"/>
                  </a:lnTo>
                  <a:lnTo>
                    <a:pt x="5448554" y="3054604"/>
                  </a:lnTo>
                  <a:lnTo>
                    <a:pt x="5448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4023" y="5811367"/>
              <a:ext cx="7025258" cy="2057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1543" y="5940552"/>
              <a:ext cx="7052818" cy="293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399902" y="5900115"/>
              <a:ext cx="294640" cy="46355"/>
            </a:xfrm>
            <a:custGeom>
              <a:avLst/>
              <a:gdLst/>
              <a:ahLst/>
              <a:cxnLst/>
              <a:rect l="l" t="t" r="r" b="b"/>
              <a:pathLst>
                <a:path w="294640" h="46354">
                  <a:moveTo>
                    <a:pt x="271272" y="0"/>
                  </a:moveTo>
                  <a:lnTo>
                    <a:pt x="22860" y="0"/>
                  </a:lnTo>
                  <a:lnTo>
                    <a:pt x="13983" y="1803"/>
                  </a:lnTo>
                  <a:lnTo>
                    <a:pt x="6715" y="6721"/>
                  </a:lnTo>
                  <a:lnTo>
                    <a:pt x="1803" y="14016"/>
                  </a:lnTo>
                  <a:lnTo>
                    <a:pt x="0" y="22948"/>
                  </a:lnTo>
                  <a:lnTo>
                    <a:pt x="1803" y="31874"/>
                  </a:lnTo>
                  <a:lnTo>
                    <a:pt x="6715" y="39165"/>
                  </a:lnTo>
                  <a:lnTo>
                    <a:pt x="13983" y="44081"/>
                  </a:lnTo>
                  <a:lnTo>
                    <a:pt x="22860" y="45885"/>
                  </a:lnTo>
                  <a:lnTo>
                    <a:pt x="271272" y="45885"/>
                  </a:lnTo>
                  <a:lnTo>
                    <a:pt x="280148" y="44081"/>
                  </a:lnTo>
                  <a:lnTo>
                    <a:pt x="287416" y="39165"/>
                  </a:lnTo>
                  <a:lnTo>
                    <a:pt x="292328" y="31874"/>
                  </a:lnTo>
                  <a:lnTo>
                    <a:pt x="294131" y="22948"/>
                  </a:lnTo>
                  <a:lnTo>
                    <a:pt x="292328" y="14016"/>
                  </a:lnTo>
                  <a:lnTo>
                    <a:pt x="287416" y="6721"/>
                  </a:lnTo>
                  <a:lnTo>
                    <a:pt x="280148" y="1803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87037" y="5811354"/>
              <a:ext cx="7032244" cy="2057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32676" y="5826248"/>
              <a:ext cx="1147064" cy="86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33131" y="2367914"/>
              <a:ext cx="2810510" cy="345937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53948" y="3541521"/>
            <a:ext cx="38144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spc="-170" dirty="0">
                <a:solidFill>
                  <a:srgbClr val="FFFFFF"/>
                </a:solidFill>
                <a:latin typeface="Arial"/>
                <a:cs typeface="Arial"/>
              </a:rPr>
              <a:t>Modelos</a:t>
            </a:r>
            <a:r>
              <a:rPr sz="3000" b="1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9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3000" b="1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10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3000" b="1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65" dirty="0">
                <a:solidFill>
                  <a:srgbClr val="FFFFFF"/>
                </a:solidFill>
                <a:latin typeface="Arial"/>
                <a:cs typeface="Arial"/>
              </a:rPr>
              <a:t>para capturar</a:t>
            </a:r>
            <a:r>
              <a:rPr sz="300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diferentes perspectivas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27296" y="2307082"/>
            <a:ext cx="5832475" cy="3094355"/>
            <a:chOff x="4527296" y="2307082"/>
            <a:chExt cx="5832475" cy="3094355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43424" y="2622042"/>
              <a:ext cx="4919472" cy="277939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7296" y="2333371"/>
              <a:ext cx="669925" cy="68884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15017" y="2307082"/>
              <a:ext cx="944245" cy="9574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21042" y="2633853"/>
              <a:ext cx="110616" cy="47447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166859" y="1219961"/>
            <a:ext cx="2682240" cy="33528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08585" marR="379095">
              <a:lnSpc>
                <a:spcPct val="100000"/>
              </a:lnSpc>
            </a:pPr>
            <a:r>
              <a:rPr sz="1100" spc="-30" dirty="0">
                <a:latin typeface="Arial"/>
                <a:cs typeface="Arial"/>
              </a:rPr>
              <a:t>Datos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modelos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para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casos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uso </a:t>
            </a:r>
            <a:r>
              <a:rPr sz="1100" spc="-10" dirty="0">
                <a:latin typeface="Arial"/>
                <a:cs typeface="Arial"/>
              </a:rPr>
              <a:t>específicos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23629" y="1595373"/>
            <a:ext cx="230060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228600" indent="-71755">
              <a:lnSpc>
                <a:spcPct val="100000"/>
              </a:lnSpc>
              <a:spcBef>
                <a:spcPts val="95"/>
              </a:spcBef>
              <a:buSzPct val="70000"/>
              <a:buChar char="•"/>
              <a:tabLst>
                <a:tab pos="83820" algn="l"/>
              </a:tabLst>
            </a:pPr>
            <a:r>
              <a:rPr sz="1000" spc="-45" dirty="0">
                <a:latin typeface="Arial"/>
                <a:cs typeface="Arial"/>
              </a:rPr>
              <a:t>Cree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modelos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datos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usando</a:t>
            </a:r>
            <a:r>
              <a:rPr sz="1000" spc="-25" dirty="0">
                <a:latin typeface="Arial"/>
                <a:cs typeface="Arial"/>
              </a:rPr>
              <a:t> un </a:t>
            </a:r>
            <a:r>
              <a:rPr sz="1000" dirty="0">
                <a:latin typeface="Arial"/>
                <a:cs typeface="Arial"/>
              </a:rPr>
              <a:t>subconjunto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modelos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dominio</a:t>
            </a:r>
            <a:endParaRPr sz="1000">
              <a:latin typeface="Arial"/>
              <a:cs typeface="Arial"/>
            </a:endParaRPr>
          </a:p>
          <a:p>
            <a:pPr marL="83820" marR="5080" indent="-71755">
              <a:lnSpc>
                <a:spcPct val="100000"/>
              </a:lnSpc>
              <a:spcBef>
                <a:spcPts val="600"/>
              </a:spcBef>
              <a:buSzPct val="70000"/>
              <a:buChar char="•"/>
              <a:tabLst>
                <a:tab pos="83820" algn="l"/>
              </a:tabLst>
            </a:pPr>
            <a:r>
              <a:rPr sz="1000" spc="-10" dirty="0">
                <a:latin typeface="Arial"/>
                <a:cs typeface="Arial"/>
              </a:rPr>
              <a:t>Llene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automáticamente </a:t>
            </a:r>
            <a:r>
              <a:rPr sz="1000" spc="-20" dirty="0">
                <a:latin typeface="Arial"/>
                <a:cs typeface="Arial"/>
              </a:rPr>
              <a:t>modelos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para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el </a:t>
            </a:r>
            <a:r>
              <a:rPr sz="1000" spc="-10" dirty="0">
                <a:latin typeface="Arial"/>
                <a:cs typeface="Arial"/>
              </a:rPr>
              <a:t>escalado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0809" y="1519052"/>
            <a:ext cx="2064385" cy="7112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5090" indent="-72390">
              <a:lnSpc>
                <a:spcPct val="100000"/>
              </a:lnSpc>
              <a:spcBef>
                <a:spcPts val="695"/>
              </a:spcBef>
              <a:buSzPct val="70000"/>
              <a:buChar char="•"/>
              <a:tabLst>
                <a:tab pos="85090" algn="l"/>
              </a:tabLst>
            </a:pPr>
            <a:r>
              <a:rPr sz="1000" spc="-20" dirty="0">
                <a:latin typeface="Arial"/>
                <a:cs typeface="Arial"/>
              </a:rPr>
              <a:t>Centrado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en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activos</a:t>
            </a:r>
            <a:endParaRPr sz="1000">
              <a:latin typeface="Arial"/>
              <a:cs typeface="Arial"/>
            </a:endParaRPr>
          </a:p>
          <a:p>
            <a:pPr marL="85090" indent="-72390">
              <a:lnSpc>
                <a:spcPct val="100000"/>
              </a:lnSpc>
              <a:spcBef>
                <a:spcPts val="600"/>
              </a:spcBef>
              <a:buSzPct val="70000"/>
              <a:buChar char="•"/>
              <a:tabLst>
                <a:tab pos="85090" algn="l"/>
              </a:tabLst>
            </a:pPr>
            <a:r>
              <a:rPr sz="1000" spc="-40" dirty="0">
                <a:latin typeface="Arial"/>
                <a:cs typeface="Arial"/>
              </a:rPr>
              <a:t>Siga</a:t>
            </a:r>
            <a:r>
              <a:rPr sz="1000" spc="-25" dirty="0">
                <a:latin typeface="Arial"/>
                <a:cs typeface="Arial"/>
              </a:rPr>
              <a:t> normas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(por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ej.,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ISA-</a:t>
            </a:r>
            <a:r>
              <a:rPr sz="1000" spc="-30" dirty="0">
                <a:latin typeface="Arial"/>
                <a:cs typeface="Arial"/>
              </a:rPr>
              <a:t>95,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ISA-</a:t>
            </a:r>
            <a:r>
              <a:rPr sz="1000" spc="-25" dirty="0">
                <a:latin typeface="Arial"/>
                <a:cs typeface="Arial"/>
              </a:rPr>
              <a:t>88)</a:t>
            </a:r>
            <a:endParaRPr sz="1000">
              <a:latin typeface="Arial"/>
              <a:cs typeface="Arial"/>
            </a:endParaRPr>
          </a:p>
          <a:p>
            <a:pPr marL="85090" indent="-72390">
              <a:lnSpc>
                <a:spcPct val="100000"/>
              </a:lnSpc>
              <a:spcBef>
                <a:spcPts val="605"/>
              </a:spcBef>
              <a:buSzPct val="70000"/>
              <a:buChar char="•"/>
              <a:tabLst>
                <a:tab pos="85090" algn="l"/>
              </a:tabLst>
            </a:pPr>
            <a:r>
              <a:rPr sz="1000" spc="-20" dirty="0">
                <a:latin typeface="Arial"/>
                <a:cs typeface="Arial"/>
              </a:rPr>
              <a:t>Tipos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semánticos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personalizados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60364" y="1798320"/>
            <a:ext cx="236982" cy="26746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737864" y="1519052"/>
            <a:ext cx="2312670" cy="7112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5090" indent="-72390">
              <a:lnSpc>
                <a:spcPct val="100000"/>
              </a:lnSpc>
              <a:spcBef>
                <a:spcPts val="695"/>
              </a:spcBef>
              <a:buSzPct val="70000"/>
              <a:buChar char="•"/>
              <a:tabLst>
                <a:tab pos="85090" algn="l"/>
              </a:tabLst>
            </a:pPr>
            <a:r>
              <a:rPr sz="1000" spc="-40" dirty="0">
                <a:latin typeface="Arial"/>
                <a:cs typeface="Arial"/>
              </a:rPr>
              <a:t>Órdenes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trabajo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ERP/MES</a:t>
            </a:r>
            <a:endParaRPr sz="1000">
              <a:latin typeface="Arial"/>
              <a:cs typeface="Arial"/>
            </a:endParaRPr>
          </a:p>
          <a:p>
            <a:pPr marL="85090" indent="-72390">
              <a:lnSpc>
                <a:spcPct val="100000"/>
              </a:lnSpc>
              <a:spcBef>
                <a:spcPts val="600"/>
              </a:spcBef>
              <a:buSzPct val="70000"/>
              <a:buChar char="•"/>
              <a:tabLst>
                <a:tab pos="85090" algn="l"/>
              </a:tabLst>
            </a:pPr>
            <a:r>
              <a:rPr sz="1000" spc="-25" dirty="0">
                <a:latin typeface="Arial"/>
                <a:cs typeface="Arial"/>
              </a:rPr>
              <a:t>Series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temporales</a:t>
            </a:r>
            <a:r>
              <a:rPr sz="1000" spc="-25" dirty="0">
                <a:latin typeface="Arial"/>
                <a:cs typeface="Arial"/>
              </a:rPr>
              <a:t> de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FactoryTalk®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Optix</a:t>
            </a:r>
            <a:endParaRPr sz="1000">
              <a:latin typeface="Arial"/>
              <a:cs typeface="Arial"/>
            </a:endParaRPr>
          </a:p>
          <a:p>
            <a:pPr marL="85090" indent="-72390">
              <a:lnSpc>
                <a:spcPct val="100000"/>
              </a:lnSpc>
              <a:spcBef>
                <a:spcPts val="605"/>
              </a:spcBef>
              <a:buSzPct val="70000"/>
              <a:buChar char="•"/>
              <a:tabLst>
                <a:tab pos="85090" algn="l"/>
              </a:tabLst>
            </a:pPr>
            <a:r>
              <a:rPr sz="1000" spc="-30" dirty="0">
                <a:latin typeface="Arial"/>
                <a:cs typeface="Arial"/>
              </a:rPr>
              <a:t>Alarmas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provenientes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la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HMI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24295" y="1218336"/>
            <a:ext cx="2682240" cy="3390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0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5"/>
              </a:spcBef>
            </a:pPr>
            <a:r>
              <a:rPr sz="1100" spc="-20" dirty="0">
                <a:latin typeface="Arial"/>
                <a:cs typeface="Arial"/>
              </a:rPr>
              <a:t>Llene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modelos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prediseñados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81857" y="1219961"/>
            <a:ext cx="2682240" cy="335280"/>
          </a:xfrm>
          <a:custGeom>
            <a:avLst/>
            <a:gdLst/>
            <a:ahLst/>
            <a:cxnLst/>
            <a:rect l="l" t="t" r="r" b="b"/>
            <a:pathLst>
              <a:path w="2682240" h="335280">
                <a:moveTo>
                  <a:pt x="2682240" y="0"/>
                </a:moveTo>
                <a:lnTo>
                  <a:pt x="0" y="0"/>
                </a:lnTo>
                <a:lnTo>
                  <a:pt x="0" y="335279"/>
                </a:lnTo>
                <a:lnTo>
                  <a:pt x="2682240" y="335279"/>
                </a:lnTo>
                <a:lnTo>
                  <a:pt x="26822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81857" y="1207388"/>
            <a:ext cx="268224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950" marR="452755">
              <a:lnSpc>
                <a:spcPct val="100000"/>
              </a:lnSpc>
              <a:spcBef>
                <a:spcPts val="105"/>
              </a:spcBef>
            </a:pPr>
            <a:r>
              <a:rPr sz="1100" spc="-30" dirty="0">
                <a:latin typeface="Arial"/>
                <a:cs typeface="Arial"/>
              </a:rPr>
              <a:t>Datos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sin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procesar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en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FactoryTalk® </a:t>
            </a:r>
            <a:r>
              <a:rPr sz="1100" spc="-10" dirty="0">
                <a:latin typeface="Arial"/>
                <a:cs typeface="Arial"/>
              </a:rPr>
              <a:t>DataMosaix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02835" y="1344167"/>
            <a:ext cx="261365" cy="29489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223629" y="942213"/>
            <a:ext cx="2237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80" dirty="0">
                <a:solidFill>
                  <a:srgbClr val="C00000"/>
                </a:solidFill>
                <a:latin typeface="Arial"/>
                <a:cs typeface="Arial"/>
              </a:rPr>
              <a:t>Modelo</a:t>
            </a:r>
            <a:r>
              <a:rPr sz="1400" b="1" spc="-1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14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C00000"/>
                </a:solidFill>
                <a:latin typeface="Arial"/>
                <a:cs typeface="Arial"/>
              </a:rPr>
              <a:t>datos</a:t>
            </a:r>
            <a:r>
              <a:rPr sz="14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1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5" dirty="0">
                <a:solidFill>
                  <a:srgbClr val="C00000"/>
                </a:solidFill>
                <a:latin typeface="Arial"/>
                <a:cs typeface="Arial"/>
              </a:rPr>
              <a:t>solución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80809" y="942213"/>
            <a:ext cx="22091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80" dirty="0">
                <a:solidFill>
                  <a:srgbClr val="C00000"/>
                </a:solidFill>
                <a:latin typeface="Arial"/>
                <a:cs typeface="Arial"/>
              </a:rPr>
              <a:t>Modelo</a:t>
            </a:r>
            <a:r>
              <a:rPr sz="1400" b="1" spc="-1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14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C00000"/>
                </a:solidFill>
                <a:latin typeface="Arial"/>
                <a:cs typeface="Arial"/>
              </a:rPr>
              <a:t>datos</a:t>
            </a:r>
            <a:r>
              <a:rPr sz="14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1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C00000"/>
                </a:solidFill>
                <a:latin typeface="Arial"/>
                <a:cs typeface="Arial"/>
              </a:rPr>
              <a:t>dominio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737864" y="942213"/>
            <a:ext cx="20980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0" dirty="0">
                <a:solidFill>
                  <a:srgbClr val="C00000"/>
                </a:solidFill>
              </a:rPr>
              <a:t>Modelo</a:t>
            </a:r>
            <a:r>
              <a:rPr sz="1400" spc="-130" dirty="0">
                <a:solidFill>
                  <a:srgbClr val="C00000"/>
                </a:solidFill>
              </a:rPr>
              <a:t> </a:t>
            </a:r>
            <a:r>
              <a:rPr sz="1400" spc="-40" dirty="0">
                <a:solidFill>
                  <a:srgbClr val="C00000"/>
                </a:solidFill>
              </a:rPr>
              <a:t>de</a:t>
            </a:r>
            <a:r>
              <a:rPr sz="1400" spc="-95" dirty="0">
                <a:solidFill>
                  <a:srgbClr val="C00000"/>
                </a:solidFill>
              </a:rPr>
              <a:t> </a:t>
            </a:r>
            <a:r>
              <a:rPr sz="1400" spc="-45" dirty="0">
                <a:solidFill>
                  <a:srgbClr val="C00000"/>
                </a:solidFill>
              </a:rPr>
              <a:t>datos</a:t>
            </a:r>
            <a:r>
              <a:rPr sz="1400" spc="-110" dirty="0">
                <a:solidFill>
                  <a:srgbClr val="C00000"/>
                </a:solidFill>
              </a:rPr>
              <a:t> </a:t>
            </a:r>
            <a:r>
              <a:rPr sz="1400" spc="-40" dirty="0">
                <a:solidFill>
                  <a:srgbClr val="C00000"/>
                </a:solidFill>
              </a:rPr>
              <a:t>de</a:t>
            </a:r>
            <a:r>
              <a:rPr sz="1400" spc="-80" dirty="0">
                <a:solidFill>
                  <a:srgbClr val="C00000"/>
                </a:solidFill>
              </a:rPr>
              <a:t> </a:t>
            </a:r>
            <a:r>
              <a:rPr sz="1400" spc="-10" dirty="0">
                <a:solidFill>
                  <a:srgbClr val="C00000"/>
                </a:solidFill>
              </a:rPr>
              <a:t>fuente</a:t>
            </a:r>
            <a:endParaRPr sz="1400"/>
          </a:p>
        </p:txBody>
      </p: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18332" y="56438"/>
            <a:ext cx="1029030" cy="102903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674617" y="274700"/>
            <a:ext cx="550545" cy="550545"/>
            <a:chOff x="3674617" y="274700"/>
            <a:chExt cx="550545" cy="550545"/>
          </a:xfrm>
        </p:grpSpPr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74617" y="274700"/>
              <a:ext cx="550291" cy="55016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15556" y="412718"/>
              <a:ext cx="268414" cy="274256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161532" y="56438"/>
            <a:ext cx="1029335" cy="1029335"/>
            <a:chOff x="6161532" y="56438"/>
            <a:chExt cx="1029335" cy="1029335"/>
          </a:xfrm>
        </p:grpSpPr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61532" y="56438"/>
              <a:ext cx="1029030" cy="102903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667881" y="419861"/>
              <a:ext cx="146685" cy="260350"/>
            </a:xfrm>
            <a:custGeom>
              <a:avLst/>
              <a:gdLst/>
              <a:ahLst/>
              <a:cxnLst/>
              <a:rect l="l" t="t" r="r" b="b"/>
              <a:pathLst>
                <a:path w="146684" h="260350">
                  <a:moveTo>
                    <a:pt x="146685" y="237362"/>
                  </a:moveTo>
                  <a:lnTo>
                    <a:pt x="144742" y="245663"/>
                  </a:lnTo>
                  <a:lnTo>
                    <a:pt x="139620" y="252904"/>
                  </a:lnTo>
                  <a:lnTo>
                    <a:pt x="132379" y="258026"/>
                  </a:lnTo>
                  <a:lnTo>
                    <a:pt x="124078" y="259968"/>
                  </a:lnTo>
                  <a:lnTo>
                    <a:pt x="65341" y="259968"/>
                  </a:lnTo>
                  <a:lnTo>
                    <a:pt x="35178" y="259968"/>
                  </a:lnTo>
                  <a:lnTo>
                    <a:pt x="24066" y="259968"/>
                  </a:lnTo>
                  <a:lnTo>
                    <a:pt x="22478" y="259968"/>
                  </a:lnTo>
                  <a:lnTo>
                    <a:pt x="14198" y="258026"/>
                  </a:lnTo>
                  <a:lnTo>
                    <a:pt x="7000" y="252904"/>
                  </a:lnTo>
                  <a:lnTo>
                    <a:pt x="1922" y="245663"/>
                  </a:lnTo>
                  <a:lnTo>
                    <a:pt x="0" y="237362"/>
                  </a:lnTo>
                  <a:lnTo>
                    <a:pt x="0" y="113206"/>
                  </a:lnTo>
                  <a:lnTo>
                    <a:pt x="0" y="49450"/>
                  </a:lnTo>
                  <a:lnTo>
                    <a:pt x="0" y="25961"/>
                  </a:lnTo>
                  <a:lnTo>
                    <a:pt x="0" y="22605"/>
                  </a:lnTo>
                  <a:lnTo>
                    <a:pt x="1922" y="14305"/>
                  </a:lnTo>
                  <a:lnTo>
                    <a:pt x="7000" y="7064"/>
                  </a:lnTo>
                  <a:lnTo>
                    <a:pt x="14198" y="1942"/>
                  </a:lnTo>
                  <a:lnTo>
                    <a:pt x="22478" y="0"/>
                  </a:lnTo>
                  <a:lnTo>
                    <a:pt x="81216" y="0"/>
                  </a:lnTo>
                  <a:lnTo>
                    <a:pt x="111378" y="0"/>
                  </a:lnTo>
                  <a:lnTo>
                    <a:pt x="122491" y="0"/>
                  </a:lnTo>
                  <a:lnTo>
                    <a:pt x="124078" y="0"/>
                  </a:lnTo>
                  <a:lnTo>
                    <a:pt x="132379" y="1942"/>
                  </a:lnTo>
                  <a:lnTo>
                    <a:pt x="139620" y="7064"/>
                  </a:lnTo>
                  <a:lnTo>
                    <a:pt x="144742" y="14305"/>
                  </a:lnTo>
                  <a:lnTo>
                    <a:pt x="146685" y="22605"/>
                  </a:lnTo>
                  <a:lnTo>
                    <a:pt x="146685" y="237362"/>
                  </a:lnTo>
                  <a:close/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417055" y="274700"/>
            <a:ext cx="550545" cy="550545"/>
            <a:chOff x="6417055" y="274700"/>
            <a:chExt cx="550545" cy="550545"/>
          </a:xfrm>
        </p:grpSpPr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17055" y="274700"/>
              <a:ext cx="550418" cy="5501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62820" y="435324"/>
              <a:ext cx="251745" cy="234886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9159620" y="274700"/>
            <a:ext cx="550545" cy="550545"/>
            <a:chOff x="9159620" y="274700"/>
            <a:chExt cx="550545" cy="550545"/>
          </a:xfrm>
        </p:grpSpPr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59620" y="274700"/>
              <a:ext cx="550290" cy="55016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321545" y="412718"/>
              <a:ext cx="250348" cy="274256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8903207" y="56438"/>
            <a:ext cx="1029335" cy="1029335"/>
            <a:chOff x="8903207" y="56438"/>
            <a:chExt cx="1029335" cy="1029335"/>
          </a:xfrm>
        </p:grpSpPr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03207" y="56438"/>
              <a:ext cx="1029030" cy="102903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304781" y="419861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121539" y="0"/>
                  </a:moveTo>
                  <a:lnTo>
                    <a:pt x="93488" y="38465"/>
                  </a:lnTo>
                  <a:lnTo>
                    <a:pt x="77051" y="79930"/>
                  </a:lnTo>
                  <a:lnTo>
                    <a:pt x="72072" y="123602"/>
                  </a:lnTo>
                  <a:lnTo>
                    <a:pt x="78396" y="168693"/>
                  </a:lnTo>
                  <a:lnTo>
                    <a:pt x="95868" y="214412"/>
                  </a:lnTo>
                  <a:lnTo>
                    <a:pt x="124333" y="259968"/>
                  </a:lnTo>
                  <a:lnTo>
                    <a:pt x="118745" y="259968"/>
                  </a:lnTo>
                  <a:lnTo>
                    <a:pt x="71580" y="246338"/>
                  </a:lnTo>
                  <a:lnTo>
                    <a:pt x="33940" y="216836"/>
                  </a:lnTo>
                  <a:lnTo>
                    <a:pt x="9017" y="175690"/>
                  </a:lnTo>
                  <a:lnTo>
                    <a:pt x="0" y="127126"/>
                  </a:lnTo>
                  <a:lnTo>
                    <a:pt x="9497" y="77866"/>
                  </a:lnTo>
                  <a:lnTo>
                    <a:pt x="35687" y="38131"/>
                  </a:lnTo>
                  <a:lnTo>
                    <a:pt x="75116" y="11112"/>
                  </a:lnTo>
                  <a:lnTo>
                    <a:pt x="124333" y="0"/>
                  </a:lnTo>
                  <a:lnTo>
                    <a:pt x="127253" y="0"/>
                  </a:lnTo>
                  <a:lnTo>
                    <a:pt x="130048" y="0"/>
                  </a:lnTo>
                  <a:lnTo>
                    <a:pt x="178173" y="8997"/>
                  </a:lnTo>
                  <a:lnTo>
                    <a:pt x="218344" y="33877"/>
                  </a:lnTo>
                  <a:lnTo>
                    <a:pt x="246848" y="71473"/>
                  </a:lnTo>
                  <a:lnTo>
                    <a:pt x="259969" y="118617"/>
                  </a:lnTo>
                  <a:lnTo>
                    <a:pt x="259969" y="124333"/>
                  </a:lnTo>
                  <a:lnTo>
                    <a:pt x="109674" y="124333"/>
                  </a:lnTo>
                  <a:lnTo>
                    <a:pt x="32496" y="124333"/>
                  </a:lnTo>
                  <a:lnTo>
                    <a:pt x="4062" y="124333"/>
                  </a:lnTo>
                  <a:lnTo>
                    <a:pt x="0" y="124333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0" y="749388"/>
            <a:ext cx="2921000" cy="399415"/>
          </a:xfrm>
          <a:custGeom>
            <a:avLst/>
            <a:gdLst/>
            <a:ahLst/>
            <a:cxnLst/>
            <a:rect l="l" t="t" r="r" b="b"/>
            <a:pathLst>
              <a:path w="2921000" h="399415">
                <a:moveTo>
                  <a:pt x="2921000" y="0"/>
                </a:moveTo>
                <a:lnTo>
                  <a:pt x="0" y="0"/>
                </a:lnTo>
                <a:lnTo>
                  <a:pt x="0" y="399072"/>
                </a:lnTo>
                <a:lnTo>
                  <a:pt x="2921000" y="399072"/>
                </a:lnTo>
                <a:lnTo>
                  <a:pt x="2921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0" y="1407502"/>
            <a:ext cx="2921000" cy="399415"/>
          </a:xfrm>
          <a:custGeom>
            <a:avLst/>
            <a:gdLst/>
            <a:ahLst/>
            <a:cxnLst/>
            <a:rect l="l" t="t" r="r" b="b"/>
            <a:pathLst>
              <a:path w="2921000" h="399414">
                <a:moveTo>
                  <a:pt x="2921000" y="0"/>
                </a:moveTo>
                <a:lnTo>
                  <a:pt x="0" y="0"/>
                </a:lnTo>
                <a:lnTo>
                  <a:pt x="0" y="399072"/>
                </a:lnTo>
                <a:lnTo>
                  <a:pt x="2921000" y="399072"/>
                </a:lnTo>
                <a:lnTo>
                  <a:pt x="2921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111112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02400" y="1066205"/>
            <a:ext cx="5403215" cy="508317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b="1" spc="-80" dirty="0">
                <a:solidFill>
                  <a:srgbClr val="4B4B4B"/>
                </a:solidFill>
                <a:latin typeface="Arial"/>
                <a:cs typeface="Arial"/>
              </a:rPr>
              <a:t>Explore</a:t>
            </a:r>
            <a:r>
              <a:rPr sz="2000" b="1" spc="-1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40" dirty="0">
                <a:solidFill>
                  <a:srgbClr val="4B4B4B"/>
                </a:solidFill>
                <a:latin typeface="Arial"/>
                <a:cs typeface="Arial"/>
              </a:rPr>
              <a:t>fácilmente</a:t>
            </a:r>
            <a:r>
              <a:rPr sz="2000" b="1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2000" b="1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2000" b="1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disponibles</a:t>
            </a:r>
            <a:endParaRPr sz="20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72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Búsqueda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intuitiva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través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todos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4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contextualizados</a:t>
            </a:r>
            <a:endParaRPr sz="1400">
              <a:latin typeface="Arial"/>
              <a:cs typeface="Arial"/>
            </a:endParaRPr>
          </a:p>
          <a:p>
            <a:pPr marL="247015" marR="104139" indent="-218440">
              <a:lnSpc>
                <a:spcPts val="1600"/>
              </a:lnSpc>
              <a:spcBef>
                <a:spcPts val="84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Vista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contextualizada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activos,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series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temporales,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documentos,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modelos,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000" b="1" spc="-80" dirty="0">
                <a:solidFill>
                  <a:srgbClr val="4B4B4B"/>
                </a:solidFill>
                <a:latin typeface="Arial"/>
                <a:cs typeface="Arial"/>
              </a:rPr>
              <a:t>Cree</a:t>
            </a:r>
            <a:r>
              <a:rPr sz="2000" b="1" spc="-1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4B4B4B"/>
                </a:solidFill>
                <a:latin typeface="Arial"/>
                <a:cs typeface="Arial"/>
              </a:rPr>
              <a:t>modelos</a:t>
            </a:r>
            <a:r>
              <a:rPr sz="2000" b="1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2000" b="1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2000" b="1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45" dirty="0">
                <a:solidFill>
                  <a:srgbClr val="4B4B4B"/>
                </a:solidFill>
                <a:latin typeface="Arial"/>
                <a:cs typeface="Arial"/>
              </a:rPr>
              <a:t>flexibles</a:t>
            </a:r>
            <a:r>
              <a:rPr sz="2000" b="1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2000" b="1" spc="-1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reutilizables</a:t>
            </a:r>
            <a:endParaRPr sz="2000">
              <a:latin typeface="Arial"/>
              <a:cs typeface="Arial"/>
            </a:endParaRPr>
          </a:p>
          <a:p>
            <a:pPr marL="243204" marR="257810" indent="-214629" algn="just">
              <a:lnSpc>
                <a:spcPct val="95100"/>
              </a:lnSpc>
              <a:spcBef>
                <a:spcPts val="805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Modelado</a:t>
            </a:r>
            <a:r>
              <a:rPr sz="1400" spc="-1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sin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B4B4B"/>
                </a:solidFill>
                <a:latin typeface="Arial"/>
                <a:cs typeface="Arial"/>
              </a:rPr>
              <a:t>código</a:t>
            </a:r>
            <a:r>
              <a:rPr sz="1400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4B4B4B"/>
                </a:solidFill>
                <a:latin typeface="Arial"/>
                <a:cs typeface="Arial"/>
              </a:rPr>
              <a:t>crear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"bloques</a:t>
            </a:r>
            <a:r>
              <a:rPr sz="1400" spc="-1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modulares"</a:t>
            </a:r>
            <a:r>
              <a:rPr sz="1400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4B4B4B"/>
                </a:solidFill>
                <a:latin typeface="Arial"/>
                <a:cs typeface="Arial"/>
              </a:rPr>
              <a:t> 	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4B4B4B"/>
                </a:solidFill>
                <a:latin typeface="Arial"/>
                <a:cs typeface="Arial"/>
              </a:rPr>
              <a:t>activos,</a:t>
            </a:r>
            <a:r>
              <a:rPr sz="1400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B4B4B"/>
                </a:solidFill>
                <a:latin typeface="Arial"/>
                <a:cs typeface="Arial"/>
              </a:rPr>
              <a:t>procesos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u</a:t>
            </a:r>
            <a:r>
              <a:rPr sz="14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4B4B4B"/>
                </a:solidFill>
                <a:latin typeface="Arial"/>
                <a:cs typeface="Arial"/>
              </a:rPr>
              <a:t>otras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4B4B4B"/>
                </a:solidFill>
                <a:latin typeface="Arial"/>
                <a:cs typeface="Arial"/>
              </a:rPr>
              <a:t>estructuras</a:t>
            </a:r>
            <a:r>
              <a:rPr sz="1400" spc="-1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4B4B4B"/>
                </a:solidFill>
                <a:latin typeface="Arial"/>
                <a:cs typeface="Arial"/>
              </a:rPr>
              <a:t>función</a:t>
            </a:r>
            <a:r>
              <a:rPr sz="1400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las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 	necesidades</a:t>
            </a:r>
            <a:r>
              <a:rPr sz="1400" spc="-1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4B4B4B"/>
                </a:solidFill>
                <a:latin typeface="Arial"/>
                <a:cs typeface="Arial"/>
              </a:rPr>
              <a:t>aplicación</a:t>
            </a:r>
            <a:endParaRPr sz="1400">
              <a:latin typeface="Arial"/>
              <a:cs typeface="Arial"/>
            </a:endParaRPr>
          </a:p>
          <a:p>
            <a:pPr marL="247015" marR="89535" indent="-218440">
              <a:lnSpc>
                <a:spcPts val="1610"/>
              </a:lnSpc>
              <a:spcBef>
                <a:spcPts val="83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modelos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flexibles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permiten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4B4B4B"/>
                </a:solidFill>
                <a:latin typeface="Arial"/>
                <a:cs typeface="Arial"/>
              </a:rPr>
              <a:t>una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variedad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casos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de uso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75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40" dirty="0">
                <a:solidFill>
                  <a:srgbClr val="4B4B4B"/>
                </a:solidFill>
                <a:latin typeface="Arial"/>
                <a:cs typeface="Arial"/>
              </a:rPr>
              <a:t>Modelos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llenados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automáticamente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escalado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ts val="1639"/>
              </a:lnSpc>
              <a:spcBef>
                <a:spcPts val="72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Funciones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generar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perspectivas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pueden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usar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en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las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ts val="1639"/>
              </a:lnSpc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725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Plantillas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prediseñadas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acelerar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4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desarrollo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spc="-114" dirty="0">
                <a:solidFill>
                  <a:srgbClr val="4B4B4B"/>
                </a:solidFill>
                <a:latin typeface="Arial"/>
                <a:cs typeface="Arial"/>
              </a:rPr>
              <a:t>Exponga</a:t>
            </a:r>
            <a:r>
              <a:rPr sz="2000" b="1" spc="-1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4B4B4B"/>
                </a:solidFill>
                <a:latin typeface="Arial"/>
                <a:cs typeface="Arial"/>
              </a:rPr>
              <a:t>los</a:t>
            </a:r>
            <a:r>
              <a:rPr sz="2000" b="1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2000" b="1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2000" b="1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desarrollar</a:t>
            </a:r>
            <a:r>
              <a:rPr sz="2000" b="1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55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endParaRPr sz="2000">
              <a:latin typeface="Arial"/>
              <a:cs typeface="Arial"/>
            </a:endParaRPr>
          </a:p>
          <a:p>
            <a:pPr marL="247015" marR="575310" indent="-218440">
              <a:lnSpc>
                <a:spcPts val="1600"/>
              </a:lnSpc>
              <a:spcBef>
                <a:spcPts val="840"/>
              </a:spcBef>
              <a:buSzPct val="78571"/>
              <a:buChar char="•"/>
              <a:tabLst>
                <a:tab pos="247015" algn="l"/>
              </a:tabLst>
            </a:pPr>
            <a:r>
              <a:rPr sz="1400" spc="-85" dirty="0">
                <a:solidFill>
                  <a:srgbClr val="4B4B4B"/>
                </a:solidFill>
                <a:latin typeface="Arial"/>
                <a:cs typeface="Arial"/>
              </a:rPr>
              <a:t>API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SDK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400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integrar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modelos</a:t>
            </a:r>
            <a:r>
              <a:rPr sz="14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400" dirty="0">
                <a:solidFill>
                  <a:srgbClr val="4B4B4B"/>
                </a:solidFill>
                <a:latin typeface="Arial"/>
                <a:cs typeface="Arial"/>
              </a:rPr>
              <a:t>plantillas</a:t>
            </a:r>
            <a:r>
              <a:rPr sz="1400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4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con</a:t>
            </a:r>
            <a:r>
              <a:rPr sz="1400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4B4B4B"/>
                </a:solidFill>
                <a:latin typeface="Arial"/>
                <a:cs typeface="Arial"/>
              </a:rPr>
              <a:t>las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B4B4B"/>
                </a:solidFill>
                <a:latin typeface="Arial"/>
                <a:cs typeface="Arial"/>
              </a:rPr>
              <a:t>visualización</a:t>
            </a:r>
            <a:r>
              <a:rPr sz="14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r>
              <a:rPr sz="14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4B4B4B"/>
                </a:solidFill>
                <a:latin typeface="Arial"/>
                <a:cs typeface="Arial"/>
              </a:rPr>
              <a:t>su</a:t>
            </a:r>
            <a:r>
              <a:rPr sz="1400" spc="-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B4B4B"/>
                </a:solidFill>
                <a:latin typeface="Arial"/>
                <a:cs typeface="Arial"/>
              </a:rPr>
              <a:t>preferencia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6379210" cy="6858000"/>
            <a:chOff x="0" y="0"/>
            <a:chExt cx="6379210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003835" cy="685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75843"/>
              <a:ext cx="6378956" cy="148818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0057" y="726694"/>
            <a:ext cx="54451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Haga</a:t>
            </a:r>
            <a:r>
              <a:rPr spc="-245" dirty="0"/>
              <a:t> </a:t>
            </a:r>
            <a:r>
              <a:rPr spc="-135" dirty="0"/>
              <a:t>que</a:t>
            </a:r>
            <a:r>
              <a:rPr spc="-235" dirty="0"/>
              <a:t> </a:t>
            </a:r>
            <a:r>
              <a:rPr spc="-160" dirty="0"/>
              <a:t>los</a:t>
            </a:r>
            <a:r>
              <a:rPr spc="-220" dirty="0"/>
              <a:t> </a:t>
            </a:r>
            <a:r>
              <a:rPr spc="-95" dirty="0"/>
              <a:t>datos</a:t>
            </a:r>
            <a:r>
              <a:rPr spc="-225" dirty="0"/>
              <a:t> </a:t>
            </a:r>
            <a:r>
              <a:rPr spc="-135" dirty="0"/>
              <a:t>sean</a:t>
            </a:r>
            <a:r>
              <a:rPr spc="-220" dirty="0"/>
              <a:t> </a:t>
            </a:r>
            <a:r>
              <a:rPr spc="-35" dirty="0"/>
              <a:t>útiles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59" y="1115517"/>
            <a:ext cx="5385943" cy="9929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0057" y="1425701"/>
            <a:ext cx="4646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Contextualice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fácilmente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complejos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4383" y="292633"/>
            <a:ext cx="2912872" cy="79804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55600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solidFill>
                  <a:srgbClr val="000000"/>
                </a:solidFill>
              </a:rPr>
              <a:t>Haga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30" dirty="0">
                <a:solidFill>
                  <a:srgbClr val="000000"/>
                </a:solidFill>
              </a:rPr>
              <a:t>que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50" dirty="0">
                <a:solidFill>
                  <a:srgbClr val="000000"/>
                </a:solidFill>
              </a:rPr>
              <a:t>los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00" dirty="0">
                <a:solidFill>
                  <a:srgbClr val="000000"/>
                </a:solidFill>
              </a:rPr>
              <a:t>datos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25" dirty="0">
                <a:solidFill>
                  <a:srgbClr val="000000"/>
                </a:solidFill>
              </a:rPr>
              <a:t>sean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10" dirty="0">
                <a:solidFill>
                  <a:srgbClr val="000000"/>
                </a:solidFill>
              </a:rPr>
              <a:t>valiosos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513994" y="1059941"/>
            <a:ext cx="6316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4B4B4B"/>
                </a:solidFill>
                <a:latin typeface="Arial"/>
                <a:cs typeface="Arial"/>
              </a:rPr>
              <a:t>Obtenga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valor</a:t>
            </a:r>
            <a:r>
              <a:rPr sz="1800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B4B4B"/>
                </a:solidFill>
                <a:latin typeface="Arial"/>
                <a:cs typeface="Arial"/>
              </a:rPr>
              <a:t>sus</a:t>
            </a:r>
            <a:r>
              <a:rPr sz="1800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mediante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B4B4B"/>
                </a:solidFill>
                <a:latin typeface="Arial"/>
                <a:cs typeface="Arial"/>
              </a:rPr>
              <a:t>apps</a:t>
            </a:r>
            <a:r>
              <a:rPr sz="1800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800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r>
              <a:rPr sz="1800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B4B4B"/>
                </a:solidFill>
                <a:latin typeface="Arial"/>
                <a:cs typeface="Arial"/>
              </a:rPr>
              <a:t>escalables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693417"/>
            <a:ext cx="12192000" cy="4169410"/>
            <a:chOff x="0" y="1693417"/>
            <a:chExt cx="12192000" cy="4169410"/>
          </a:xfrm>
        </p:grpSpPr>
        <p:sp>
          <p:nvSpPr>
            <p:cNvPr id="8" name="object 8"/>
            <p:cNvSpPr/>
            <p:nvPr/>
          </p:nvSpPr>
          <p:spPr>
            <a:xfrm>
              <a:off x="0" y="1846922"/>
              <a:ext cx="12192000" cy="4015740"/>
            </a:xfrm>
            <a:custGeom>
              <a:avLst/>
              <a:gdLst/>
              <a:ahLst/>
              <a:cxnLst/>
              <a:rect l="l" t="t" r="r" b="b"/>
              <a:pathLst>
                <a:path w="12192000" h="4015740">
                  <a:moveTo>
                    <a:pt x="12192000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12192000" y="40157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6951" y="2757042"/>
              <a:ext cx="1007110" cy="1515745"/>
            </a:xfrm>
            <a:custGeom>
              <a:avLst/>
              <a:gdLst/>
              <a:ahLst/>
              <a:cxnLst/>
              <a:rect l="l" t="t" r="r" b="b"/>
              <a:pathLst>
                <a:path w="1007110" h="1515745">
                  <a:moveTo>
                    <a:pt x="1006538" y="0"/>
                  </a:moveTo>
                  <a:lnTo>
                    <a:pt x="0" y="0"/>
                  </a:lnTo>
                  <a:lnTo>
                    <a:pt x="0" y="1515236"/>
                  </a:lnTo>
                  <a:lnTo>
                    <a:pt x="1006538" y="1515236"/>
                  </a:lnTo>
                  <a:lnTo>
                    <a:pt x="1006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8208" y="290626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7982" y="3091052"/>
              <a:ext cx="221615" cy="1022350"/>
            </a:xfrm>
            <a:custGeom>
              <a:avLst/>
              <a:gdLst/>
              <a:ahLst/>
              <a:cxnLst/>
              <a:rect l="l" t="t" r="r" b="b"/>
              <a:pathLst>
                <a:path w="221614" h="1022350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221614" h="1022350">
                  <a:moveTo>
                    <a:pt x="131699" y="936752"/>
                  </a:moveTo>
                  <a:lnTo>
                    <a:pt x="46609" y="936752"/>
                  </a:lnTo>
                  <a:lnTo>
                    <a:pt x="46609" y="1021842"/>
                  </a:lnTo>
                  <a:lnTo>
                    <a:pt x="131699" y="1021842"/>
                  </a:lnTo>
                  <a:lnTo>
                    <a:pt x="131699" y="936752"/>
                  </a:lnTo>
                  <a:close/>
                </a:path>
                <a:path w="221614" h="1022350">
                  <a:moveTo>
                    <a:pt x="221107" y="584708"/>
                  </a:moveTo>
                  <a:lnTo>
                    <a:pt x="136017" y="584708"/>
                  </a:lnTo>
                  <a:lnTo>
                    <a:pt x="136017" y="669798"/>
                  </a:lnTo>
                  <a:lnTo>
                    <a:pt x="221107" y="669798"/>
                  </a:lnTo>
                  <a:lnTo>
                    <a:pt x="221107" y="584708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160" y="363461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7982" y="3065017"/>
              <a:ext cx="279400" cy="850900"/>
            </a:xfrm>
            <a:custGeom>
              <a:avLst/>
              <a:gdLst/>
              <a:ahLst/>
              <a:cxnLst/>
              <a:rect l="l" t="t" r="r" b="b"/>
              <a:pathLst>
                <a:path w="279400" h="850900">
                  <a:moveTo>
                    <a:pt x="85090" y="205359"/>
                  </a:moveTo>
                  <a:lnTo>
                    <a:pt x="0" y="205359"/>
                  </a:lnTo>
                  <a:lnTo>
                    <a:pt x="0" y="290449"/>
                  </a:lnTo>
                  <a:lnTo>
                    <a:pt x="85090" y="290449"/>
                  </a:lnTo>
                  <a:lnTo>
                    <a:pt x="85090" y="205359"/>
                  </a:lnTo>
                  <a:close/>
                </a:path>
                <a:path w="279400" h="850900">
                  <a:moveTo>
                    <a:pt x="244856" y="0"/>
                  </a:moveTo>
                  <a:lnTo>
                    <a:pt x="159766" y="0"/>
                  </a:lnTo>
                  <a:lnTo>
                    <a:pt x="159766" y="85090"/>
                  </a:lnTo>
                  <a:lnTo>
                    <a:pt x="244856" y="85090"/>
                  </a:lnTo>
                  <a:lnTo>
                    <a:pt x="244856" y="0"/>
                  </a:lnTo>
                  <a:close/>
                </a:path>
                <a:path w="279400" h="850900">
                  <a:moveTo>
                    <a:pt x="279146" y="765810"/>
                  </a:moveTo>
                  <a:lnTo>
                    <a:pt x="194056" y="765810"/>
                  </a:lnTo>
                  <a:lnTo>
                    <a:pt x="194056" y="850900"/>
                  </a:lnTo>
                  <a:lnTo>
                    <a:pt x="279146" y="850900"/>
                  </a:lnTo>
                  <a:lnTo>
                    <a:pt x="279146" y="76581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7982" y="3240658"/>
              <a:ext cx="219075" cy="690245"/>
            </a:xfrm>
            <a:custGeom>
              <a:avLst/>
              <a:gdLst/>
              <a:ahLst/>
              <a:cxnLst/>
              <a:rect l="l" t="t" r="r" b="b"/>
              <a:pathLst>
                <a:path w="219075" h="690245">
                  <a:moveTo>
                    <a:pt x="85090" y="605155"/>
                  </a:moveTo>
                  <a:lnTo>
                    <a:pt x="0" y="605155"/>
                  </a:lnTo>
                  <a:lnTo>
                    <a:pt x="0" y="690245"/>
                  </a:lnTo>
                  <a:lnTo>
                    <a:pt x="85090" y="690245"/>
                  </a:lnTo>
                  <a:lnTo>
                    <a:pt x="85090" y="605155"/>
                  </a:lnTo>
                  <a:close/>
                </a:path>
                <a:path w="219075" h="690245">
                  <a:moveTo>
                    <a:pt x="177419" y="219837"/>
                  </a:moveTo>
                  <a:lnTo>
                    <a:pt x="92329" y="219837"/>
                  </a:lnTo>
                  <a:lnTo>
                    <a:pt x="92329" y="304927"/>
                  </a:lnTo>
                  <a:lnTo>
                    <a:pt x="177419" y="304927"/>
                  </a:lnTo>
                  <a:lnTo>
                    <a:pt x="177419" y="219837"/>
                  </a:lnTo>
                  <a:close/>
                </a:path>
                <a:path w="219075" h="690245">
                  <a:moveTo>
                    <a:pt x="218948" y="0"/>
                  </a:moveTo>
                  <a:lnTo>
                    <a:pt x="133858" y="0"/>
                  </a:lnTo>
                  <a:lnTo>
                    <a:pt x="133858" y="85090"/>
                  </a:lnTo>
                  <a:lnTo>
                    <a:pt x="218948" y="85090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038" y="3416171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85091" y="0"/>
                  </a:moveTo>
                  <a:lnTo>
                    <a:pt x="0" y="0"/>
                  </a:lnTo>
                  <a:lnTo>
                    <a:pt x="0" y="85091"/>
                  </a:lnTo>
                  <a:lnTo>
                    <a:pt x="85091" y="85091"/>
                  </a:lnTo>
                  <a:lnTo>
                    <a:pt x="85091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0107" y="3367277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566" y="0"/>
                  </a:moveTo>
                  <a:lnTo>
                    <a:pt x="125476" y="0"/>
                  </a:lnTo>
                  <a:lnTo>
                    <a:pt x="125476" y="85090"/>
                  </a:lnTo>
                  <a:lnTo>
                    <a:pt x="210566" y="85090"/>
                  </a:lnTo>
                  <a:lnTo>
                    <a:pt x="210566" y="0"/>
                  </a:lnTo>
                  <a:close/>
                </a:path>
                <a:path w="336550" h="85089">
                  <a:moveTo>
                    <a:pt x="336042" y="0"/>
                  </a:moveTo>
                  <a:lnTo>
                    <a:pt x="250952" y="0"/>
                  </a:lnTo>
                  <a:lnTo>
                    <a:pt x="250952" y="85090"/>
                  </a:lnTo>
                  <a:lnTo>
                    <a:pt x="336042" y="85090"/>
                  </a:lnTo>
                  <a:lnTo>
                    <a:pt x="336042" y="0"/>
                  </a:lnTo>
                  <a:close/>
                </a:path>
              </a:pathLst>
            </a:custGeom>
            <a:solidFill>
              <a:srgbClr val="77C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3233673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00AD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3501008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EE66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9980" y="3634612"/>
              <a:ext cx="336550" cy="85090"/>
            </a:xfrm>
            <a:custGeom>
              <a:avLst/>
              <a:gdLst/>
              <a:ahLst/>
              <a:cxnLst/>
              <a:rect l="l" t="t" r="r" b="b"/>
              <a:pathLst>
                <a:path w="336550" h="85089">
                  <a:moveTo>
                    <a:pt x="85090" y="0"/>
                  </a:moveTo>
                  <a:lnTo>
                    <a:pt x="0" y="0"/>
                  </a:lnTo>
                  <a:lnTo>
                    <a:pt x="0" y="85090"/>
                  </a:lnTo>
                  <a:lnTo>
                    <a:pt x="85090" y="85090"/>
                  </a:lnTo>
                  <a:lnTo>
                    <a:pt x="85090" y="0"/>
                  </a:lnTo>
                  <a:close/>
                </a:path>
                <a:path w="336550" h="85089">
                  <a:moveTo>
                    <a:pt x="210693" y="0"/>
                  </a:moveTo>
                  <a:lnTo>
                    <a:pt x="125603" y="0"/>
                  </a:lnTo>
                  <a:lnTo>
                    <a:pt x="125603" y="85090"/>
                  </a:lnTo>
                  <a:lnTo>
                    <a:pt x="210693" y="85090"/>
                  </a:lnTo>
                  <a:lnTo>
                    <a:pt x="210693" y="0"/>
                  </a:lnTo>
                  <a:close/>
                </a:path>
                <a:path w="336550" h="85089">
                  <a:moveTo>
                    <a:pt x="336169" y="0"/>
                  </a:moveTo>
                  <a:lnTo>
                    <a:pt x="251079" y="0"/>
                  </a:lnTo>
                  <a:lnTo>
                    <a:pt x="251079" y="85090"/>
                  </a:lnTo>
                  <a:lnTo>
                    <a:pt x="336169" y="85090"/>
                  </a:lnTo>
                  <a:lnTo>
                    <a:pt x="336169" y="0"/>
                  </a:lnTo>
                  <a:close/>
                </a:path>
              </a:pathLst>
            </a:custGeom>
            <a:solidFill>
              <a:srgbClr val="F58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7230" y="2787268"/>
              <a:ext cx="393700" cy="1426210"/>
            </a:xfrm>
            <a:custGeom>
              <a:avLst/>
              <a:gdLst/>
              <a:ahLst/>
              <a:cxnLst/>
              <a:rect l="l" t="t" r="r" b="b"/>
              <a:pathLst>
                <a:path w="393700" h="1426210">
                  <a:moveTo>
                    <a:pt x="0" y="0"/>
                  </a:moveTo>
                  <a:lnTo>
                    <a:pt x="390144" y="382904"/>
                  </a:lnTo>
                </a:path>
                <a:path w="393700" h="1426210">
                  <a:moveTo>
                    <a:pt x="53212" y="1425701"/>
                  </a:moveTo>
                  <a:lnTo>
                    <a:pt x="393572" y="989329"/>
                  </a:lnTo>
                </a:path>
              </a:pathLst>
            </a:custGeom>
            <a:ln w="952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57160" y="1693417"/>
              <a:ext cx="2070735" cy="313055"/>
            </a:xfrm>
            <a:custGeom>
              <a:avLst/>
              <a:gdLst/>
              <a:ahLst/>
              <a:cxnLst/>
              <a:rect l="l" t="t" r="r" b="b"/>
              <a:pathLst>
                <a:path w="2070734" h="313055">
                  <a:moveTo>
                    <a:pt x="1914271" y="0"/>
                  </a:moveTo>
                  <a:lnTo>
                    <a:pt x="0" y="0"/>
                  </a:lnTo>
                  <a:lnTo>
                    <a:pt x="156464" y="156591"/>
                  </a:lnTo>
                  <a:lnTo>
                    <a:pt x="0" y="313055"/>
                  </a:lnTo>
                  <a:lnTo>
                    <a:pt x="1914271" y="313055"/>
                  </a:lnTo>
                  <a:lnTo>
                    <a:pt x="2070735" y="156591"/>
                  </a:lnTo>
                  <a:lnTo>
                    <a:pt x="191427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57643" y="1623187"/>
            <a:ext cx="1471295" cy="41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4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1270" algn="ctr">
              <a:lnSpc>
                <a:spcPts val="1540"/>
              </a:lnSpc>
            </a:pP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útiles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41445" y="1693417"/>
            <a:ext cx="3255010" cy="313055"/>
          </a:xfrm>
          <a:custGeom>
            <a:avLst/>
            <a:gdLst/>
            <a:ahLst/>
            <a:cxnLst/>
            <a:rect l="l" t="t" r="r" b="b"/>
            <a:pathLst>
              <a:path w="3255009" h="313055">
                <a:moveTo>
                  <a:pt x="3098164" y="0"/>
                </a:moveTo>
                <a:lnTo>
                  <a:pt x="0" y="0"/>
                </a:lnTo>
                <a:lnTo>
                  <a:pt x="156463" y="156591"/>
                </a:lnTo>
                <a:lnTo>
                  <a:pt x="0" y="313055"/>
                </a:lnTo>
                <a:lnTo>
                  <a:pt x="3098164" y="313055"/>
                </a:lnTo>
                <a:lnTo>
                  <a:pt x="3254755" y="156591"/>
                </a:lnTo>
                <a:lnTo>
                  <a:pt x="309816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95115" y="1731010"/>
            <a:ext cx="29470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sean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significativos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2900" y="1693417"/>
            <a:ext cx="3537585" cy="313055"/>
          </a:xfrm>
          <a:custGeom>
            <a:avLst/>
            <a:gdLst/>
            <a:ahLst/>
            <a:cxnLst/>
            <a:rect l="l" t="t" r="r" b="b"/>
            <a:pathLst>
              <a:path w="3537585" h="313055">
                <a:moveTo>
                  <a:pt x="3380994" y="0"/>
                </a:moveTo>
                <a:lnTo>
                  <a:pt x="0" y="0"/>
                </a:lnTo>
                <a:lnTo>
                  <a:pt x="0" y="313055"/>
                </a:lnTo>
                <a:lnTo>
                  <a:pt x="3380994" y="313055"/>
                </a:lnTo>
                <a:lnTo>
                  <a:pt x="3537585" y="156591"/>
                </a:lnTo>
                <a:lnTo>
                  <a:pt x="3380994" y="0"/>
                </a:lnTo>
                <a:close/>
              </a:path>
            </a:pathLst>
          </a:custGeom>
          <a:solidFill>
            <a:srgbClr val="CD1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1400" y="1731010"/>
            <a:ext cx="2861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Haga</a:t>
            </a:r>
            <a:r>
              <a:rPr sz="14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estén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68701" y="2119122"/>
            <a:ext cx="14173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 marR="170815" algn="ctr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latin typeface="Arial"/>
                <a:cs typeface="Arial"/>
              </a:rPr>
              <a:t>Integración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híbrida </a:t>
            </a:r>
            <a:r>
              <a:rPr sz="1000" b="1" spc="-55" dirty="0">
                <a:latin typeface="Arial"/>
                <a:cs typeface="Arial"/>
              </a:rPr>
              <a:t>y </a:t>
            </a: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b="1" spc="-35" dirty="0">
                <a:latin typeface="Arial"/>
                <a:cs typeface="Arial"/>
              </a:rPr>
              <a:t>transformación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12767" y="2119122"/>
            <a:ext cx="102996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ET/OT/IT</a:t>
            </a:r>
            <a:endParaRPr sz="1000">
              <a:latin typeface="Arial"/>
              <a:cs typeface="Arial"/>
            </a:endParaRPr>
          </a:p>
          <a:p>
            <a:pPr marL="12065" marR="5080" indent="1270" algn="ctr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35" dirty="0">
                <a:latin typeface="Arial"/>
                <a:cs typeface="Arial"/>
              </a:rPr>
              <a:t>contextualización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50433" y="2119122"/>
            <a:ext cx="8693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-55" dirty="0">
                <a:latin typeface="Arial"/>
                <a:cs typeface="Arial"/>
              </a:rPr>
              <a:t>Conocimientos </a:t>
            </a:r>
            <a:r>
              <a:rPr sz="1000" b="1" spc="-10" dirty="0">
                <a:latin typeface="Arial"/>
                <a:cs typeface="Arial"/>
              </a:rPr>
              <a:t>industriales </a:t>
            </a:r>
            <a:r>
              <a:rPr sz="1000" spc="-10" dirty="0">
                <a:latin typeface="Arial"/>
                <a:cs typeface="Arial"/>
              </a:rPr>
              <a:t>Gráfico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56328" y="45087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Emparejamiento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entidades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8134" y="4437633"/>
            <a:ext cx="63690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 algn="just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Análisis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del diagrama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ingeniería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47161" y="4516958"/>
            <a:ext cx="790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Análisis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documentos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208398" y="2698940"/>
            <a:ext cx="2745105" cy="1553845"/>
            <a:chOff x="4208398" y="2698940"/>
            <a:chExt cx="2745105" cy="1553845"/>
          </a:xfrm>
        </p:grpSpPr>
        <p:sp>
          <p:nvSpPr>
            <p:cNvPr id="34" name="object 34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759332" y="0"/>
                  </a:moveTo>
                  <a:lnTo>
                    <a:pt x="711313" y="1493"/>
                  </a:lnTo>
                  <a:lnTo>
                    <a:pt x="664086" y="5916"/>
                  </a:lnTo>
                  <a:lnTo>
                    <a:pt x="617742" y="13178"/>
                  </a:lnTo>
                  <a:lnTo>
                    <a:pt x="572370" y="23191"/>
                  </a:lnTo>
                  <a:lnTo>
                    <a:pt x="528057" y="35866"/>
                  </a:lnTo>
                  <a:lnTo>
                    <a:pt x="484894" y="51113"/>
                  </a:lnTo>
                  <a:lnTo>
                    <a:pt x="442970" y="68844"/>
                  </a:lnTo>
                  <a:lnTo>
                    <a:pt x="402372" y="88970"/>
                  </a:lnTo>
                  <a:lnTo>
                    <a:pt x="363191" y="111402"/>
                  </a:lnTo>
                  <a:lnTo>
                    <a:pt x="325515" y="136050"/>
                  </a:lnTo>
                  <a:lnTo>
                    <a:pt x="289434" y="162827"/>
                  </a:lnTo>
                  <a:lnTo>
                    <a:pt x="255035" y="191643"/>
                  </a:lnTo>
                  <a:lnTo>
                    <a:pt x="222408" y="222408"/>
                  </a:lnTo>
                  <a:lnTo>
                    <a:pt x="191643" y="255035"/>
                  </a:lnTo>
                  <a:lnTo>
                    <a:pt x="162827" y="289434"/>
                  </a:lnTo>
                  <a:lnTo>
                    <a:pt x="136050" y="325515"/>
                  </a:lnTo>
                  <a:lnTo>
                    <a:pt x="111402" y="363191"/>
                  </a:lnTo>
                  <a:lnTo>
                    <a:pt x="88970" y="402372"/>
                  </a:lnTo>
                  <a:lnTo>
                    <a:pt x="68844" y="442970"/>
                  </a:lnTo>
                  <a:lnTo>
                    <a:pt x="51113" y="484894"/>
                  </a:lnTo>
                  <a:lnTo>
                    <a:pt x="35866" y="528057"/>
                  </a:lnTo>
                  <a:lnTo>
                    <a:pt x="23191" y="572370"/>
                  </a:lnTo>
                  <a:lnTo>
                    <a:pt x="13178" y="617742"/>
                  </a:lnTo>
                  <a:lnTo>
                    <a:pt x="5916" y="664086"/>
                  </a:lnTo>
                  <a:lnTo>
                    <a:pt x="1493" y="711313"/>
                  </a:lnTo>
                  <a:lnTo>
                    <a:pt x="0" y="759333"/>
                  </a:lnTo>
                  <a:lnTo>
                    <a:pt x="1493" y="807352"/>
                  </a:lnTo>
                  <a:lnTo>
                    <a:pt x="5916" y="854577"/>
                  </a:lnTo>
                  <a:lnTo>
                    <a:pt x="13178" y="900918"/>
                  </a:lnTo>
                  <a:lnTo>
                    <a:pt x="23191" y="946287"/>
                  </a:lnTo>
                  <a:lnTo>
                    <a:pt x="35866" y="990595"/>
                  </a:lnTo>
                  <a:lnTo>
                    <a:pt x="51113" y="1033753"/>
                  </a:lnTo>
                  <a:lnTo>
                    <a:pt x="68844" y="1075673"/>
                  </a:lnTo>
                  <a:lnTo>
                    <a:pt x="88970" y="1116264"/>
                  </a:lnTo>
                  <a:lnTo>
                    <a:pt x="111402" y="1155439"/>
                  </a:lnTo>
                  <a:lnTo>
                    <a:pt x="136050" y="1193108"/>
                  </a:lnTo>
                  <a:lnTo>
                    <a:pt x="162827" y="1229182"/>
                  </a:lnTo>
                  <a:lnTo>
                    <a:pt x="191643" y="1263574"/>
                  </a:lnTo>
                  <a:lnTo>
                    <a:pt x="222408" y="1296193"/>
                  </a:lnTo>
                  <a:lnTo>
                    <a:pt x="255035" y="1326952"/>
                  </a:lnTo>
                  <a:lnTo>
                    <a:pt x="289434" y="1355760"/>
                  </a:lnTo>
                  <a:lnTo>
                    <a:pt x="325515" y="1382529"/>
                  </a:lnTo>
                  <a:lnTo>
                    <a:pt x="363191" y="1407171"/>
                  </a:lnTo>
                  <a:lnTo>
                    <a:pt x="402372" y="1429597"/>
                  </a:lnTo>
                  <a:lnTo>
                    <a:pt x="442970" y="1449717"/>
                  </a:lnTo>
                  <a:lnTo>
                    <a:pt x="484894" y="1467442"/>
                  </a:lnTo>
                  <a:lnTo>
                    <a:pt x="528057" y="1482685"/>
                  </a:lnTo>
                  <a:lnTo>
                    <a:pt x="572370" y="1495355"/>
                  </a:lnTo>
                  <a:lnTo>
                    <a:pt x="617742" y="1505364"/>
                  </a:lnTo>
                  <a:lnTo>
                    <a:pt x="664086" y="1512624"/>
                  </a:lnTo>
                  <a:lnTo>
                    <a:pt x="711313" y="1517045"/>
                  </a:lnTo>
                  <a:lnTo>
                    <a:pt x="759332" y="1518539"/>
                  </a:lnTo>
                  <a:lnTo>
                    <a:pt x="807352" y="1517045"/>
                  </a:lnTo>
                  <a:lnTo>
                    <a:pt x="854579" y="1512624"/>
                  </a:lnTo>
                  <a:lnTo>
                    <a:pt x="900923" y="1505364"/>
                  </a:lnTo>
                  <a:lnTo>
                    <a:pt x="946295" y="1495355"/>
                  </a:lnTo>
                  <a:lnTo>
                    <a:pt x="990608" y="1482685"/>
                  </a:lnTo>
                  <a:lnTo>
                    <a:pt x="1033771" y="1467442"/>
                  </a:lnTo>
                  <a:lnTo>
                    <a:pt x="1075695" y="1449717"/>
                  </a:lnTo>
                  <a:lnTo>
                    <a:pt x="1116293" y="1429597"/>
                  </a:lnTo>
                  <a:lnTo>
                    <a:pt x="1155474" y="1407171"/>
                  </a:lnTo>
                  <a:lnTo>
                    <a:pt x="1193150" y="1382529"/>
                  </a:lnTo>
                  <a:lnTo>
                    <a:pt x="1229231" y="1355760"/>
                  </a:lnTo>
                  <a:lnTo>
                    <a:pt x="1263630" y="1326952"/>
                  </a:lnTo>
                  <a:lnTo>
                    <a:pt x="1296257" y="1296193"/>
                  </a:lnTo>
                  <a:lnTo>
                    <a:pt x="1327022" y="1263574"/>
                  </a:lnTo>
                  <a:lnTo>
                    <a:pt x="1355838" y="1229182"/>
                  </a:lnTo>
                  <a:lnTo>
                    <a:pt x="1382615" y="1193108"/>
                  </a:lnTo>
                  <a:lnTo>
                    <a:pt x="1407263" y="1155439"/>
                  </a:lnTo>
                  <a:lnTo>
                    <a:pt x="1429695" y="1116264"/>
                  </a:lnTo>
                  <a:lnTo>
                    <a:pt x="1449821" y="1075673"/>
                  </a:lnTo>
                  <a:lnTo>
                    <a:pt x="1467552" y="1033753"/>
                  </a:lnTo>
                  <a:lnTo>
                    <a:pt x="1482799" y="990595"/>
                  </a:lnTo>
                  <a:lnTo>
                    <a:pt x="1495474" y="946287"/>
                  </a:lnTo>
                  <a:lnTo>
                    <a:pt x="1505487" y="900918"/>
                  </a:lnTo>
                  <a:lnTo>
                    <a:pt x="1512749" y="854577"/>
                  </a:lnTo>
                  <a:lnTo>
                    <a:pt x="1517172" y="807352"/>
                  </a:lnTo>
                  <a:lnTo>
                    <a:pt x="1518665" y="759333"/>
                  </a:lnTo>
                  <a:lnTo>
                    <a:pt x="1517172" y="711313"/>
                  </a:lnTo>
                  <a:lnTo>
                    <a:pt x="1512749" y="664086"/>
                  </a:lnTo>
                  <a:lnTo>
                    <a:pt x="1505487" y="617742"/>
                  </a:lnTo>
                  <a:lnTo>
                    <a:pt x="1495474" y="572370"/>
                  </a:lnTo>
                  <a:lnTo>
                    <a:pt x="1482799" y="528057"/>
                  </a:lnTo>
                  <a:lnTo>
                    <a:pt x="1467552" y="484894"/>
                  </a:lnTo>
                  <a:lnTo>
                    <a:pt x="1449821" y="442970"/>
                  </a:lnTo>
                  <a:lnTo>
                    <a:pt x="1429695" y="402372"/>
                  </a:lnTo>
                  <a:lnTo>
                    <a:pt x="1407263" y="363191"/>
                  </a:lnTo>
                  <a:lnTo>
                    <a:pt x="1382615" y="325515"/>
                  </a:lnTo>
                  <a:lnTo>
                    <a:pt x="1355838" y="289434"/>
                  </a:lnTo>
                  <a:lnTo>
                    <a:pt x="1327022" y="255035"/>
                  </a:lnTo>
                  <a:lnTo>
                    <a:pt x="1296257" y="222408"/>
                  </a:lnTo>
                  <a:lnTo>
                    <a:pt x="1263630" y="191643"/>
                  </a:lnTo>
                  <a:lnTo>
                    <a:pt x="1229231" y="162827"/>
                  </a:lnTo>
                  <a:lnTo>
                    <a:pt x="1193150" y="136050"/>
                  </a:lnTo>
                  <a:lnTo>
                    <a:pt x="1155474" y="111402"/>
                  </a:lnTo>
                  <a:lnTo>
                    <a:pt x="1116293" y="88970"/>
                  </a:lnTo>
                  <a:lnTo>
                    <a:pt x="1075695" y="68844"/>
                  </a:lnTo>
                  <a:lnTo>
                    <a:pt x="1033771" y="51113"/>
                  </a:lnTo>
                  <a:lnTo>
                    <a:pt x="990608" y="35866"/>
                  </a:lnTo>
                  <a:lnTo>
                    <a:pt x="946295" y="23191"/>
                  </a:lnTo>
                  <a:lnTo>
                    <a:pt x="900923" y="13178"/>
                  </a:lnTo>
                  <a:lnTo>
                    <a:pt x="854579" y="5916"/>
                  </a:lnTo>
                  <a:lnTo>
                    <a:pt x="807352" y="1493"/>
                  </a:lnTo>
                  <a:lnTo>
                    <a:pt x="759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29757" y="2703702"/>
              <a:ext cx="1518920" cy="1518920"/>
            </a:xfrm>
            <a:custGeom>
              <a:avLst/>
              <a:gdLst/>
              <a:ahLst/>
              <a:cxnLst/>
              <a:rect l="l" t="t" r="r" b="b"/>
              <a:pathLst>
                <a:path w="1518920" h="1518920">
                  <a:moveTo>
                    <a:pt x="0" y="759333"/>
                  </a:moveTo>
                  <a:lnTo>
                    <a:pt x="1493" y="711313"/>
                  </a:lnTo>
                  <a:lnTo>
                    <a:pt x="5916" y="664086"/>
                  </a:lnTo>
                  <a:lnTo>
                    <a:pt x="13178" y="617742"/>
                  </a:lnTo>
                  <a:lnTo>
                    <a:pt x="23191" y="572370"/>
                  </a:lnTo>
                  <a:lnTo>
                    <a:pt x="35866" y="528057"/>
                  </a:lnTo>
                  <a:lnTo>
                    <a:pt x="51113" y="484894"/>
                  </a:lnTo>
                  <a:lnTo>
                    <a:pt x="68844" y="442970"/>
                  </a:lnTo>
                  <a:lnTo>
                    <a:pt x="88970" y="402372"/>
                  </a:lnTo>
                  <a:lnTo>
                    <a:pt x="111402" y="363191"/>
                  </a:lnTo>
                  <a:lnTo>
                    <a:pt x="136050" y="325515"/>
                  </a:lnTo>
                  <a:lnTo>
                    <a:pt x="162827" y="289434"/>
                  </a:lnTo>
                  <a:lnTo>
                    <a:pt x="191643" y="255035"/>
                  </a:lnTo>
                  <a:lnTo>
                    <a:pt x="222408" y="222408"/>
                  </a:lnTo>
                  <a:lnTo>
                    <a:pt x="255035" y="191643"/>
                  </a:lnTo>
                  <a:lnTo>
                    <a:pt x="289434" y="162827"/>
                  </a:lnTo>
                  <a:lnTo>
                    <a:pt x="325515" y="136050"/>
                  </a:lnTo>
                  <a:lnTo>
                    <a:pt x="363191" y="111402"/>
                  </a:lnTo>
                  <a:lnTo>
                    <a:pt x="402372" y="88970"/>
                  </a:lnTo>
                  <a:lnTo>
                    <a:pt x="442970" y="68844"/>
                  </a:lnTo>
                  <a:lnTo>
                    <a:pt x="484894" y="51113"/>
                  </a:lnTo>
                  <a:lnTo>
                    <a:pt x="528057" y="35866"/>
                  </a:lnTo>
                  <a:lnTo>
                    <a:pt x="572370" y="23191"/>
                  </a:lnTo>
                  <a:lnTo>
                    <a:pt x="617742" y="13178"/>
                  </a:lnTo>
                  <a:lnTo>
                    <a:pt x="664086" y="5916"/>
                  </a:lnTo>
                  <a:lnTo>
                    <a:pt x="711313" y="1493"/>
                  </a:lnTo>
                  <a:lnTo>
                    <a:pt x="759332" y="0"/>
                  </a:lnTo>
                  <a:lnTo>
                    <a:pt x="807352" y="1493"/>
                  </a:lnTo>
                  <a:lnTo>
                    <a:pt x="854579" y="5916"/>
                  </a:lnTo>
                  <a:lnTo>
                    <a:pt x="900923" y="13178"/>
                  </a:lnTo>
                  <a:lnTo>
                    <a:pt x="946295" y="23191"/>
                  </a:lnTo>
                  <a:lnTo>
                    <a:pt x="990608" y="35866"/>
                  </a:lnTo>
                  <a:lnTo>
                    <a:pt x="1033771" y="51113"/>
                  </a:lnTo>
                  <a:lnTo>
                    <a:pt x="1075695" y="68844"/>
                  </a:lnTo>
                  <a:lnTo>
                    <a:pt x="1116293" y="88970"/>
                  </a:lnTo>
                  <a:lnTo>
                    <a:pt x="1155474" y="111402"/>
                  </a:lnTo>
                  <a:lnTo>
                    <a:pt x="1193150" y="136050"/>
                  </a:lnTo>
                  <a:lnTo>
                    <a:pt x="1229231" y="162827"/>
                  </a:lnTo>
                  <a:lnTo>
                    <a:pt x="1263630" y="191643"/>
                  </a:lnTo>
                  <a:lnTo>
                    <a:pt x="1296257" y="222408"/>
                  </a:lnTo>
                  <a:lnTo>
                    <a:pt x="1327022" y="255035"/>
                  </a:lnTo>
                  <a:lnTo>
                    <a:pt x="1355838" y="289434"/>
                  </a:lnTo>
                  <a:lnTo>
                    <a:pt x="1382615" y="325515"/>
                  </a:lnTo>
                  <a:lnTo>
                    <a:pt x="1407263" y="363191"/>
                  </a:lnTo>
                  <a:lnTo>
                    <a:pt x="1429695" y="402372"/>
                  </a:lnTo>
                  <a:lnTo>
                    <a:pt x="1449821" y="442970"/>
                  </a:lnTo>
                  <a:lnTo>
                    <a:pt x="1467552" y="484894"/>
                  </a:lnTo>
                  <a:lnTo>
                    <a:pt x="1482799" y="528057"/>
                  </a:lnTo>
                  <a:lnTo>
                    <a:pt x="1495474" y="572370"/>
                  </a:lnTo>
                  <a:lnTo>
                    <a:pt x="1505487" y="617742"/>
                  </a:lnTo>
                  <a:lnTo>
                    <a:pt x="1512749" y="664086"/>
                  </a:lnTo>
                  <a:lnTo>
                    <a:pt x="1517172" y="711313"/>
                  </a:lnTo>
                  <a:lnTo>
                    <a:pt x="1518665" y="759333"/>
                  </a:lnTo>
                  <a:lnTo>
                    <a:pt x="1517172" y="807352"/>
                  </a:lnTo>
                  <a:lnTo>
                    <a:pt x="1512749" y="854577"/>
                  </a:lnTo>
                  <a:lnTo>
                    <a:pt x="1505487" y="900918"/>
                  </a:lnTo>
                  <a:lnTo>
                    <a:pt x="1495474" y="946287"/>
                  </a:lnTo>
                  <a:lnTo>
                    <a:pt x="1482799" y="990595"/>
                  </a:lnTo>
                  <a:lnTo>
                    <a:pt x="1467552" y="1033753"/>
                  </a:lnTo>
                  <a:lnTo>
                    <a:pt x="1449821" y="1075673"/>
                  </a:lnTo>
                  <a:lnTo>
                    <a:pt x="1429695" y="1116264"/>
                  </a:lnTo>
                  <a:lnTo>
                    <a:pt x="1407263" y="1155439"/>
                  </a:lnTo>
                  <a:lnTo>
                    <a:pt x="1382615" y="1193108"/>
                  </a:lnTo>
                  <a:lnTo>
                    <a:pt x="1355838" y="1229182"/>
                  </a:lnTo>
                  <a:lnTo>
                    <a:pt x="1327022" y="1263574"/>
                  </a:lnTo>
                  <a:lnTo>
                    <a:pt x="1296257" y="1296193"/>
                  </a:lnTo>
                  <a:lnTo>
                    <a:pt x="1263630" y="1326952"/>
                  </a:lnTo>
                  <a:lnTo>
                    <a:pt x="1229231" y="1355760"/>
                  </a:lnTo>
                  <a:lnTo>
                    <a:pt x="1193150" y="1382529"/>
                  </a:lnTo>
                  <a:lnTo>
                    <a:pt x="1155474" y="1407171"/>
                  </a:lnTo>
                  <a:lnTo>
                    <a:pt x="1116293" y="1429597"/>
                  </a:lnTo>
                  <a:lnTo>
                    <a:pt x="1075695" y="1449717"/>
                  </a:lnTo>
                  <a:lnTo>
                    <a:pt x="1033771" y="1467442"/>
                  </a:lnTo>
                  <a:lnTo>
                    <a:pt x="990608" y="1482685"/>
                  </a:lnTo>
                  <a:lnTo>
                    <a:pt x="946295" y="1495355"/>
                  </a:lnTo>
                  <a:lnTo>
                    <a:pt x="900923" y="1505364"/>
                  </a:lnTo>
                  <a:lnTo>
                    <a:pt x="854579" y="1512624"/>
                  </a:lnTo>
                  <a:lnTo>
                    <a:pt x="807352" y="1517045"/>
                  </a:lnTo>
                  <a:lnTo>
                    <a:pt x="759332" y="1518539"/>
                  </a:lnTo>
                  <a:lnTo>
                    <a:pt x="711313" y="1517045"/>
                  </a:lnTo>
                  <a:lnTo>
                    <a:pt x="664086" y="1512624"/>
                  </a:lnTo>
                  <a:lnTo>
                    <a:pt x="617742" y="1505364"/>
                  </a:lnTo>
                  <a:lnTo>
                    <a:pt x="572370" y="1495355"/>
                  </a:lnTo>
                  <a:lnTo>
                    <a:pt x="528057" y="1482685"/>
                  </a:lnTo>
                  <a:lnTo>
                    <a:pt x="484894" y="1467442"/>
                  </a:lnTo>
                  <a:lnTo>
                    <a:pt x="442970" y="1449717"/>
                  </a:lnTo>
                  <a:lnTo>
                    <a:pt x="402372" y="1429597"/>
                  </a:lnTo>
                  <a:lnTo>
                    <a:pt x="363191" y="1407171"/>
                  </a:lnTo>
                  <a:lnTo>
                    <a:pt x="325515" y="1382529"/>
                  </a:lnTo>
                  <a:lnTo>
                    <a:pt x="289434" y="1355760"/>
                  </a:lnTo>
                  <a:lnTo>
                    <a:pt x="255035" y="1326952"/>
                  </a:lnTo>
                  <a:lnTo>
                    <a:pt x="222408" y="1296193"/>
                  </a:lnTo>
                  <a:lnTo>
                    <a:pt x="191643" y="1263574"/>
                  </a:lnTo>
                  <a:lnTo>
                    <a:pt x="162827" y="1229182"/>
                  </a:lnTo>
                  <a:lnTo>
                    <a:pt x="136050" y="1193108"/>
                  </a:lnTo>
                  <a:lnTo>
                    <a:pt x="111402" y="1155439"/>
                  </a:lnTo>
                  <a:lnTo>
                    <a:pt x="88970" y="1116264"/>
                  </a:lnTo>
                  <a:lnTo>
                    <a:pt x="68844" y="1075673"/>
                  </a:lnTo>
                  <a:lnTo>
                    <a:pt x="51113" y="1033753"/>
                  </a:lnTo>
                  <a:lnTo>
                    <a:pt x="35866" y="990595"/>
                  </a:lnTo>
                  <a:lnTo>
                    <a:pt x="23191" y="946287"/>
                  </a:lnTo>
                  <a:lnTo>
                    <a:pt x="13178" y="900918"/>
                  </a:lnTo>
                  <a:lnTo>
                    <a:pt x="5916" y="854577"/>
                  </a:lnTo>
                  <a:lnTo>
                    <a:pt x="1493" y="807352"/>
                  </a:lnTo>
                  <a:lnTo>
                    <a:pt x="0" y="759333"/>
                  </a:lnTo>
                  <a:close/>
                </a:path>
              </a:pathLst>
            </a:custGeom>
            <a:ln w="952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5124" y="2828416"/>
              <a:ext cx="1485900" cy="1257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208398" y="2737484"/>
              <a:ext cx="814069" cy="1515745"/>
            </a:xfrm>
            <a:custGeom>
              <a:avLst/>
              <a:gdLst/>
              <a:ahLst/>
              <a:cxnLst/>
              <a:rect l="l" t="t" r="r" b="b"/>
              <a:pathLst>
                <a:path w="814070" h="1515745">
                  <a:moveTo>
                    <a:pt x="813815" y="0"/>
                  </a:moveTo>
                  <a:lnTo>
                    <a:pt x="0" y="0"/>
                  </a:lnTo>
                  <a:lnTo>
                    <a:pt x="0" y="1515237"/>
                  </a:lnTo>
                  <a:lnTo>
                    <a:pt x="813815" y="1515237"/>
                  </a:lnTo>
                  <a:lnTo>
                    <a:pt x="8138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68851" y="281891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800" spc="-75" dirty="0">
                <a:latin typeface="Arial"/>
                <a:cs typeface="Arial"/>
              </a:rPr>
              <a:t>SME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68851" y="352757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46355" marR="36195" indent="12192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personalizada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68851" y="3881780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13970" marR="4445" indent="153670">
              <a:lnSpc>
                <a:spcPct val="100000"/>
              </a:lnSpc>
              <a:spcBef>
                <a:spcPts val="140"/>
              </a:spcBef>
            </a:pPr>
            <a:r>
              <a:rPr sz="800" spc="-40" dirty="0">
                <a:latin typeface="Arial"/>
                <a:cs typeface="Arial"/>
              </a:rPr>
              <a:t>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ML</a:t>
            </a:r>
            <a:r>
              <a:rPr sz="800" spc="-10" dirty="0">
                <a:latin typeface="Arial"/>
                <a:cs typeface="Arial"/>
              </a:rPr>
              <a:t> preconfigurada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68851" y="3173247"/>
            <a:ext cx="705485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780" rIns="0" bIns="0" rtlCol="0">
            <a:spAutoFit/>
          </a:bodyPr>
          <a:lstStyle/>
          <a:p>
            <a:pPr marL="218440" marR="114300" indent="-94615">
              <a:lnSpc>
                <a:spcPct val="100000"/>
              </a:lnSpc>
              <a:spcBef>
                <a:spcPts val="140"/>
              </a:spcBef>
            </a:pPr>
            <a:r>
              <a:rPr sz="800" spc="-35" dirty="0">
                <a:latin typeface="Arial"/>
                <a:cs typeface="Arial"/>
              </a:rPr>
              <a:t>Basado </a:t>
            </a:r>
            <a:r>
              <a:rPr sz="800" spc="-25" dirty="0">
                <a:latin typeface="Arial"/>
                <a:cs typeface="Arial"/>
              </a:rPr>
              <a:t>en</a:t>
            </a:r>
            <a:r>
              <a:rPr sz="800" spc="-10" dirty="0">
                <a:latin typeface="Arial"/>
                <a:cs typeface="Arial"/>
              </a:rPr>
              <a:t> reglas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1551" y="2743580"/>
            <a:ext cx="303530" cy="1518920"/>
          </a:xfrm>
          <a:custGeom>
            <a:avLst/>
            <a:gdLst/>
            <a:ahLst/>
            <a:cxnLst/>
            <a:rect l="l" t="t" r="r" b="b"/>
            <a:pathLst>
              <a:path w="303530" h="1518920">
                <a:moveTo>
                  <a:pt x="303275" y="0"/>
                </a:moveTo>
                <a:lnTo>
                  <a:pt x="0" y="0"/>
                </a:lnTo>
                <a:lnTo>
                  <a:pt x="0" y="1518539"/>
                </a:lnTo>
                <a:lnTo>
                  <a:pt x="303275" y="1518539"/>
                </a:lnTo>
                <a:lnTo>
                  <a:pt x="303275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544317" y="3042140"/>
            <a:ext cx="239395" cy="92329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75588" y="2898648"/>
            <a:ext cx="5006975" cy="1853564"/>
            <a:chOff x="1275588" y="2898648"/>
            <a:chExt cx="5006975" cy="1853564"/>
          </a:xfrm>
        </p:grpSpPr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4827" y="3462909"/>
              <a:ext cx="222123" cy="7975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017389" y="3465576"/>
              <a:ext cx="412750" cy="74930"/>
            </a:xfrm>
            <a:custGeom>
              <a:avLst/>
              <a:gdLst/>
              <a:ahLst/>
              <a:cxnLst/>
              <a:rect l="l" t="t" r="r" b="b"/>
              <a:pathLst>
                <a:path w="412750" h="74929">
                  <a:moveTo>
                    <a:pt x="59562" y="0"/>
                  </a:moveTo>
                  <a:lnTo>
                    <a:pt x="57276" y="1397"/>
                  </a:lnTo>
                  <a:lnTo>
                    <a:pt x="0" y="37211"/>
                  </a:lnTo>
                  <a:lnTo>
                    <a:pt x="57276" y="73025"/>
                  </a:lnTo>
                  <a:lnTo>
                    <a:pt x="59562" y="74422"/>
                  </a:lnTo>
                  <a:lnTo>
                    <a:pt x="62484" y="73787"/>
                  </a:lnTo>
                  <a:lnTo>
                    <a:pt x="65277" y="69214"/>
                  </a:lnTo>
                  <a:lnTo>
                    <a:pt x="64515" y="66294"/>
                  </a:lnTo>
                  <a:lnTo>
                    <a:pt x="62357" y="64897"/>
                  </a:lnTo>
                  <a:lnTo>
                    <a:pt x="25781" y="42037"/>
                  </a:lnTo>
                  <a:lnTo>
                    <a:pt x="9016" y="42037"/>
                  </a:lnTo>
                  <a:lnTo>
                    <a:pt x="9016" y="32512"/>
                  </a:lnTo>
                  <a:lnTo>
                    <a:pt x="25577" y="32512"/>
                  </a:lnTo>
                  <a:lnTo>
                    <a:pt x="62357" y="9525"/>
                  </a:lnTo>
                  <a:lnTo>
                    <a:pt x="64515" y="8127"/>
                  </a:lnTo>
                  <a:lnTo>
                    <a:pt x="65277" y="5207"/>
                  </a:lnTo>
                  <a:lnTo>
                    <a:pt x="63881" y="2921"/>
                  </a:lnTo>
                  <a:lnTo>
                    <a:pt x="62484" y="762"/>
                  </a:lnTo>
                  <a:lnTo>
                    <a:pt x="59562" y="0"/>
                  </a:lnTo>
                  <a:close/>
                </a:path>
                <a:path w="412750" h="74929">
                  <a:moveTo>
                    <a:pt x="394436" y="37211"/>
                  </a:moveTo>
                  <a:lnTo>
                    <a:pt x="350138" y="64897"/>
                  </a:lnTo>
                  <a:lnTo>
                    <a:pt x="347980" y="66294"/>
                  </a:lnTo>
                  <a:lnTo>
                    <a:pt x="347218" y="69214"/>
                  </a:lnTo>
                  <a:lnTo>
                    <a:pt x="350012" y="73787"/>
                  </a:lnTo>
                  <a:lnTo>
                    <a:pt x="352933" y="74422"/>
                  </a:lnTo>
                  <a:lnTo>
                    <a:pt x="355219" y="73025"/>
                  </a:lnTo>
                  <a:lnTo>
                    <a:pt x="404777" y="42037"/>
                  </a:lnTo>
                  <a:lnTo>
                    <a:pt x="403478" y="42037"/>
                  </a:lnTo>
                  <a:lnTo>
                    <a:pt x="403478" y="41275"/>
                  </a:lnTo>
                  <a:lnTo>
                    <a:pt x="400938" y="41275"/>
                  </a:lnTo>
                  <a:lnTo>
                    <a:pt x="394436" y="37211"/>
                  </a:lnTo>
                  <a:close/>
                </a:path>
                <a:path w="412750" h="74929">
                  <a:moveTo>
                    <a:pt x="25577" y="32512"/>
                  </a:moveTo>
                  <a:lnTo>
                    <a:pt x="9016" y="32512"/>
                  </a:lnTo>
                  <a:lnTo>
                    <a:pt x="9016" y="42037"/>
                  </a:lnTo>
                  <a:lnTo>
                    <a:pt x="25781" y="42037"/>
                  </a:lnTo>
                  <a:lnTo>
                    <a:pt x="24561" y="41275"/>
                  </a:lnTo>
                  <a:lnTo>
                    <a:pt x="11557" y="41275"/>
                  </a:lnTo>
                  <a:lnTo>
                    <a:pt x="11557" y="33147"/>
                  </a:lnTo>
                  <a:lnTo>
                    <a:pt x="24561" y="33147"/>
                  </a:lnTo>
                  <a:lnTo>
                    <a:pt x="25577" y="32512"/>
                  </a:lnTo>
                  <a:close/>
                </a:path>
                <a:path w="412750" h="74929">
                  <a:moveTo>
                    <a:pt x="386918" y="32512"/>
                  </a:moveTo>
                  <a:lnTo>
                    <a:pt x="25577" y="32512"/>
                  </a:lnTo>
                  <a:lnTo>
                    <a:pt x="18059" y="37211"/>
                  </a:lnTo>
                  <a:lnTo>
                    <a:pt x="25781" y="42037"/>
                  </a:lnTo>
                  <a:lnTo>
                    <a:pt x="386714" y="42037"/>
                  </a:lnTo>
                  <a:lnTo>
                    <a:pt x="394436" y="37211"/>
                  </a:lnTo>
                  <a:lnTo>
                    <a:pt x="386918" y="32512"/>
                  </a:lnTo>
                  <a:close/>
                </a:path>
                <a:path w="412750" h="74929">
                  <a:moveTo>
                    <a:pt x="404980" y="32512"/>
                  </a:moveTo>
                  <a:lnTo>
                    <a:pt x="403478" y="32512"/>
                  </a:lnTo>
                  <a:lnTo>
                    <a:pt x="403478" y="42037"/>
                  </a:lnTo>
                  <a:lnTo>
                    <a:pt x="404777" y="42037"/>
                  </a:lnTo>
                  <a:lnTo>
                    <a:pt x="412496" y="37211"/>
                  </a:lnTo>
                  <a:lnTo>
                    <a:pt x="404980" y="32512"/>
                  </a:lnTo>
                  <a:close/>
                </a:path>
                <a:path w="412750" h="74929">
                  <a:moveTo>
                    <a:pt x="11557" y="33147"/>
                  </a:moveTo>
                  <a:lnTo>
                    <a:pt x="11557" y="41275"/>
                  </a:lnTo>
                  <a:lnTo>
                    <a:pt x="18059" y="37211"/>
                  </a:lnTo>
                  <a:lnTo>
                    <a:pt x="11557" y="33147"/>
                  </a:lnTo>
                  <a:close/>
                </a:path>
                <a:path w="412750" h="74929">
                  <a:moveTo>
                    <a:pt x="18059" y="37211"/>
                  </a:moveTo>
                  <a:lnTo>
                    <a:pt x="11557" y="41275"/>
                  </a:lnTo>
                  <a:lnTo>
                    <a:pt x="24561" y="41275"/>
                  </a:lnTo>
                  <a:lnTo>
                    <a:pt x="18059" y="37211"/>
                  </a:lnTo>
                  <a:close/>
                </a:path>
                <a:path w="412750" h="74929">
                  <a:moveTo>
                    <a:pt x="400938" y="33147"/>
                  </a:moveTo>
                  <a:lnTo>
                    <a:pt x="394436" y="37211"/>
                  </a:lnTo>
                  <a:lnTo>
                    <a:pt x="400938" y="41275"/>
                  </a:lnTo>
                  <a:lnTo>
                    <a:pt x="400938" y="33147"/>
                  </a:lnTo>
                  <a:close/>
                </a:path>
                <a:path w="412750" h="74929">
                  <a:moveTo>
                    <a:pt x="403478" y="33147"/>
                  </a:moveTo>
                  <a:lnTo>
                    <a:pt x="400938" y="33147"/>
                  </a:lnTo>
                  <a:lnTo>
                    <a:pt x="400938" y="41275"/>
                  </a:lnTo>
                  <a:lnTo>
                    <a:pt x="403478" y="41275"/>
                  </a:lnTo>
                  <a:lnTo>
                    <a:pt x="403478" y="33147"/>
                  </a:lnTo>
                  <a:close/>
                </a:path>
                <a:path w="412750" h="74929">
                  <a:moveTo>
                    <a:pt x="24561" y="33147"/>
                  </a:moveTo>
                  <a:lnTo>
                    <a:pt x="11557" y="33147"/>
                  </a:lnTo>
                  <a:lnTo>
                    <a:pt x="18059" y="37211"/>
                  </a:lnTo>
                  <a:lnTo>
                    <a:pt x="24561" y="33147"/>
                  </a:lnTo>
                  <a:close/>
                </a:path>
                <a:path w="412750" h="74929">
                  <a:moveTo>
                    <a:pt x="352933" y="0"/>
                  </a:moveTo>
                  <a:lnTo>
                    <a:pt x="350012" y="762"/>
                  </a:lnTo>
                  <a:lnTo>
                    <a:pt x="348614" y="2921"/>
                  </a:lnTo>
                  <a:lnTo>
                    <a:pt x="347218" y="5207"/>
                  </a:lnTo>
                  <a:lnTo>
                    <a:pt x="347980" y="8127"/>
                  </a:lnTo>
                  <a:lnTo>
                    <a:pt x="350138" y="9525"/>
                  </a:lnTo>
                  <a:lnTo>
                    <a:pt x="394436" y="37211"/>
                  </a:lnTo>
                  <a:lnTo>
                    <a:pt x="400938" y="33147"/>
                  </a:lnTo>
                  <a:lnTo>
                    <a:pt x="403478" y="33147"/>
                  </a:lnTo>
                  <a:lnTo>
                    <a:pt x="403478" y="32512"/>
                  </a:lnTo>
                  <a:lnTo>
                    <a:pt x="404980" y="32512"/>
                  </a:lnTo>
                  <a:lnTo>
                    <a:pt x="355219" y="1397"/>
                  </a:lnTo>
                  <a:lnTo>
                    <a:pt x="3529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68980" y="4408678"/>
              <a:ext cx="3509010" cy="338455"/>
            </a:xfrm>
            <a:custGeom>
              <a:avLst/>
              <a:gdLst/>
              <a:ahLst/>
              <a:cxnLst/>
              <a:rect l="l" t="t" r="r" b="b"/>
              <a:pathLst>
                <a:path w="3509010" h="338454">
                  <a:moveTo>
                    <a:pt x="0" y="338455"/>
                  </a:moveTo>
                  <a:lnTo>
                    <a:pt x="0" y="0"/>
                  </a:lnTo>
                  <a:lnTo>
                    <a:pt x="3508629" y="0"/>
                  </a:lnTo>
                  <a:lnTo>
                    <a:pt x="3508629" y="338455"/>
                  </a:lnTo>
                </a:path>
              </a:pathLst>
            </a:custGeom>
            <a:ln w="952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8096" y="4254373"/>
              <a:ext cx="74294" cy="15570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5588" y="2898648"/>
              <a:ext cx="284225" cy="320801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009599" y="2567432"/>
            <a:ext cx="122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Series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temporales FactoryTalk® </a:t>
            </a:r>
            <a:r>
              <a:rPr sz="1200" dirty="0">
                <a:latin typeface="Arial"/>
                <a:cs typeface="Arial"/>
              </a:rPr>
              <a:t>Optix</a:t>
            </a:r>
            <a:r>
              <a:rPr sz="1200" spc="40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,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5" dirty="0">
                <a:latin typeface="Arial"/>
                <a:cs typeface="Arial"/>
              </a:rPr>
              <a:t>OPC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UA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09599" y="3731767"/>
            <a:ext cx="126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Alarmas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y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eventos, </a:t>
            </a:r>
            <a:r>
              <a:rPr sz="1200" dirty="0">
                <a:latin typeface="Arial"/>
                <a:cs typeface="Arial"/>
              </a:rPr>
              <a:t>métricas,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9599" y="4918024"/>
            <a:ext cx="111950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Documentos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"/>
                <a:cs typeface="Arial"/>
              </a:rPr>
              <a:t>ingeniería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7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P&amp;ID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8794" y="2119122"/>
            <a:ext cx="100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Fuentes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81000" y="2356675"/>
            <a:ext cx="11390630" cy="3745229"/>
            <a:chOff x="381000" y="2356675"/>
            <a:chExt cx="11390630" cy="3745229"/>
          </a:xfrm>
        </p:grpSpPr>
        <p:sp>
          <p:nvSpPr>
            <p:cNvPr id="55" name="object 55"/>
            <p:cNvSpPr/>
            <p:nvPr/>
          </p:nvSpPr>
          <p:spPr>
            <a:xfrm>
              <a:off x="2214752" y="2361438"/>
              <a:ext cx="119380" cy="2549525"/>
            </a:xfrm>
            <a:custGeom>
              <a:avLst/>
              <a:gdLst/>
              <a:ahLst/>
              <a:cxnLst/>
              <a:rect l="l" t="t" r="r" b="b"/>
              <a:pathLst>
                <a:path w="119380" h="2549525">
                  <a:moveTo>
                    <a:pt x="0" y="0"/>
                  </a:moveTo>
                  <a:lnTo>
                    <a:pt x="118872" y="0"/>
                  </a:lnTo>
                  <a:lnTo>
                    <a:pt x="118872" y="2549525"/>
                  </a:lnTo>
                  <a:lnTo>
                    <a:pt x="0" y="2549525"/>
                  </a:lnTo>
                </a:path>
              </a:pathLst>
            </a:custGeom>
            <a:ln w="9524">
              <a:solidFill>
                <a:srgbClr val="CD16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46705" y="3434588"/>
              <a:ext cx="144271" cy="7442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000" y="5687402"/>
              <a:ext cx="11390376" cy="41421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4568190" y="5745886"/>
            <a:ext cx="301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Gobernanza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calidad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027551" y="2558288"/>
            <a:ext cx="5187950" cy="2880360"/>
            <a:chOff x="4027551" y="2558288"/>
            <a:chExt cx="5187950" cy="2880360"/>
          </a:xfrm>
        </p:grpSpPr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27551" y="3464560"/>
              <a:ext cx="180848" cy="7645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892794" y="2558288"/>
              <a:ext cx="322580" cy="2880360"/>
            </a:xfrm>
            <a:custGeom>
              <a:avLst/>
              <a:gdLst/>
              <a:ahLst/>
              <a:cxnLst/>
              <a:rect l="l" t="t" r="r" b="b"/>
              <a:pathLst>
                <a:path w="322579" h="2880360">
                  <a:moveTo>
                    <a:pt x="322541" y="0"/>
                  </a:moveTo>
                  <a:lnTo>
                    <a:pt x="0" y="0"/>
                  </a:lnTo>
                  <a:lnTo>
                    <a:pt x="0" y="2879979"/>
                  </a:lnTo>
                  <a:lnTo>
                    <a:pt x="322541" y="2879979"/>
                  </a:lnTo>
                  <a:lnTo>
                    <a:pt x="322541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540243" y="2119122"/>
            <a:ext cx="15030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latin typeface="Arial"/>
                <a:cs typeface="Arial"/>
              </a:rPr>
              <a:t>Servicios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desarrollador de</a:t>
            </a:r>
            <a:r>
              <a:rPr sz="1000" b="1" spc="-7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aplicaciones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61246" y="3541425"/>
            <a:ext cx="188595" cy="916940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7860" algn="l"/>
              </a:tabLst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GUI</a:t>
            </a:r>
            <a:r>
              <a:rPr sz="1050" spc="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50" spc="-6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70687" y="1503299"/>
            <a:ext cx="11785600" cy="4034790"/>
            <a:chOff x="170687" y="1503299"/>
            <a:chExt cx="11785600" cy="4034790"/>
          </a:xfrm>
        </p:grpSpPr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687" y="3459480"/>
              <a:ext cx="979678" cy="97967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6567" y="3677284"/>
              <a:ext cx="502030" cy="50190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578" y="3804680"/>
              <a:ext cx="229418" cy="24904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21037" y="1503299"/>
              <a:ext cx="2634995" cy="403479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88856" y="1693418"/>
              <a:ext cx="2456434" cy="313055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9535414" y="1731010"/>
            <a:ext cx="2169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Otórgueles</a:t>
            </a:r>
            <a:r>
              <a:rPr sz="1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r>
              <a:rPr sz="14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70687" y="2295144"/>
            <a:ext cx="7172959" cy="3369310"/>
            <a:chOff x="170687" y="2295144"/>
            <a:chExt cx="7172959" cy="3369310"/>
          </a:xfrm>
        </p:grpSpPr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0687" y="4646676"/>
              <a:ext cx="979678" cy="97967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6567" y="4863845"/>
              <a:ext cx="502030" cy="50203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39754" y="5014674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5" h="201295">
                  <a:moveTo>
                    <a:pt x="274580" y="53286"/>
                  </a:moveTo>
                  <a:lnTo>
                    <a:pt x="274580" y="0"/>
                  </a:lnTo>
                  <a:lnTo>
                    <a:pt x="0" y="0"/>
                  </a:lnTo>
                  <a:lnTo>
                    <a:pt x="0" y="201241"/>
                  </a:lnTo>
                  <a:lnTo>
                    <a:pt x="225404" y="201241"/>
                  </a:lnTo>
                  <a:lnTo>
                    <a:pt x="227515" y="199142"/>
                  </a:lnTo>
                  <a:lnTo>
                    <a:pt x="227515" y="196551"/>
                  </a:lnTo>
                  <a:lnTo>
                    <a:pt x="227515" y="193961"/>
                  </a:lnTo>
                  <a:lnTo>
                    <a:pt x="225404" y="191862"/>
                  </a:lnTo>
                  <a:lnTo>
                    <a:pt x="9460" y="191861"/>
                  </a:lnTo>
                  <a:lnTo>
                    <a:pt x="9460" y="9380"/>
                  </a:lnTo>
                  <a:lnTo>
                    <a:pt x="265167" y="9380"/>
                  </a:lnTo>
                  <a:lnTo>
                    <a:pt x="265167" y="53286"/>
                  </a:lnTo>
                  <a:lnTo>
                    <a:pt x="267274" y="55385"/>
                  </a:lnTo>
                  <a:lnTo>
                    <a:pt x="272469" y="55385"/>
                  </a:lnTo>
                  <a:lnTo>
                    <a:pt x="274580" y="5328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5918" y="5044850"/>
              <a:ext cx="208416" cy="16847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0687" y="2295144"/>
              <a:ext cx="979678" cy="97967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6567" y="2513203"/>
              <a:ext cx="502030" cy="50190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36206" y="2646895"/>
              <a:ext cx="283845" cy="236220"/>
            </a:xfrm>
            <a:custGeom>
              <a:avLst/>
              <a:gdLst/>
              <a:ahLst/>
              <a:cxnLst/>
              <a:rect l="l" t="t" r="r" b="b"/>
              <a:pathLst>
                <a:path w="283844" h="236219">
                  <a:moveTo>
                    <a:pt x="42506" y="105371"/>
                  </a:moveTo>
                  <a:lnTo>
                    <a:pt x="40386" y="103276"/>
                  </a:lnTo>
                  <a:lnTo>
                    <a:pt x="35128" y="103276"/>
                  </a:lnTo>
                  <a:lnTo>
                    <a:pt x="33007" y="105371"/>
                  </a:lnTo>
                  <a:lnTo>
                    <a:pt x="33007" y="107962"/>
                  </a:lnTo>
                  <a:lnTo>
                    <a:pt x="33007" y="137731"/>
                  </a:lnTo>
                  <a:lnTo>
                    <a:pt x="35128" y="139827"/>
                  </a:lnTo>
                  <a:lnTo>
                    <a:pt x="40386" y="139827"/>
                  </a:lnTo>
                  <a:lnTo>
                    <a:pt x="42506" y="137731"/>
                  </a:lnTo>
                  <a:lnTo>
                    <a:pt x="42506" y="105371"/>
                  </a:lnTo>
                  <a:close/>
                </a:path>
                <a:path w="283844" h="236219">
                  <a:moveTo>
                    <a:pt x="60401" y="105371"/>
                  </a:moveTo>
                  <a:lnTo>
                    <a:pt x="58267" y="103276"/>
                  </a:lnTo>
                  <a:lnTo>
                    <a:pt x="53009" y="103276"/>
                  </a:lnTo>
                  <a:lnTo>
                    <a:pt x="50888" y="105371"/>
                  </a:lnTo>
                  <a:lnTo>
                    <a:pt x="50888" y="107962"/>
                  </a:lnTo>
                  <a:lnTo>
                    <a:pt x="50888" y="137731"/>
                  </a:lnTo>
                  <a:lnTo>
                    <a:pt x="53009" y="139827"/>
                  </a:lnTo>
                  <a:lnTo>
                    <a:pt x="58267" y="139827"/>
                  </a:lnTo>
                  <a:lnTo>
                    <a:pt x="60401" y="137731"/>
                  </a:lnTo>
                  <a:lnTo>
                    <a:pt x="60401" y="105371"/>
                  </a:lnTo>
                  <a:close/>
                </a:path>
                <a:path w="283844" h="236219">
                  <a:moveTo>
                    <a:pt x="78282" y="105371"/>
                  </a:moveTo>
                  <a:lnTo>
                    <a:pt x="76149" y="103276"/>
                  </a:lnTo>
                  <a:lnTo>
                    <a:pt x="70891" y="103276"/>
                  </a:lnTo>
                  <a:lnTo>
                    <a:pt x="68770" y="105371"/>
                  </a:lnTo>
                  <a:lnTo>
                    <a:pt x="68770" y="107962"/>
                  </a:lnTo>
                  <a:lnTo>
                    <a:pt x="68770" y="137731"/>
                  </a:lnTo>
                  <a:lnTo>
                    <a:pt x="70891" y="139827"/>
                  </a:lnTo>
                  <a:lnTo>
                    <a:pt x="76149" y="139827"/>
                  </a:lnTo>
                  <a:lnTo>
                    <a:pt x="78282" y="137731"/>
                  </a:lnTo>
                  <a:lnTo>
                    <a:pt x="78282" y="105371"/>
                  </a:lnTo>
                  <a:close/>
                </a:path>
                <a:path w="283844" h="236219">
                  <a:moveTo>
                    <a:pt x="221081" y="204762"/>
                  </a:moveTo>
                  <a:lnTo>
                    <a:pt x="219252" y="202907"/>
                  </a:lnTo>
                  <a:lnTo>
                    <a:pt x="217373" y="201091"/>
                  </a:lnTo>
                  <a:lnTo>
                    <a:pt x="214325" y="201091"/>
                  </a:lnTo>
                  <a:lnTo>
                    <a:pt x="197370" y="217792"/>
                  </a:lnTo>
                  <a:lnTo>
                    <a:pt x="197370" y="167335"/>
                  </a:lnTo>
                  <a:lnTo>
                    <a:pt x="195237" y="165239"/>
                  </a:lnTo>
                  <a:lnTo>
                    <a:pt x="189992" y="165239"/>
                  </a:lnTo>
                  <a:lnTo>
                    <a:pt x="187858" y="167335"/>
                  </a:lnTo>
                  <a:lnTo>
                    <a:pt x="187858" y="217792"/>
                  </a:lnTo>
                  <a:lnTo>
                    <a:pt x="170840" y="201091"/>
                  </a:lnTo>
                  <a:lnTo>
                    <a:pt x="167805" y="201091"/>
                  </a:lnTo>
                  <a:lnTo>
                    <a:pt x="164109" y="204762"/>
                  </a:lnTo>
                  <a:lnTo>
                    <a:pt x="164122" y="207733"/>
                  </a:lnTo>
                  <a:lnTo>
                    <a:pt x="192620" y="235712"/>
                  </a:lnTo>
                  <a:lnTo>
                    <a:pt x="210807" y="217792"/>
                  </a:lnTo>
                  <a:lnTo>
                    <a:pt x="221018" y="207733"/>
                  </a:lnTo>
                  <a:lnTo>
                    <a:pt x="221081" y="204762"/>
                  </a:lnTo>
                  <a:close/>
                </a:path>
                <a:path w="283844" h="236219">
                  <a:moveTo>
                    <a:pt x="226809" y="99961"/>
                  </a:moveTo>
                  <a:lnTo>
                    <a:pt x="217297" y="99961"/>
                  </a:lnTo>
                  <a:lnTo>
                    <a:pt x="217297" y="109308"/>
                  </a:lnTo>
                  <a:lnTo>
                    <a:pt x="217297" y="125780"/>
                  </a:lnTo>
                  <a:lnTo>
                    <a:pt x="200609" y="125780"/>
                  </a:lnTo>
                  <a:lnTo>
                    <a:pt x="200609" y="109308"/>
                  </a:lnTo>
                  <a:lnTo>
                    <a:pt x="217297" y="109308"/>
                  </a:lnTo>
                  <a:lnTo>
                    <a:pt x="217297" y="99961"/>
                  </a:lnTo>
                  <a:lnTo>
                    <a:pt x="191096" y="99961"/>
                  </a:lnTo>
                  <a:lnTo>
                    <a:pt x="191096" y="135140"/>
                  </a:lnTo>
                  <a:lnTo>
                    <a:pt x="226809" y="135140"/>
                  </a:lnTo>
                  <a:lnTo>
                    <a:pt x="226809" y="125780"/>
                  </a:lnTo>
                  <a:lnTo>
                    <a:pt x="226809" y="109308"/>
                  </a:lnTo>
                  <a:lnTo>
                    <a:pt x="226809" y="99961"/>
                  </a:lnTo>
                  <a:close/>
                </a:path>
                <a:path w="283844" h="236219">
                  <a:moveTo>
                    <a:pt x="253923" y="28028"/>
                  </a:moveTo>
                  <a:lnTo>
                    <a:pt x="252120" y="26212"/>
                  </a:lnTo>
                  <a:lnTo>
                    <a:pt x="243624" y="17919"/>
                  </a:lnTo>
                  <a:lnTo>
                    <a:pt x="225285" y="0"/>
                  </a:lnTo>
                  <a:lnTo>
                    <a:pt x="198704" y="26212"/>
                  </a:lnTo>
                  <a:lnTo>
                    <a:pt x="196837" y="28028"/>
                  </a:lnTo>
                  <a:lnTo>
                    <a:pt x="196837" y="31000"/>
                  </a:lnTo>
                  <a:lnTo>
                    <a:pt x="199593" y="33731"/>
                  </a:lnTo>
                  <a:lnTo>
                    <a:pt x="200812" y="34213"/>
                  </a:lnTo>
                  <a:lnTo>
                    <a:pt x="203301" y="34213"/>
                  </a:lnTo>
                  <a:lnTo>
                    <a:pt x="204431" y="33731"/>
                  </a:lnTo>
                  <a:lnTo>
                    <a:pt x="205460" y="32753"/>
                  </a:lnTo>
                  <a:lnTo>
                    <a:pt x="220484" y="17919"/>
                  </a:lnTo>
                  <a:lnTo>
                    <a:pt x="220535" y="68376"/>
                  </a:lnTo>
                  <a:lnTo>
                    <a:pt x="222656" y="70472"/>
                  </a:lnTo>
                  <a:lnTo>
                    <a:pt x="227914" y="70472"/>
                  </a:lnTo>
                  <a:lnTo>
                    <a:pt x="230047" y="68376"/>
                  </a:lnTo>
                  <a:lnTo>
                    <a:pt x="230047" y="17919"/>
                  </a:lnTo>
                  <a:lnTo>
                    <a:pt x="245211" y="32753"/>
                  </a:lnTo>
                  <a:lnTo>
                    <a:pt x="247103" y="34645"/>
                  </a:lnTo>
                  <a:lnTo>
                    <a:pt x="250101" y="34645"/>
                  </a:lnTo>
                  <a:lnTo>
                    <a:pt x="253885" y="31000"/>
                  </a:lnTo>
                  <a:lnTo>
                    <a:pt x="253923" y="28028"/>
                  </a:lnTo>
                  <a:close/>
                </a:path>
                <a:path w="283844" h="236219">
                  <a:moveTo>
                    <a:pt x="282752" y="125082"/>
                  </a:moveTo>
                  <a:lnTo>
                    <a:pt x="279069" y="121386"/>
                  </a:lnTo>
                  <a:lnTo>
                    <a:pt x="276059" y="121361"/>
                  </a:lnTo>
                  <a:lnTo>
                    <a:pt x="274180" y="123164"/>
                  </a:lnTo>
                  <a:lnTo>
                    <a:pt x="251002" y="145694"/>
                  </a:lnTo>
                  <a:lnTo>
                    <a:pt x="246405" y="147574"/>
                  </a:lnTo>
                  <a:lnTo>
                    <a:pt x="156032" y="147599"/>
                  </a:lnTo>
                  <a:lnTo>
                    <a:pt x="153898" y="149682"/>
                  </a:lnTo>
                  <a:lnTo>
                    <a:pt x="153898" y="154863"/>
                  </a:lnTo>
                  <a:lnTo>
                    <a:pt x="156032" y="156946"/>
                  </a:lnTo>
                  <a:lnTo>
                    <a:pt x="248920" y="156921"/>
                  </a:lnTo>
                  <a:lnTo>
                    <a:pt x="255917" y="154063"/>
                  </a:lnTo>
                  <a:lnTo>
                    <a:pt x="282714" y="128054"/>
                  </a:lnTo>
                  <a:lnTo>
                    <a:pt x="282752" y="125082"/>
                  </a:lnTo>
                  <a:close/>
                </a:path>
                <a:path w="283844" h="236219">
                  <a:moveTo>
                    <a:pt x="283743" y="78574"/>
                  </a:moveTo>
                  <a:lnTo>
                    <a:pt x="0" y="78574"/>
                  </a:lnTo>
                  <a:lnTo>
                    <a:pt x="0" y="156578"/>
                  </a:lnTo>
                  <a:lnTo>
                    <a:pt x="142163" y="156578"/>
                  </a:lnTo>
                  <a:lnTo>
                    <a:pt x="144297" y="154482"/>
                  </a:lnTo>
                  <a:lnTo>
                    <a:pt x="144297" y="149313"/>
                  </a:lnTo>
                  <a:lnTo>
                    <a:pt x="142163" y="147218"/>
                  </a:lnTo>
                  <a:lnTo>
                    <a:pt x="9512" y="147218"/>
                  </a:lnTo>
                  <a:lnTo>
                    <a:pt x="9512" y="87922"/>
                  </a:lnTo>
                  <a:lnTo>
                    <a:pt x="274231" y="87922"/>
                  </a:lnTo>
                  <a:lnTo>
                    <a:pt x="274231" y="112979"/>
                  </a:lnTo>
                  <a:lnTo>
                    <a:pt x="276364" y="115074"/>
                  </a:lnTo>
                  <a:lnTo>
                    <a:pt x="281609" y="115074"/>
                  </a:lnTo>
                  <a:lnTo>
                    <a:pt x="283743" y="112979"/>
                  </a:lnTo>
                  <a:lnTo>
                    <a:pt x="283743" y="7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23971" y="4683251"/>
              <a:ext cx="979677" cy="9811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80130" y="4901819"/>
              <a:ext cx="502031" cy="50190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220948" y="5002263"/>
              <a:ext cx="221615" cy="302260"/>
            </a:xfrm>
            <a:custGeom>
              <a:avLst/>
              <a:gdLst/>
              <a:ahLst/>
              <a:cxnLst/>
              <a:rect l="l" t="t" r="r" b="b"/>
              <a:pathLst>
                <a:path w="221614" h="302260">
                  <a:moveTo>
                    <a:pt x="198882" y="49796"/>
                  </a:moveTo>
                  <a:lnTo>
                    <a:pt x="196570" y="47485"/>
                  </a:lnTo>
                  <a:lnTo>
                    <a:pt x="172161" y="47485"/>
                  </a:lnTo>
                  <a:lnTo>
                    <a:pt x="172161" y="23037"/>
                  </a:lnTo>
                  <a:lnTo>
                    <a:pt x="169849" y="20713"/>
                  </a:lnTo>
                  <a:lnTo>
                    <a:pt x="167005" y="20713"/>
                  </a:lnTo>
                  <a:lnTo>
                    <a:pt x="164147" y="20713"/>
                  </a:lnTo>
                  <a:lnTo>
                    <a:pt x="161836" y="23037"/>
                  </a:lnTo>
                  <a:lnTo>
                    <a:pt x="161836" y="57835"/>
                  </a:lnTo>
                  <a:lnTo>
                    <a:pt x="196570" y="57835"/>
                  </a:lnTo>
                  <a:lnTo>
                    <a:pt x="198882" y="55511"/>
                  </a:lnTo>
                  <a:lnTo>
                    <a:pt x="198882" y="49796"/>
                  </a:lnTo>
                  <a:close/>
                </a:path>
                <a:path w="221614" h="302260">
                  <a:moveTo>
                    <a:pt x="218528" y="35572"/>
                  </a:moveTo>
                  <a:lnTo>
                    <a:pt x="185369" y="2273"/>
                  </a:lnTo>
                  <a:lnTo>
                    <a:pt x="179908" y="0"/>
                  </a:lnTo>
                  <a:lnTo>
                    <a:pt x="73761" y="0"/>
                  </a:lnTo>
                  <a:lnTo>
                    <a:pt x="71450" y="2324"/>
                  </a:lnTo>
                  <a:lnTo>
                    <a:pt x="71450" y="8039"/>
                  </a:lnTo>
                  <a:lnTo>
                    <a:pt x="73761" y="10363"/>
                  </a:lnTo>
                  <a:lnTo>
                    <a:pt x="76619" y="10363"/>
                  </a:lnTo>
                  <a:lnTo>
                    <a:pt x="177165" y="10363"/>
                  </a:lnTo>
                  <a:lnTo>
                    <a:pt x="179984" y="11544"/>
                  </a:lnTo>
                  <a:lnTo>
                    <a:pt x="211264" y="42862"/>
                  </a:lnTo>
                  <a:lnTo>
                    <a:pt x="214515" y="42862"/>
                  </a:lnTo>
                  <a:lnTo>
                    <a:pt x="218528" y="38836"/>
                  </a:lnTo>
                  <a:lnTo>
                    <a:pt x="218528" y="35572"/>
                  </a:lnTo>
                  <a:close/>
                </a:path>
                <a:path w="221614" h="302260">
                  <a:moveTo>
                    <a:pt x="221373" y="54102"/>
                  </a:moveTo>
                  <a:lnTo>
                    <a:pt x="219062" y="51777"/>
                  </a:lnTo>
                  <a:lnTo>
                    <a:pt x="216217" y="51777"/>
                  </a:lnTo>
                  <a:lnTo>
                    <a:pt x="213360" y="51777"/>
                  </a:lnTo>
                  <a:lnTo>
                    <a:pt x="211061" y="54102"/>
                  </a:lnTo>
                  <a:lnTo>
                    <a:pt x="211061" y="291642"/>
                  </a:lnTo>
                  <a:lnTo>
                    <a:pt x="10325" y="291642"/>
                  </a:lnTo>
                  <a:lnTo>
                    <a:pt x="10325" y="10363"/>
                  </a:lnTo>
                  <a:lnTo>
                    <a:pt x="58623" y="10363"/>
                  </a:lnTo>
                  <a:lnTo>
                    <a:pt x="60934" y="8039"/>
                  </a:lnTo>
                  <a:lnTo>
                    <a:pt x="60934" y="2324"/>
                  </a:lnTo>
                  <a:lnTo>
                    <a:pt x="58623" y="0"/>
                  </a:lnTo>
                  <a:lnTo>
                    <a:pt x="0" y="0"/>
                  </a:lnTo>
                  <a:lnTo>
                    <a:pt x="0" y="302044"/>
                  </a:lnTo>
                  <a:lnTo>
                    <a:pt x="221373" y="302044"/>
                  </a:lnTo>
                  <a:lnTo>
                    <a:pt x="221373" y="54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09032" y="4683251"/>
              <a:ext cx="979677" cy="98115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64428" y="4901819"/>
              <a:ext cx="502031" cy="5019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68187" y="5006187"/>
              <a:ext cx="294538" cy="29301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15740" y="4683251"/>
              <a:ext cx="981151" cy="98115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72279" y="4901819"/>
              <a:ext cx="502031" cy="50190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02328" y="5046598"/>
              <a:ext cx="239649" cy="7175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363847" y="5014722"/>
              <a:ext cx="316865" cy="134620"/>
            </a:xfrm>
            <a:custGeom>
              <a:avLst/>
              <a:gdLst/>
              <a:ahLst/>
              <a:cxnLst/>
              <a:rect l="l" t="t" r="r" b="b"/>
              <a:pathLst>
                <a:path w="316864" h="134620">
                  <a:moveTo>
                    <a:pt x="2539" y="134365"/>
                  </a:moveTo>
                  <a:lnTo>
                    <a:pt x="316483" y="130428"/>
                  </a:lnTo>
                </a:path>
                <a:path w="316864" h="134620">
                  <a:moveTo>
                    <a:pt x="0" y="0"/>
                  </a:moveTo>
                  <a:lnTo>
                    <a:pt x="167258" y="0"/>
                  </a:lnTo>
                </a:path>
                <a:path w="316864" h="134620">
                  <a:moveTo>
                    <a:pt x="0" y="0"/>
                  </a:moveTo>
                  <a:lnTo>
                    <a:pt x="0" y="134365"/>
                  </a:lnTo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56505" y="5009514"/>
              <a:ext cx="129412" cy="134873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562602" y="5168645"/>
              <a:ext cx="60325" cy="57785"/>
            </a:xfrm>
            <a:custGeom>
              <a:avLst/>
              <a:gdLst/>
              <a:ahLst/>
              <a:cxnLst/>
              <a:rect l="l" t="t" r="r" b="b"/>
              <a:pathLst>
                <a:path w="60325" h="57785">
                  <a:moveTo>
                    <a:pt x="11049" y="0"/>
                  </a:moveTo>
                  <a:lnTo>
                    <a:pt x="60198" y="39369"/>
                  </a:lnTo>
                  <a:lnTo>
                    <a:pt x="0" y="57657"/>
                  </a:lnTo>
                  <a:lnTo>
                    <a:pt x="11049" y="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80052" y="523659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20">
                  <a:moveTo>
                    <a:pt x="0" y="29210"/>
                  </a:moveTo>
                  <a:lnTo>
                    <a:pt x="2341" y="17841"/>
                  </a:lnTo>
                  <a:lnTo>
                    <a:pt x="8731" y="8556"/>
                  </a:lnTo>
                  <a:lnTo>
                    <a:pt x="18216" y="2295"/>
                  </a:lnTo>
                  <a:lnTo>
                    <a:pt x="29845" y="0"/>
                  </a:lnTo>
                  <a:lnTo>
                    <a:pt x="41473" y="2295"/>
                  </a:lnTo>
                  <a:lnTo>
                    <a:pt x="50958" y="8556"/>
                  </a:lnTo>
                  <a:lnTo>
                    <a:pt x="57348" y="17841"/>
                  </a:lnTo>
                  <a:lnTo>
                    <a:pt x="59689" y="29210"/>
                  </a:lnTo>
                  <a:lnTo>
                    <a:pt x="57348" y="40578"/>
                  </a:lnTo>
                  <a:lnTo>
                    <a:pt x="50958" y="49863"/>
                  </a:lnTo>
                  <a:lnTo>
                    <a:pt x="41473" y="56124"/>
                  </a:lnTo>
                  <a:lnTo>
                    <a:pt x="29845" y="58420"/>
                  </a:lnTo>
                  <a:lnTo>
                    <a:pt x="18216" y="56124"/>
                  </a:lnTo>
                  <a:lnTo>
                    <a:pt x="8731" y="49863"/>
                  </a:lnTo>
                  <a:lnTo>
                    <a:pt x="2341" y="40578"/>
                  </a:lnTo>
                  <a:lnTo>
                    <a:pt x="0" y="29210"/>
                  </a:lnTo>
                  <a:close/>
                </a:path>
              </a:pathLst>
            </a:custGeom>
            <a:ln w="63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385055" y="5165470"/>
              <a:ext cx="93345" cy="89535"/>
            </a:xfrm>
            <a:custGeom>
              <a:avLst/>
              <a:gdLst/>
              <a:ahLst/>
              <a:cxnLst/>
              <a:rect l="l" t="t" r="r" b="b"/>
              <a:pathLst>
                <a:path w="93345" h="89535">
                  <a:moveTo>
                    <a:pt x="33782" y="0"/>
                  </a:moveTo>
                  <a:lnTo>
                    <a:pt x="93091" y="45338"/>
                  </a:lnTo>
                  <a:lnTo>
                    <a:pt x="59309" y="89534"/>
                  </a:lnTo>
                  <a:lnTo>
                    <a:pt x="0" y="44322"/>
                  </a:lnTo>
                  <a:lnTo>
                    <a:pt x="33782" y="0"/>
                  </a:lnTo>
                  <a:close/>
                </a:path>
              </a:pathLst>
            </a:custGeom>
            <a:ln w="63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081266" y="3434588"/>
              <a:ext cx="262255" cy="74930"/>
            </a:xfrm>
            <a:custGeom>
              <a:avLst/>
              <a:gdLst/>
              <a:ahLst/>
              <a:cxnLst/>
              <a:rect l="l" t="t" r="r" b="b"/>
              <a:pathLst>
                <a:path w="262254" h="74929">
                  <a:moveTo>
                    <a:pt x="244195" y="37211"/>
                  </a:moveTo>
                  <a:lnTo>
                    <a:pt x="199898" y="64897"/>
                  </a:lnTo>
                  <a:lnTo>
                    <a:pt x="197738" y="66294"/>
                  </a:lnTo>
                  <a:lnTo>
                    <a:pt x="196976" y="69214"/>
                  </a:lnTo>
                  <a:lnTo>
                    <a:pt x="198374" y="71500"/>
                  </a:lnTo>
                  <a:lnTo>
                    <a:pt x="199770" y="73660"/>
                  </a:lnTo>
                  <a:lnTo>
                    <a:pt x="202818" y="74422"/>
                  </a:lnTo>
                  <a:lnTo>
                    <a:pt x="204977" y="73025"/>
                  </a:lnTo>
                  <a:lnTo>
                    <a:pt x="254739" y="41910"/>
                  </a:lnTo>
                  <a:lnTo>
                    <a:pt x="253237" y="41910"/>
                  </a:lnTo>
                  <a:lnTo>
                    <a:pt x="253237" y="41275"/>
                  </a:lnTo>
                  <a:lnTo>
                    <a:pt x="250698" y="41275"/>
                  </a:lnTo>
                  <a:lnTo>
                    <a:pt x="244195" y="37211"/>
                  </a:lnTo>
                  <a:close/>
                </a:path>
                <a:path w="262254" h="74929">
                  <a:moveTo>
                    <a:pt x="236474" y="32385"/>
                  </a:moveTo>
                  <a:lnTo>
                    <a:pt x="0" y="32385"/>
                  </a:lnTo>
                  <a:lnTo>
                    <a:pt x="0" y="41910"/>
                  </a:lnTo>
                  <a:lnTo>
                    <a:pt x="236677" y="41910"/>
                  </a:lnTo>
                  <a:lnTo>
                    <a:pt x="244195" y="37211"/>
                  </a:lnTo>
                  <a:lnTo>
                    <a:pt x="236474" y="32385"/>
                  </a:lnTo>
                  <a:close/>
                </a:path>
                <a:path w="262254" h="74929">
                  <a:moveTo>
                    <a:pt x="254536" y="32385"/>
                  </a:moveTo>
                  <a:lnTo>
                    <a:pt x="253237" y="32385"/>
                  </a:lnTo>
                  <a:lnTo>
                    <a:pt x="253237" y="41910"/>
                  </a:lnTo>
                  <a:lnTo>
                    <a:pt x="254739" y="41910"/>
                  </a:lnTo>
                  <a:lnTo>
                    <a:pt x="262254" y="37211"/>
                  </a:lnTo>
                  <a:lnTo>
                    <a:pt x="254536" y="32385"/>
                  </a:lnTo>
                  <a:close/>
                </a:path>
                <a:path w="262254" h="74929">
                  <a:moveTo>
                    <a:pt x="250698" y="33147"/>
                  </a:moveTo>
                  <a:lnTo>
                    <a:pt x="244195" y="37211"/>
                  </a:lnTo>
                  <a:lnTo>
                    <a:pt x="250698" y="41275"/>
                  </a:lnTo>
                  <a:lnTo>
                    <a:pt x="250698" y="33147"/>
                  </a:lnTo>
                  <a:close/>
                </a:path>
                <a:path w="262254" h="74929">
                  <a:moveTo>
                    <a:pt x="253237" y="33147"/>
                  </a:moveTo>
                  <a:lnTo>
                    <a:pt x="250698" y="33147"/>
                  </a:lnTo>
                  <a:lnTo>
                    <a:pt x="250698" y="41275"/>
                  </a:lnTo>
                  <a:lnTo>
                    <a:pt x="253237" y="41275"/>
                  </a:lnTo>
                  <a:lnTo>
                    <a:pt x="253237" y="33147"/>
                  </a:lnTo>
                  <a:close/>
                </a:path>
                <a:path w="262254" h="74929">
                  <a:moveTo>
                    <a:pt x="202818" y="0"/>
                  </a:moveTo>
                  <a:lnTo>
                    <a:pt x="199770" y="635"/>
                  </a:lnTo>
                  <a:lnTo>
                    <a:pt x="196976" y="5207"/>
                  </a:lnTo>
                  <a:lnTo>
                    <a:pt x="197738" y="8127"/>
                  </a:lnTo>
                  <a:lnTo>
                    <a:pt x="199898" y="9525"/>
                  </a:lnTo>
                  <a:lnTo>
                    <a:pt x="244195" y="37211"/>
                  </a:lnTo>
                  <a:lnTo>
                    <a:pt x="250698" y="33147"/>
                  </a:lnTo>
                  <a:lnTo>
                    <a:pt x="253237" y="33147"/>
                  </a:lnTo>
                  <a:lnTo>
                    <a:pt x="253237" y="32385"/>
                  </a:lnTo>
                  <a:lnTo>
                    <a:pt x="254536" y="32385"/>
                  </a:lnTo>
                  <a:lnTo>
                    <a:pt x="204977" y="1397"/>
                  </a:lnTo>
                  <a:lnTo>
                    <a:pt x="202818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9940543" y="2119122"/>
            <a:ext cx="14325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260" marR="5080" indent="-54419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latin typeface="Arial"/>
                <a:cs typeface="Arial"/>
              </a:rPr>
              <a:t>Ciencia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 </a:t>
            </a:r>
            <a:r>
              <a:rPr sz="1000" b="1" spc="-45" dirty="0">
                <a:latin typeface="Arial"/>
                <a:cs typeface="Arial"/>
              </a:rPr>
              <a:t>aplicaciones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y </a:t>
            </a:r>
            <a:r>
              <a:rPr sz="1000" b="1" spc="-2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63378" y="2660650"/>
            <a:ext cx="1402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Exploración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9401556" y="2295144"/>
            <a:ext cx="979805" cy="979805"/>
            <a:chOff x="9401556" y="2295144"/>
            <a:chExt cx="979805" cy="979805"/>
          </a:xfrm>
        </p:grpSpPr>
        <p:pic>
          <p:nvPicPr>
            <p:cNvPr id="97" name="object 9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01556" y="2295144"/>
              <a:ext cx="979677" cy="97967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57588" y="2513203"/>
              <a:ext cx="502030" cy="501904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806259" y="2654524"/>
              <a:ext cx="205681" cy="221297"/>
            </a:xfrm>
            <a:prstGeom prst="rect">
              <a:avLst/>
            </a:prstGeom>
          </p:spPr>
        </p:pic>
      </p:grpSp>
      <p:sp>
        <p:nvSpPr>
          <p:cNvPr id="100" name="object 100"/>
          <p:cNvSpPr txBox="1"/>
          <p:nvPr/>
        </p:nvSpPr>
        <p:spPr>
          <a:xfrm>
            <a:off x="10263378" y="3732987"/>
            <a:ext cx="153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Aplicaciones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Arial"/>
                <a:cs typeface="Arial"/>
              </a:rPr>
              <a:t>soluciones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industriales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9401556" y="3459479"/>
            <a:ext cx="979805" cy="979805"/>
            <a:chOff x="9401556" y="3459479"/>
            <a:chExt cx="979805" cy="979805"/>
          </a:xfrm>
        </p:grpSpPr>
        <p:pic>
          <p:nvPicPr>
            <p:cNvPr id="102" name="object 10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01556" y="3459479"/>
              <a:ext cx="979677" cy="97967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57588" y="3677284"/>
              <a:ext cx="502030" cy="50190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77810" y="3831810"/>
              <a:ext cx="262624" cy="194350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10284079" y="4920233"/>
            <a:ext cx="1393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Ciencia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analítica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datos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915911" y="2556891"/>
            <a:ext cx="10840085" cy="3069590"/>
            <a:chOff x="915911" y="2556891"/>
            <a:chExt cx="10840085" cy="3069590"/>
          </a:xfrm>
        </p:grpSpPr>
        <p:pic>
          <p:nvPicPr>
            <p:cNvPr id="107" name="object 10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401556" y="4646676"/>
              <a:ext cx="979677" cy="97967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57587" y="4863845"/>
              <a:ext cx="502030" cy="502031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798265" y="5020711"/>
              <a:ext cx="221789" cy="189164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915911" y="3346196"/>
              <a:ext cx="10840085" cy="1164590"/>
            </a:xfrm>
            <a:custGeom>
              <a:avLst/>
              <a:gdLst/>
              <a:ahLst/>
              <a:cxnLst/>
              <a:rect l="l" t="t" r="r" b="b"/>
              <a:pathLst>
                <a:path w="10840085" h="1164589">
                  <a:moveTo>
                    <a:pt x="9230880" y="0"/>
                  </a:moveTo>
                  <a:lnTo>
                    <a:pt x="10839970" y="0"/>
                  </a:lnTo>
                </a:path>
                <a:path w="10840085" h="1164589">
                  <a:moveTo>
                    <a:pt x="9230880" y="1164081"/>
                  </a:moveTo>
                  <a:lnTo>
                    <a:pt x="10839970" y="1164081"/>
                  </a:lnTo>
                </a:path>
                <a:path w="10840085" h="1164589">
                  <a:moveTo>
                    <a:pt x="0" y="0"/>
                  </a:moveTo>
                  <a:lnTo>
                    <a:pt x="1351927" y="0"/>
                  </a:lnTo>
                </a:path>
                <a:path w="10840085" h="1164589">
                  <a:moveTo>
                    <a:pt x="0" y="1164081"/>
                  </a:moveTo>
                  <a:lnTo>
                    <a:pt x="1351927" y="1164081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369810" y="2556891"/>
              <a:ext cx="1471930" cy="2882900"/>
            </a:xfrm>
            <a:custGeom>
              <a:avLst/>
              <a:gdLst/>
              <a:ahLst/>
              <a:cxnLst/>
              <a:rect l="l" t="t" r="r" b="b"/>
              <a:pathLst>
                <a:path w="1471929" h="2882900">
                  <a:moveTo>
                    <a:pt x="1471422" y="0"/>
                  </a:moveTo>
                  <a:lnTo>
                    <a:pt x="0" y="0"/>
                  </a:lnTo>
                  <a:lnTo>
                    <a:pt x="0" y="2882773"/>
                  </a:lnTo>
                  <a:lnTo>
                    <a:pt x="1471422" y="2882773"/>
                  </a:lnTo>
                  <a:lnTo>
                    <a:pt x="1471422" y="0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7449311" y="2648165"/>
            <a:ext cx="1312545" cy="3263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6034" rIns="0" bIns="0" rtlCol="0">
            <a:spAutoFit/>
          </a:bodyPr>
          <a:lstStyle/>
          <a:p>
            <a:pPr marL="517525" marR="64769" indent="-445134">
              <a:lnSpc>
                <a:spcPct val="100000"/>
              </a:lnSpc>
              <a:spcBef>
                <a:spcPts val="204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calidad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de </a:t>
            </a:r>
            <a:r>
              <a:rPr sz="900" spc="-1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21" name="object 1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7449311" y="3355314"/>
            <a:ext cx="1312545" cy="3867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6515" rIns="0" bIns="0" rtlCol="0">
            <a:spAutoFit/>
          </a:bodyPr>
          <a:lstStyle/>
          <a:p>
            <a:pPr marL="195580" marR="35560" indent="-1524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Arial"/>
                <a:cs typeface="Arial"/>
              </a:rPr>
              <a:t>Monitoreo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tiempo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real </a:t>
            </a:r>
            <a:r>
              <a:rPr sz="900" spc="-30" dirty="0">
                <a:latin typeface="Arial"/>
                <a:cs typeface="Arial"/>
              </a:rPr>
              <a:t>basado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449311" y="3819385"/>
            <a:ext cx="1312545" cy="31686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1590" rIns="0" bIns="0" rtlCol="0">
            <a:spAutoFit/>
          </a:bodyPr>
          <a:lstStyle/>
          <a:p>
            <a:pPr marL="43180" marR="35560" indent="354965">
              <a:lnSpc>
                <a:spcPct val="100000"/>
              </a:lnSpc>
              <a:spcBef>
                <a:spcPts val="170"/>
              </a:spcBef>
            </a:pPr>
            <a:r>
              <a:rPr sz="900" spc="-30" dirty="0">
                <a:latin typeface="Arial"/>
                <a:cs typeface="Arial"/>
              </a:rPr>
              <a:t>Catálogo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 descubrimiento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464170" y="5123192"/>
            <a:ext cx="1282700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350"/>
              </a:spcBef>
            </a:pPr>
            <a:r>
              <a:rPr sz="900" spc="-25" dirty="0">
                <a:latin typeface="Arial"/>
                <a:cs typeface="Arial"/>
              </a:rPr>
              <a:t>+++</a:t>
            </a:r>
            <a:endParaRPr sz="9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49311" y="482004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Generación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gráficos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449311" y="4516894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55"/>
              </a:spcBef>
            </a:pPr>
            <a:r>
              <a:rPr sz="900" spc="-30" dirty="0">
                <a:latin typeface="Arial"/>
                <a:cs typeface="Arial"/>
              </a:rPr>
              <a:t>Imagen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3D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449311" y="4213745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Servicios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esquemas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49311" y="3052203"/>
            <a:ext cx="1312545" cy="2254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50"/>
              </a:spcBef>
            </a:pPr>
            <a:r>
              <a:rPr sz="900" spc="-10" dirty="0">
                <a:latin typeface="Arial"/>
                <a:cs typeface="Arial"/>
              </a:rPr>
              <a:t>Alojamiento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de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modelos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0" y="3494275"/>
              <a:ext cx="12192000" cy="3364229"/>
            </a:xfrm>
            <a:custGeom>
              <a:avLst/>
              <a:gdLst/>
              <a:ahLst/>
              <a:cxnLst/>
              <a:rect l="l" t="t" r="r" b="b"/>
              <a:pathLst>
                <a:path w="12192000" h="3364229">
                  <a:moveTo>
                    <a:pt x="12192000" y="0"/>
                  </a:moveTo>
                  <a:lnTo>
                    <a:pt x="0" y="0"/>
                  </a:lnTo>
                  <a:lnTo>
                    <a:pt x="0" y="3363722"/>
                  </a:lnTo>
                  <a:lnTo>
                    <a:pt x="12192000" y="336372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9D9D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6" y="6316924"/>
              <a:ext cx="1538985" cy="5232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1000" y="2332354"/>
              <a:ext cx="11430000" cy="2426335"/>
            </a:xfrm>
            <a:custGeom>
              <a:avLst/>
              <a:gdLst/>
              <a:ahLst/>
              <a:cxnLst/>
              <a:rect l="l" t="t" r="r" b="b"/>
              <a:pathLst>
                <a:path w="11430000" h="2426335">
                  <a:moveTo>
                    <a:pt x="11430000" y="0"/>
                  </a:moveTo>
                  <a:lnTo>
                    <a:pt x="0" y="0"/>
                  </a:lnTo>
                  <a:lnTo>
                    <a:pt x="0" y="2426208"/>
                  </a:lnTo>
                  <a:lnTo>
                    <a:pt x="11430000" y="2426208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2332354"/>
              <a:ext cx="11430000" cy="2426335"/>
            </a:xfrm>
            <a:custGeom>
              <a:avLst/>
              <a:gdLst/>
              <a:ahLst/>
              <a:cxnLst/>
              <a:rect l="l" t="t" r="r" b="b"/>
              <a:pathLst>
                <a:path w="11430000" h="2426335">
                  <a:moveTo>
                    <a:pt x="0" y="2426208"/>
                  </a:moveTo>
                  <a:lnTo>
                    <a:pt x="11430000" y="2426208"/>
                  </a:lnTo>
                  <a:lnTo>
                    <a:pt x="11430000" y="0"/>
                  </a:lnTo>
                  <a:lnTo>
                    <a:pt x="0" y="0"/>
                  </a:lnTo>
                  <a:lnTo>
                    <a:pt x="0" y="2426208"/>
                  </a:lnTo>
                  <a:close/>
                </a:path>
              </a:pathLst>
            </a:custGeom>
            <a:ln w="9525">
              <a:solidFill>
                <a:srgbClr val="4B4B4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4725974"/>
              <a:ext cx="1969389" cy="17242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4797" y="4879340"/>
              <a:ext cx="1613535" cy="1369060"/>
            </a:xfrm>
            <a:custGeom>
              <a:avLst/>
              <a:gdLst/>
              <a:ahLst/>
              <a:cxnLst/>
              <a:rect l="l" t="t" r="r" b="b"/>
              <a:pathLst>
                <a:path w="1613535" h="1369060">
                  <a:moveTo>
                    <a:pt x="1385442" y="0"/>
                  </a:moveTo>
                  <a:lnTo>
                    <a:pt x="0" y="0"/>
                  </a:lnTo>
                  <a:lnTo>
                    <a:pt x="0" y="1369060"/>
                  </a:lnTo>
                  <a:lnTo>
                    <a:pt x="1613535" y="1369060"/>
                  </a:lnTo>
                  <a:lnTo>
                    <a:pt x="1613535" y="228092"/>
                  </a:lnTo>
                  <a:lnTo>
                    <a:pt x="1385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" y="2275332"/>
              <a:ext cx="1969389" cy="25882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4797" y="2429129"/>
              <a:ext cx="1613535" cy="2233295"/>
            </a:xfrm>
            <a:custGeom>
              <a:avLst/>
              <a:gdLst/>
              <a:ahLst/>
              <a:cxnLst/>
              <a:rect l="l" t="t" r="r" b="b"/>
              <a:pathLst>
                <a:path w="1613535" h="2233295">
                  <a:moveTo>
                    <a:pt x="1344676" y="0"/>
                  </a:moveTo>
                  <a:lnTo>
                    <a:pt x="0" y="0"/>
                  </a:lnTo>
                  <a:lnTo>
                    <a:pt x="0" y="2232787"/>
                  </a:lnTo>
                  <a:lnTo>
                    <a:pt x="1613535" y="2232787"/>
                  </a:lnTo>
                  <a:lnTo>
                    <a:pt x="1613535" y="268986"/>
                  </a:lnTo>
                  <a:lnTo>
                    <a:pt x="1344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900" y="992124"/>
              <a:ext cx="1969389" cy="13147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4797" y="1145666"/>
              <a:ext cx="1613535" cy="959485"/>
            </a:xfrm>
            <a:custGeom>
              <a:avLst/>
              <a:gdLst/>
              <a:ahLst/>
              <a:cxnLst/>
              <a:rect l="l" t="t" r="r" b="b"/>
              <a:pathLst>
                <a:path w="1613535" h="959485">
                  <a:moveTo>
                    <a:pt x="1453769" y="0"/>
                  </a:moveTo>
                  <a:lnTo>
                    <a:pt x="0" y="0"/>
                  </a:lnTo>
                  <a:lnTo>
                    <a:pt x="0" y="958977"/>
                  </a:lnTo>
                  <a:lnTo>
                    <a:pt x="1613535" y="958977"/>
                  </a:lnTo>
                  <a:lnTo>
                    <a:pt x="1613535" y="159766"/>
                  </a:lnTo>
                  <a:lnTo>
                    <a:pt x="1453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9703" y="19811"/>
              <a:ext cx="713994" cy="80086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036311" y="121665"/>
            <a:ext cx="6423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5" dirty="0">
                <a:solidFill>
                  <a:srgbClr val="000000"/>
                </a:solidFill>
              </a:rPr>
              <a:t>es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75" dirty="0">
                <a:solidFill>
                  <a:srgbClr val="000000"/>
                </a:solidFill>
              </a:rPr>
              <a:t>el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centro</a:t>
            </a:r>
            <a:r>
              <a:rPr sz="3000" spc="-204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170" dirty="0">
                <a:solidFill>
                  <a:srgbClr val="000000"/>
                </a:solidFill>
              </a:rPr>
              <a:t>una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50" dirty="0">
                <a:solidFill>
                  <a:srgbClr val="000000"/>
                </a:solidFill>
              </a:rPr>
              <a:t>estrategia</a:t>
            </a:r>
            <a:r>
              <a:rPr sz="3000" spc="-24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210" dirty="0">
                <a:solidFill>
                  <a:srgbClr val="000000"/>
                </a:solidFill>
              </a:rPr>
              <a:t> </a:t>
            </a:r>
            <a:r>
              <a:rPr sz="3000" spc="-70" dirty="0">
                <a:solidFill>
                  <a:srgbClr val="000000"/>
                </a:solidFill>
              </a:rPr>
              <a:t>apps</a:t>
            </a:r>
            <a:endParaRPr sz="3000"/>
          </a:p>
        </p:txBody>
      </p:sp>
      <p:sp>
        <p:nvSpPr>
          <p:cNvPr id="16" name="object 16"/>
          <p:cNvSpPr txBox="1"/>
          <p:nvPr/>
        </p:nvSpPr>
        <p:spPr>
          <a:xfrm>
            <a:off x="460654" y="121665"/>
            <a:ext cx="4269105" cy="9017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459"/>
              </a:spcBef>
            </a:pPr>
            <a:r>
              <a:rPr sz="3000" b="1" spc="-150" dirty="0">
                <a:latin typeface="Arial"/>
                <a:cs typeface="Arial"/>
              </a:rPr>
              <a:t>FactoryTalk®</a:t>
            </a:r>
            <a:r>
              <a:rPr sz="3000" b="1" spc="-140" dirty="0">
                <a:latin typeface="Arial"/>
                <a:cs typeface="Arial"/>
              </a:rPr>
              <a:t> </a:t>
            </a:r>
            <a:r>
              <a:rPr sz="3000" b="1" spc="-130" dirty="0">
                <a:latin typeface="Arial"/>
                <a:cs typeface="Arial"/>
              </a:rPr>
              <a:t>DataMosaix </a:t>
            </a:r>
            <a:r>
              <a:rPr sz="3000" b="1" spc="-10" dirty="0">
                <a:latin typeface="Arial"/>
                <a:cs typeface="Arial"/>
              </a:rPr>
              <a:t>escalables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5830" y="5005832"/>
            <a:ext cx="13017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60" dirty="0">
                <a:solidFill>
                  <a:srgbClr val="4B4B4B"/>
                </a:solidFill>
                <a:latin typeface="Arial"/>
                <a:cs typeface="Arial"/>
              </a:rPr>
              <a:t>Gestión</a:t>
            </a:r>
            <a:r>
              <a:rPr sz="1000" b="1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b="1" spc="-55" dirty="0">
                <a:solidFill>
                  <a:srgbClr val="4B4B4B"/>
                </a:solidFill>
                <a:latin typeface="Arial"/>
                <a:cs typeface="Arial"/>
              </a:rPr>
              <a:t>y </a:t>
            </a:r>
            <a:r>
              <a:rPr sz="1000" b="1" spc="-35" dirty="0">
                <a:solidFill>
                  <a:srgbClr val="4B4B4B"/>
                </a:solidFill>
                <a:latin typeface="Arial"/>
                <a:cs typeface="Arial"/>
              </a:rPr>
              <a:t>conectividad de</a:t>
            </a:r>
            <a:r>
              <a:rPr sz="1000" b="1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000" b="1" spc="-5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B4B4B"/>
                </a:solidFill>
                <a:latin typeface="Arial"/>
                <a:cs typeface="Arial"/>
              </a:rPr>
              <a:t>periferia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0902" y="5618479"/>
            <a:ext cx="7232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95"/>
              </a:spcBef>
            </a:pPr>
            <a:r>
              <a:rPr sz="1000" b="1" spc="-85" dirty="0">
                <a:latin typeface="Arial"/>
                <a:cs typeface="Arial"/>
              </a:rPr>
              <a:t>EXTRACTOR</a:t>
            </a:r>
            <a:r>
              <a:rPr sz="1000" b="1" spc="500" dirty="0">
                <a:latin typeface="Arial"/>
                <a:cs typeface="Arial"/>
              </a:rPr>
              <a:t> </a:t>
            </a:r>
            <a:r>
              <a:rPr sz="1000" b="1" spc="-110" dirty="0">
                <a:latin typeface="Arial"/>
                <a:cs typeface="Arial"/>
              </a:rPr>
              <a:t>DE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45743" y="2942844"/>
            <a:ext cx="10756900" cy="3107055"/>
            <a:chOff x="945743" y="2942844"/>
            <a:chExt cx="10756900" cy="310705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42870" y="5077841"/>
              <a:ext cx="249300" cy="97199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148" y="5242999"/>
              <a:ext cx="78184" cy="965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29520" y="5350624"/>
              <a:ext cx="389255" cy="215265"/>
            </a:xfrm>
            <a:custGeom>
              <a:avLst/>
              <a:gdLst/>
              <a:ahLst/>
              <a:cxnLst/>
              <a:rect l="l" t="t" r="r" b="b"/>
              <a:pathLst>
                <a:path w="389254" h="215264">
                  <a:moveTo>
                    <a:pt x="58229" y="36715"/>
                  </a:moveTo>
                  <a:lnTo>
                    <a:pt x="55321" y="33832"/>
                  </a:lnTo>
                  <a:lnTo>
                    <a:pt x="48120" y="33832"/>
                  </a:lnTo>
                  <a:lnTo>
                    <a:pt x="45212" y="36715"/>
                  </a:lnTo>
                  <a:lnTo>
                    <a:pt x="45212" y="40246"/>
                  </a:lnTo>
                  <a:lnTo>
                    <a:pt x="45212" y="81026"/>
                  </a:lnTo>
                  <a:lnTo>
                    <a:pt x="48120" y="83896"/>
                  </a:lnTo>
                  <a:lnTo>
                    <a:pt x="55321" y="83896"/>
                  </a:lnTo>
                  <a:lnTo>
                    <a:pt x="58229" y="81026"/>
                  </a:lnTo>
                  <a:lnTo>
                    <a:pt x="58229" y="36715"/>
                  </a:lnTo>
                  <a:close/>
                </a:path>
                <a:path w="389254" h="215264">
                  <a:moveTo>
                    <a:pt x="82727" y="36715"/>
                  </a:moveTo>
                  <a:lnTo>
                    <a:pt x="79819" y="33832"/>
                  </a:lnTo>
                  <a:lnTo>
                    <a:pt x="72618" y="33832"/>
                  </a:lnTo>
                  <a:lnTo>
                    <a:pt x="69697" y="36715"/>
                  </a:lnTo>
                  <a:lnTo>
                    <a:pt x="69697" y="40246"/>
                  </a:lnTo>
                  <a:lnTo>
                    <a:pt x="69697" y="81026"/>
                  </a:lnTo>
                  <a:lnTo>
                    <a:pt x="72618" y="83896"/>
                  </a:lnTo>
                  <a:lnTo>
                    <a:pt x="79819" y="83896"/>
                  </a:lnTo>
                  <a:lnTo>
                    <a:pt x="82727" y="81026"/>
                  </a:lnTo>
                  <a:lnTo>
                    <a:pt x="82727" y="36715"/>
                  </a:lnTo>
                  <a:close/>
                </a:path>
                <a:path w="389254" h="215264">
                  <a:moveTo>
                    <a:pt x="107226" y="36715"/>
                  </a:moveTo>
                  <a:lnTo>
                    <a:pt x="104305" y="33832"/>
                  </a:lnTo>
                  <a:lnTo>
                    <a:pt x="97116" y="33832"/>
                  </a:lnTo>
                  <a:lnTo>
                    <a:pt x="94195" y="36715"/>
                  </a:lnTo>
                  <a:lnTo>
                    <a:pt x="94195" y="40246"/>
                  </a:lnTo>
                  <a:lnTo>
                    <a:pt x="94195" y="81026"/>
                  </a:lnTo>
                  <a:lnTo>
                    <a:pt x="97116" y="83896"/>
                  </a:lnTo>
                  <a:lnTo>
                    <a:pt x="104305" y="83896"/>
                  </a:lnTo>
                  <a:lnTo>
                    <a:pt x="107226" y="81026"/>
                  </a:lnTo>
                  <a:lnTo>
                    <a:pt x="107226" y="36715"/>
                  </a:lnTo>
                  <a:close/>
                </a:path>
                <a:path w="389254" h="215264">
                  <a:moveTo>
                    <a:pt x="302818" y="172847"/>
                  </a:moveTo>
                  <a:lnTo>
                    <a:pt x="300316" y="170294"/>
                  </a:lnTo>
                  <a:lnTo>
                    <a:pt x="297751" y="167817"/>
                  </a:lnTo>
                  <a:lnTo>
                    <a:pt x="293560" y="167817"/>
                  </a:lnTo>
                  <a:lnTo>
                    <a:pt x="270344" y="190677"/>
                  </a:lnTo>
                  <a:lnTo>
                    <a:pt x="270344" y="121577"/>
                  </a:lnTo>
                  <a:lnTo>
                    <a:pt x="267436" y="118706"/>
                  </a:lnTo>
                  <a:lnTo>
                    <a:pt x="260235" y="118706"/>
                  </a:lnTo>
                  <a:lnTo>
                    <a:pt x="257327" y="121577"/>
                  </a:lnTo>
                  <a:lnTo>
                    <a:pt x="257327" y="190677"/>
                  </a:lnTo>
                  <a:lnTo>
                    <a:pt x="233997" y="167817"/>
                  </a:lnTo>
                  <a:lnTo>
                    <a:pt x="229857" y="167817"/>
                  </a:lnTo>
                  <a:lnTo>
                    <a:pt x="224790" y="172847"/>
                  </a:lnTo>
                  <a:lnTo>
                    <a:pt x="224802" y="176911"/>
                  </a:lnTo>
                  <a:lnTo>
                    <a:pt x="263829" y="215226"/>
                  </a:lnTo>
                  <a:lnTo>
                    <a:pt x="288747" y="190677"/>
                  </a:lnTo>
                  <a:lnTo>
                    <a:pt x="302742" y="176911"/>
                  </a:lnTo>
                  <a:lnTo>
                    <a:pt x="302818" y="172847"/>
                  </a:lnTo>
                  <a:close/>
                </a:path>
                <a:path w="389254" h="215264">
                  <a:moveTo>
                    <a:pt x="310680" y="29286"/>
                  </a:moveTo>
                  <a:lnTo>
                    <a:pt x="297649" y="29286"/>
                  </a:lnTo>
                  <a:lnTo>
                    <a:pt x="297649" y="42113"/>
                  </a:lnTo>
                  <a:lnTo>
                    <a:pt x="297649" y="64668"/>
                  </a:lnTo>
                  <a:lnTo>
                    <a:pt x="274777" y="64668"/>
                  </a:lnTo>
                  <a:lnTo>
                    <a:pt x="274777" y="42113"/>
                  </a:lnTo>
                  <a:lnTo>
                    <a:pt x="297649" y="42113"/>
                  </a:lnTo>
                  <a:lnTo>
                    <a:pt x="297649" y="29286"/>
                  </a:lnTo>
                  <a:lnTo>
                    <a:pt x="261747" y="29286"/>
                  </a:lnTo>
                  <a:lnTo>
                    <a:pt x="261747" y="77482"/>
                  </a:lnTo>
                  <a:lnTo>
                    <a:pt x="310680" y="77482"/>
                  </a:lnTo>
                  <a:lnTo>
                    <a:pt x="310680" y="64668"/>
                  </a:lnTo>
                  <a:lnTo>
                    <a:pt x="310680" y="42113"/>
                  </a:lnTo>
                  <a:lnTo>
                    <a:pt x="310680" y="29286"/>
                  </a:lnTo>
                  <a:close/>
                </a:path>
                <a:path w="389254" h="215264">
                  <a:moveTo>
                    <a:pt x="387299" y="63703"/>
                  </a:moveTo>
                  <a:lnTo>
                    <a:pt x="382257" y="58648"/>
                  </a:lnTo>
                  <a:lnTo>
                    <a:pt x="378129" y="58597"/>
                  </a:lnTo>
                  <a:lnTo>
                    <a:pt x="375564" y="61087"/>
                  </a:lnTo>
                  <a:lnTo>
                    <a:pt x="343814" y="91935"/>
                  </a:lnTo>
                  <a:lnTo>
                    <a:pt x="337502" y="94513"/>
                  </a:lnTo>
                  <a:lnTo>
                    <a:pt x="213728" y="94538"/>
                  </a:lnTo>
                  <a:lnTo>
                    <a:pt x="210807" y="97409"/>
                  </a:lnTo>
                  <a:lnTo>
                    <a:pt x="210807" y="104482"/>
                  </a:lnTo>
                  <a:lnTo>
                    <a:pt x="213728" y="107353"/>
                  </a:lnTo>
                  <a:lnTo>
                    <a:pt x="330936" y="107353"/>
                  </a:lnTo>
                  <a:lnTo>
                    <a:pt x="387248" y="67767"/>
                  </a:lnTo>
                  <a:lnTo>
                    <a:pt x="387299" y="63703"/>
                  </a:lnTo>
                  <a:close/>
                </a:path>
                <a:path w="389254" h="215264">
                  <a:moveTo>
                    <a:pt x="388658" y="0"/>
                  </a:moveTo>
                  <a:lnTo>
                    <a:pt x="0" y="0"/>
                  </a:lnTo>
                  <a:lnTo>
                    <a:pt x="0" y="106845"/>
                  </a:lnTo>
                  <a:lnTo>
                    <a:pt x="194729" y="106845"/>
                  </a:lnTo>
                  <a:lnTo>
                    <a:pt x="197650" y="103974"/>
                  </a:lnTo>
                  <a:lnTo>
                    <a:pt x="197650" y="96901"/>
                  </a:lnTo>
                  <a:lnTo>
                    <a:pt x="194729" y="94030"/>
                  </a:lnTo>
                  <a:lnTo>
                    <a:pt x="13030" y="94030"/>
                  </a:lnTo>
                  <a:lnTo>
                    <a:pt x="13030" y="12814"/>
                  </a:lnTo>
                  <a:lnTo>
                    <a:pt x="375627" y="12814"/>
                  </a:lnTo>
                  <a:lnTo>
                    <a:pt x="375627" y="47129"/>
                  </a:lnTo>
                  <a:lnTo>
                    <a:pt x="378536" y="49987"/>
                  </a:lnTo>
                  <a:lnTo>
                    <a:pt x="385737" y="49987"/>
                  </a:lnTo>
                  <a:lnTo>
                    <a:pt x="388658" y="47129"/>
                  </a:lnTo>
                  <a:lnTo>
                    <a:pt x="388658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5743" y="5222367"/>
              <a:ext cx="789254" cy="78925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19143" y="4923916"/>
              <a:ext cx="7349490" cy="224790"/>
            </a:xfrm>
            <a:custGeom>
              <a:avLst/>
              <a:gdLst/>
              <a:ahLst/>
              <a:cxnLst/>
              <a:rect l="l" t="t" r="r" b="b"/>
              <a:pathLst>
                <a:path w="7349490" h="224789">
                  <a:moveTo>
                    <a:pt x="7349109" y="186563"/>
                  </a:moveTo>
                  <a:lnTo>
                    <a:pt x="7346099" y="171780"/>
                  </a:lnTo>
                  <a:lnTo>
                    <a:pt x="7337907" y="159664"/>
                  </a:lnTo>
                  <a:lnTo>
                    <a:pt x="7325792" y="151472"/>
                  </a:lnTo>
                  <a:lnTo>
                    <a:pt x="7317359" y="149758"/>
                  </a:lnTo>
                  <a:lnTo>
                    <a:pt x="7317359" y="148463"/>
                  </a:lnTo>
                  <a:lnTo>
                    <a:pt x="7317359" y="12700"/>
                  </a:lnTo>
                  <a:lnTo>
                    <a:pt x="7317359" y="6350"/>
                  </a:lnTo>
                  <a:lnTo>
                    <a:pt x="7317359" y="2921"/>
                  </a:lnTo>
                  <a:lnTo>
                    <a:pt x="7314438" y="0"/>
                  </a:lnTo>
                  <a:lnTo>
                    <a:pt x="34544" y="0"/>
                  </a:lnTo>
                  <a:lnTo>
                    <a:pt x="31750" y="2921"/>
                  </a:lnTo>
                  <a:lnTo>
                    <a:pt x="31750" y="149758"/>
                  </a:lnTo>
                  <a:lnTo>
                    <a:pt x="23241" y="151472"/>
                  </a:lnTo>
                  <a:lnTo>
                    <a:pt x="11137" y="159664"/>
                  </a:lnTo>
                  <a:lnTo>
                    <a:pt x="2984" y="171780"/>
                  </a:lnTo>
                  <a:lnTo>
                    <a:pt x="0" y="186563"/>
                  </a:lnTo>
                  <a:lnTo>
                    <a:pt x="2984" y="201422"/>
                  </a:lnTo>
                  <a:lnTo>
                    <a:pt x="11137" y="213525"/>
                  </a:lnTo>
                  <a:lnTo>
                    <a:pt x="23241" y="221678"/>
                  </a:lnTo>
                  <a:lnTo>
                    <a:pt x="38100" y="224663"/>
                  </a:lnTo>
                  <a:lnTo>
                    <a:pt x="52882" y="221678"/>
                  </a:lnTo>
                  <a:lnTo>
                    <a:pt x="64998" y="213525"/>
                  </a:lnTo>
                  <a:lnTo>
                    <a:pt x="73190" y="201422"/>
                  </a:lnTo>
                  <a:lnTo>
                    <a:pt x="76200" y="186563"/>
                  </a:lnTo>
                  <a:lnTo>
                    <a:pt x="73190" y="171780"/>
                  </a:lnTo>
                  <a:lnTo>
                    <a:pt x="64998" y="159664"/>
                  </a:lnTo>
                  <a:lnTo>
                    <a:pt x="52882" y="151472"/>
                  </a:lnTo>
                  <a:lnTo>
                    <a:pt x="44450" y="149758"/>
                  </a:lnTo>
                  <a:lnTo>
                    <a:pt x="44450" y="148463"/>
                  </a:lnTo>
                  <a:lnTo>
                    <a:pt x="44450" y="12700"/>
                  </a:lnTo>
                  <a:lnTo>
                    <a:pt x="1199261" y="12700"/>
                  </a:lnTo>
                  <a:lnTo>
                    <a:pt x="1199261" y="126263"/>
                  </a:lnTo>
                  <a:lnTo>
                    <a:pt x="1190752" y="127977"/>
                  </a:lnTo>
                  <a:lnTo>
                    <a:pt x="1178648" y="136169"/>
                  </a:lnTo>
                  <a:lnTo>
                    <a:pt x="1170495" y="148285"/>
                  </a:lnTo>
                  <a:lnTo>
                    <a:pt x="1167511" y="163068"/>
                  </a:lnTo>
                  <a:lnTo>
                    <a:pt x="1170495" y="177927"/>
                  </a:lnTo>
                  <a:lnTo>
                    <a:pt x="1178648" y="190030"/>
                  </a:lnTo>
                  <a:lnTo>
                    <a:pt x="1190752" y="198183"/>
                  </a:lnTo>
                  <a:lnTo>
                    <a:pt x="1205611" y="201168"/>
                  </a:lnTo>
                  <a:lnTo>
                    <a:pt x="1220393" y="198183"/>
                  </a:lnTo>
                  <a:lnTo>
                    <a:pt x="1232509" y="190030"/>
                  </a:lnTo>
                  <a:lnTo>
                    <a:pt x="1240701" y="177927"/>
                  </a:lnTo>
                  <a:lnTo>
                    <a:pt x="1243711" y="163068"/>
                  </a:lnTo>
                  <a:lnTo>
                    <a:pt x="1240701" y="148285"/>
                  </a:lnTo>
                  <a:lnTo>
                    <a:pt x="1232509" y="136169"/>
                  </a:lnTo>
                  <a:lnTo>
                    <a:pt x="1220393" y="127977"/>
                  </a:lnTo>
                  <a:lnTo>
                    <a:pt x="1211961" y="126263"/>
                  </a:lnTo>
                  <a:lnTo>
                    <a:pt x="1211961" y="124968"/>
                  </a:lnTo>
                  <a:lnTo>
                    <a:pt x="1211961" y="12700"/>
                  </a:lnTo>
                  <a:lnTo>
                    <a:pt x="2218677" y="12700"/>
                  </a:lnTo>
                  <a:lnTo>
                    <a:pt x="2218677" y="126263"/>
                  </a:lnTo>
                  <a:lnTo>
                    <a:pt x="2210181" y="127977"/>
                  </a:lnTo>
                  <a:lnTo>
                    <a:pt x="2198078" y="136169"/>
                  </a:lnTo>
                  <a:lnTo>
                    <a:pt x="2189924" y="148285"/>
                  </a:lnTo>
                  <a:lnTo>
                    <a:pt x="2186927" y="163068"/>
                  </a:lnTo>
                  <a:lnTo>
                    <a:pt x="2189924" y="177927"/>
                  </a:lnTo>
                  <a:lnTo>
                    <a:pt x="2198078" y="190030"/>
                  </a:lnTo>
                  <a:lnTo>
                    <a:pt x="2210181" y="198183"/>
                  </a:lnTo>
                  <a:lnTo>
                    <a:pt x="2225027" y="201168"/>
                  </a:lnTo>
                  <a:lnTo>
                    <a:pt x="2239822" y="198183"/>
                  </a:lnTo>
                  <a:lnTo>
                    <a:pt x="2251938" y="190030"/>
                  </a:lnTo>
                  <a:lnTo>
                    <a:pt x="2260130" y="177927"/>
                  </a:lnTo>
                  <a:lnTo>
                    <a:pt x="2263127" y="163068"/>
                  </a:lnTo>
                  <a:lnTo>
                    <a:pt x="2260130" y="148285"/>
                  </a:lnTo>
                  <a:lnTo>
                    <a:pt x="2251938" y="136169"/>
                  </a:lnTo>
                  <a:lnTo>
                    <a:pt x="2239822" y="127977"/>
                  </a:lnTo>
                  <a:lnTo>
                    <a:pt x="2231377" y="126263"/>
                  </a:lnTo>
                  <a:lnTo>
                    <a:pt x="2231377" y="124968"/>
                  </a:lnTo>
                  <a:lnTo>
                    <a:pt x="2231377" y="12700"/>
                  </a:lnTo>
                  <a:lnTo>
                    <a:pt x="3325368" y="12700"/>
                  </a:lnTo>
                  <a:lnTo>
                    <a:pt x="3325368" y="126263"/>
                  </a:lnTo>
                  <a:lnTo>
                    <a:pt x="3316859" y="127977"/>
                  </a:lnTo>
                  <a:lnTo>
                    <a:pt x="3304756" y="136169"/>
                  </a:lnTo>
                  <a:lnTo>
                    <a:pt x="3296602" y="148285"/>
                  </a:lnTo>
                  <a:lnTo>
                    <a:pt x="3293618" y="163068"/>
                  </a:lnTo>
                  <a:lnTo>
                    <a:pt x="3296602" y="177927"/>
                  </a:lnTo>
                  <a:lnTo>
                    <a:pt x="3304756" y="190030"/>
                  </a:lnTo>
                  <a:lnTo>
                    <a:pt x="3316859" y="198183"/>
                  </a:lnTo>
                  <a:lnTo>
                    <a:pt x="3331718" y="201168"/>
                  </a:lnTo>
                  <a:lnTo>
                    <a:pt x="3346564" y="198183"/>
                  </a:lnTo>
                  <a:lnTo>
                    <a:pt x="3358667" y="190030"/>
                  </a:lnTo>
                  <a:lnTo>
                    <a:pt x="3366820" y="177927"/>
                  </a:lnTo>
                  <a:lnTo>
                    <a:pt x="3369818" y="163068"/>
                  </a:lnTo>
                  <a:lnTo>
                    <a:pt x="3366820" y="148285"/>
                  </a:lnTo>
                  <a:lnTo>
                    <a:pt x="3358667" y="136169"/>
                  </a:lnTo>
                  <a:lnTo>
                    <a:pt x="3346564" y="127977"/>
                  </a:lnTo>
                  <a:lnTo>
                    <a:pt x="3338080" y="126263"/>
                  </a:lnTo>
                  <a:lnTo>
                    <a:pt x="3338068" y="163068"/>
                  </a:lnTo>
                  <a:lnTo>
                    <a:pt x="3338068" y="126263"/>
                  </a:lnTo>
                  <a:lnTo>
                    <a:pt x="3338068" y="124968"/>
                  </a:lnTo>
                  <a:lnTo>
                    <a:pt x="3338068" y="12700"/>
                  </a:lnTo>
                  <a:lnTo>
                    <a:pt x="4342130" y="12700"/>
                  </a:lnTo>
                  <a:lnTo>
                    <a:pt x="4342130" y="126263"/>
                  </a:lnTo>
                  <a:lnTo>
                    <a:pt x="4333684" y="127977"/>
                  </a:lnTo>
                  <a:lnTo>
                    <a:pt x="4321568" y="136169"/>
                  </a:lnTo>
                  <a:lnTo>
                    <a:pt x="4313377" y="148285"/>
                  </a:lnTo>
                  <a:lnTo>
                    <a:pt x="4310380" y="163068"/>
                  </a:lnTo>
                  <a:lnTo>
                    <a:pt x="4313377" y="177927"/>
                  </a:lnTo>
                  <a:lnTo>
                    <a:pt x="4321568" y="190030"/>
                  </a:lnTo>
                  <a:lnTo>
                    <a:pt x="4333684" y="198183"/>
                  </a:lnTo>
                  <a:lnTo>
                    <a:pt x="4348480" y="201168"/>
                  </a:lnTo>
                  <a:lnTo>
                    <a:pt x="4363326" y="198183"/>
                  </a:lnTo>
                  <a:lnTo>
                    <a:pt x="4375429" y="190030"/>
                  </a:lnTo>
                  <a:lnTo>
                    <a:pt x="4383583" y="177927"/>
                  </a:lnTo>
                  <a:lnTo>
                    <a:pt x="4386580" y="163068"/>
                  </a:lnTo>
                  <a:lnTo>
                    <a:pt x="4383583" y="148285"/>
                  </a:lnTo>
                  <a:lnTo>
                    <a:pt x="4375429" y="136169"/>
                  </a:lnTo>
                  <a:lnTo>
                    <a:pt x="4363326" y="127977"/>
                  </a:lnTo>
                  <a:lnTo>
                    <a:pt x="4354842" y="126263"/>
                  </a:lnTo>
                  <a:lnTo>
                    <a:pt x="4354830" y="163068"/>
                  </a:lnTo>
                  <a:lnTo>
                    <a:pt x="4354830" y="126263"/>
                  </a:lnTo>
                  <a:lnTo>
                    <a:pt x="4354830" y="124968"/>
                  </a:lnTo>
                  <a:lnTo>
                    <a:pt x="4354830" y="12700"/>
                  </a:lnTo>
                  <a:lnTo>
                    <a:pt x="5383530" y="12700"/>
                  </a:lnTo>
                  <a:lnTo>
                    <a:pt x="5383530" y="126263"/>
                  </a:lnTo>
                  <a:lnTo>
                    <a:pt x="5375021" y="127977"/>
                  </a:lnTo>
                  <a:lnTo>
                    <a:pt x="5362918" y="136169"/>
                  </a:lnTo>
                  <a:lnTo>
                    <a:pt x="5354764" y="148285"/>
                  </a:lnTo>
                  <a:lnTo>
                    <a:pt x="5351780" y="163068"/>
                  </a:lnTo>
                  <a:lnTo>
                    <a:pt x="5354764" y="177927"/>
                  </a:lnTo>
                  <a:lnTo>
                    <a:pt x="5362918" y="190030"/>
                  </a:lnTo>
                  <a:lnTo>
                    <a:pt x="5375021" y="198183"/>
                  </a:lnTo>
                  <a:lnTo>
                    <a:pt x="5389880" y="201168"/>
                  </a:lnTo>
                  <a:lnTo>
                    <a:pt x="5404726" y="198183"/>
                  </a:lnTo>
                  <a:lnTo>
                    <a:pt x="5416829" y="190030"/>
                  </a:lnTo>
                  <a:lnTo>
                    <a:pt x="5424983" y="177927"/>
                  </a:lnTo>
                  <a:lnTo>
                    <a:pt x="5427980" y="163068"/>
                  </a:lnTo>
                  <a:lnTo>
                    <a:pt x="5424983" y="148285"/>
                  </a:lnTo>
                  <a:lnTo>
                    <a:pt x="5416829" y="136169"/>
                  </a:lnTo>
                  <a:lnTo>
                    <a:pt x="5404726" y="127977"/>
                  </a:lnTo>
                  <a:lnTo>
                    <a:pt x="5396242" y="126263"/>
                  </a:lnTo>
                  <a:lnTo>
                    <a:pt x="5396230" y="163068"/>
                  </a:lnTo>
                  <a:lnTo>
                    <a:pt x="5396230" y="126263"/>
                  </a:lnTo>
                  <a:lnTo>
                    <a:pt x="5396230" y="124968"/>
                  </a:lnTo>
                  <a:lnTo>
                    <a:pt x="5396230" y="12700"/>
                  </a:lnTo>
                  <a:lnTo>
                    <a:pt x="6406007" y="12700"/>
                  </a:lnTo>
                  <a:lnTo>
                    <a:pt x="6406007" y="126263"/>
                  </a:lnTo>
                  <a:lnTo>
                    <a:pt x="6397498" y="127977"/>
                  </a:lnTo>
                  <a:lnTo>
                    <a:pt x="6385395" y="136169"/>
                  </a:lnTo>
                  <a:lnTo>
                    <a:pt x="6377241" y="148285"/>
                  </a:lnTo>
                  <a:lnTo>
                    <a:pt x="6374257" y="163068"/>
                  </a:lnTo>
                  <a:lnTo>
                    <a:pt x="6377241" y="177927"/>
                  </a:lnTo>
                  <a:lnTo>
                    <a:pt x="6385395" y="190030"/>
                  </a:lnTo>
                  <a:lnTo>
                    <a:pt x="6397498" y="198183"/>
                  </a:lnTo>
                  <a:lnTo>
                    <a:pt x="6412357" y="201168"/>
                  </a:lnTo>
                  <a:lnTo>
                    <a:pt x="6427140" y="198183"/>
                  </a:lnTo>
                  <a:lnTo>
                    <a:pt x="6439255" y="190030"/>
                  </a:lnTo>
                  <a:lnTo>
                    <a:pt x="6447447" y="177927"/>
                  </a:lnTo>
                  <a:lnTo>
                    <a:pt x="6450457" y="163068"/>
                  </a:lnTo>
                  <a:lnTo>
                    <a:pt x="6447447" y="148285"/>
                  </a:lnTo>
                  <a:lnTo>
                    <a:pt x="6439255" y="136169"/>
                  </a:lnTo>
                  <a:lnTo>
                    <a:pt x="6427140" y="127977"/>
                  </a:lnTo>
                  <a:lnTo>
                    <a:pt x="6418707" y="126263"/>
                  </a:lnTo>
                  <a:lnTo>
                    <a:pt x="6418707" y="124968"/>
                  </a:lnTo>
                  <a:lnTo>
                    <a:pt x="6418707" y="12700"/>
                  </a:lnTo>
                  <a:lnTo>
                    <a:pt x="7304659" y="12700"/>
                  </a:lnTo>
                  <a:lnTo>
                    <a:pt x="7304659" y="149758"/>
                  </a:lnTo>
                  <a:lnTo>
                    <a:pt x="7296150" y="151472"/>
                  </a:lnTo>
                  <a:lnTo>
                    <a:pt x="7284047" y="159664"/>
                  </a:lnTo>
                  <a:lnTo>
                    <a:pt x="7275893" y="171780"/>
                  </a:lnTo>
                  <a:lnTo>
                    <a:pt x="7272909" y="186563"/>
                  </a:lnTo>
                  <a:lnTo>
                    <a:pt x="7275893" y="201422"/>
                  </a:lnTo>
                  <a:lnTo>
                    <a:pt x="7284047" y="213525"/>
                  </a:lnTo>
                  <a:lnTo>
                    <a:pt x="7296150" y="221678"/>
                  </a:lnTo>
                  <a:lnTo>
                    <a:pt x="7311009" y="224663"/>
                  </a:lnTo>
                  <a:lnTo>
                    <a:pt x="7325792" y="221678"/>
                  </a:lnTo>
                  <a:lnTo>
                    <a:pt x="7337907" y="213525"/>
                  </a:lnTo>
                  <a:lnTo>
                    <a:pt x="7346099" y="201422"/>
                  </a:lnTo>
                  <a:lnTo>
                    <a:pt x="7349109" y="186563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48441" y="5201995"/>
              <a:ext cx="231805" cy="25163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442854" y="5415013"/>
              <a:ext cx="196850" cy="31750"/>
            </a:xfrm>
            <a:custGeom>
              <a:avLst/>
              <a:gdLst/>
              <a:ahLst/>
              <a:cxnLst/>
              <a:rect l="l" t="t" r="r" b="b"/>
              <a:pathLst>
                <a:path w="196850" h="31750">
                  <a:moveTo>
                    <a:pt x="31546" y="7061"/>
                  </a:moveTo>
                  <a:lnTo>
                    <a:pt x="24485" y="0"/>
                  </a:lnTo>
                  <a:lnTo>
                    <a:pt x="22644" y="0"/>
                  </a:lnTo>
                  <a:lnTo>
                    <a:pt x="22644" y="11988"/>
                  </a:lnTo>
                  <a:lnTo>
                    <a:pt x="22644" y="19583"/>
                  </a:lnTo>
                  <a:lnTo>
                    <a:pt x="19558" y="22656"/>
                  </a:lnTo>
                  <a:lnTo>
                    <a:pt x="11976" y="22656"/>
                  </a:lnTo>
                  <a:lnTo>
                    <a:pt x="8902" y="19583"/>
                  </a:lnTo>
                  <a:lnTo>
                    <a:pt x="8902" y="11988"/>
                  </a:lnTo>
                  <a:lnTo>
                    <a:pt x="11976" y="8915"/>
                  </a:lnTo>
                  <a:lnTo>
                    <a:pt x="19558" y="8915"/>
                  </a:lnTo>
                  <a:lnTo>
                    <a:pt x="22644" y="11988"/>
                  </a:lnTo>
                  <a:lnTo>
                    <a:pt x="22644" y="0"/>
                  </a:lnTo>
                  <a:lnTo>
                    <a:pt x="7061" y="0"/>
                  </a:lnTo>
                  <a:lnTo>
                    <a:pt x="0" y="7061"/>
                  </a:lnTo>
                  <a:lnTo>
                    <a:pt x="0" y="24498"/>
                  </a:lnTo>
                  <a:lnTo>
                    <a:pt x="7061" y="31572"/>
                  </a:lnTo>
                  <a:lnTo>
                    <a:pt x="24447" y="31572"/>
                  </a:lnTo>
                  <a:lnTo>
                    <a:pt x="31508" y="24498"/>
                  </a:lnTo>
                  <a:lnTo>
                    <a:pt x="31521" y="22656"/>
                  </a:lnTo>
                  <a:lnTo>
                    <a:pt x="31546" y="8915"/>
                  </a:lnTo>
                  <a:lnTo>
                    <a:pt x="31546" y="7061"/>
                  </a:lnTo>
                  <a:close/>
                </a:path>
                <a:path w="196850" h="31750">
                  <a:moveTo>
                    <a:pt x="114020" y="7061"/>
                  </a:moveTo>
                  <a:lnTo>
                    <a:pt x="106959" y="0"/>
                  </a:lnTo>
                  <a:lnTo>
                    <a:pt x="105117" y="0"/>
                  </a:lnTo>
                  <a:lnTo>
                    <a:pt x="105117" y="11988"/>
                  </a:lnTo>
                  <a:lnTo>
                    <a:pt x="105117" y="19583"/>
                  </a:lnTo>
                  <a:lnTo>
                    <a:pt x="102044" y="22656"/>
                  </a:lnTo>
                  <a:lnTo>
                    <a:pt x="94449" y="22656"/>
                  </a:lnTo>
                  <a:lnTo>
                    <a:pt x="91376" y="19583"/>
                  </a:lnTo>
                  <a:lnTo>
                    <a:pt x="91376" y="11988"/>
                  </a:lnTo>
                  <a:lnTo>
                    <a:pt x="94449" y="8915"/>
                  </a:lnTo>
                  <a:lnTo>
                    <a:pt x="102044" y="8915"/>
                  </a:lnTo>
                  <a:lnTo>
                    <a:pt x="105117" y="11988"/>
                  </a:lnTo>
                  <a:lnTo>
                    <a:pt x="105117" y="0"/>
                  </a:lnTo>
                  <a:lnTo>
                    <a:pt x="89535" y="0"/>
                  </a:lnTo>
                  <a:lnTo>
                    <a:pt x="82473" y="7061"/>
                  </a:lnTo>
                  <a:lnTo>
                    <a:pt x="82473" y="24498"/>
                  </a:lnTo>
                  <a:lnTo>
                    <a:pt x="89535" y="31572"/>
                  </a:lnTo>
                  <a:lnTo>
                    <a:pt x="106959" y="31572"/>
                  </a:lnTo>
                  <a:lnTo>
                    <a:pt x="114020" y="24498"/>
                  </a:lnTo>
                  <a:lnTo>
                    <a:pt x="114020" y="22656"/>
                  </a:lnTo>
                  <a:lnTo>
                    <a:pt x="114020" y="8915"/>
                  </a:lnTo>
                  <a:lnTo>
                    <a:pt x="114020" y="7061"/>
                  </a:lnTo>
                  <a:close/>
                </a:path>
                <a:path w="196850" h="31750">
                  <a:moveTo>
                    <a:pt x="196557" y="24498"/>
                  </a:moveTo>
                  <a:lnTo>
                    <a:pt x="196545" y="22656"/>
                  </a:lnTo>
                  <a:lnTo>
                    <a:pt x="196532" y="8788"/>
                  </a:lnTo>
                  <a:lnTo>
                    <a:pt x="196532" y="7073"/>
                  </a:lnTo>
                  <a:lnTo>
                    <a:pt x="189471" y="25"/>
                  </a:lnTo>
                  <a:lnTo>
                    <a:pt x="187883" y="25"/>
                  </a:lnTo>
                  <a:lnTo>
                    <a:pt x="187883" y="12077"/>
                  </a:lnTo>
                  <a:lnTo>
                    <a:pt x="187883" y="19583"/>
                  </a:lnTo>
                  <a:lnTo>
                    <a:pt x="184810" y="22656"/>
                  </a:lnTo>
                  <a:lnTo>
                    <a:pt x="180860" y="22656"/>
                  </a:lnTo>
                  <a:lnTo>
                    <a:pt x="176987" y="22529"/>
                  </a:lnTo>
                  <a:lnTo>
                    <a:pt x="174015" y="19342"/>
                  </a:lnTo>
                  <a:lnTo>
                    <a:pt x="174269" y="12077"/>
                  </a:lnTo>
                  <a:lnTo>
                    <a:pt x="174282" y="11760"/>
                  </a:lnTo>
                  <a:lnTo>
                    <a:pt x="177457" y="8788"/>
                  </a:lnTo>
                  <a:lnTo>
                    <a:pt x="184950" y="9042"/>
                  </a:lnTo>
                  <a:lnTo>
                    <a:pt x="187883" y="12077"/>
                  </a:lnTo>
                  <a:lnTo>
                    <a:pt x="187883" y="25"/>
                  </a:lnTo>
                  <a:lnTo>
                    <a:pt x="172034" y="25"/>
                  </a:lnTo>
                  <a:lnTo>
                    <a:pt x="164998" y="7073"/>
                  </a:lnTo>
                  <a:lnTo>
                    <a:pt x="164998" y="24498"/>
                  </a:lnTo>
                  <a:lnTo>
                    <a:pt x="172059" y="31572"/>
                  </a:lnTo>
                  <a:lnTo>
                    <a:pt x="189484" y="31572"/>
                  </a:lnTo>
                  <a:lnTo>
                    <a:pt x="196557" y="2449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67904" y="5186915"/>
              <a:ext cx="155354" cy="18151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408082" y="5392216"/>
              <a:ext cx="255904" cy="76200"/>
            </a:xfrm>
            <a:custGeom>
              <a:avLst/>
              <a:gdLst/>
              <a:ahLst/>
              <a:cxnLst/>
              <a:rect l="l" t="t" r="r" b="b"/>
              <a:pathLst>
                <a:path w="255904" h="76200">
                  <a:moveTo>
                    <a:pt x="26708" y="1993"/>
                  </a:moveTo>
                  <a:lnTo>
                    <a:pt x="24714" y="0"/>
                  </a:lnTo>
                  <a:lnTo>
                    <a:pt x="22263" y="0"/>
                  </a:lnTo>
                  <a:lnTo>
                    <a:pt x="1981" y="0"/>
                  </a:lnTo>
                  <a:lnTo>
                    <a:pt x="0" y="1993"/>
                  </a:lnTo>
                  <a:lnTo>
                    <a:pt x="0" y="6908"/>
                  </a:lnTo>
                  <a:lnTo>
                    <a:pt x="1981" y="8902"/>
                  </a:lnTo>
                  <a:lnTo>
                    <a:pt x="24714" y="8902"/>
                  </a:lnTo>
                  <a:lnTo>
                    <a:pt x="26708" y="6908"/>
                  </a:lnTo>
                  <a:lnTo>
                    <a:pt x="26708" y="1993"/>
                  </a:lnTo>
                  <a:close/>
                </a:path>
                <a:path w="255904" h="76200">
                  <a:moveTo>
                    <a:pt x="57886" y="1993"/>
                  </a:moveTo>
                  <a:lnTo>
                    <a:pt x="55892" y="0"/>
                  </a:lnTo>
                  <a:lnTo>
                    <a:pt x="33159" y="0"/>
                  </a:lnTo>
                  <a:lnTo>
                    <a:pt x="31165" y="1993"/>
                  </a:lnTo>
                  <a:lnTo>
                    <a:pt x="31165" y="6908"/>
                  </a:lnTo>
                  <a:lnTo>
                    <a:pt x="33159" y="8902"/>
                  </a:lnTo>
                  <a:lnTo>
                    <a:pt x="53428" y="8902"/>
                  </a:lnTo>
                  <a:lnTo>
                    <a:pt x="55892" y="8902"/>
                  </a:lnTo>
                  <a:lnTo>
                    <a:pt x="57886" y="6908"/>
                  </a:lnTo>
                  <a:lnTo>
                    <a:pt x="57886" y="1993"/>
                  </a:lnTo>
                  <a:close/>
                </a:path>
                <a:path w="255904" h="76200">
                  <a:moveTo>
                    <a:pt x="73240" y="68973"/>
                  </a:moveTo>
                  <a:lnTo>
                    <a:pt x="71234" y="66967"/>
                  </a:lnTo>
                  <a:lnTo>
                    <a:pt x="68783" y="66967"/>
                  </a:lnTo>
                  <a:lnTo>
                    <a:pt x="61302" y="66967"/>
                  </a:lnTo>
                  <a:lnTo>
                    <a:pt x="59309" y="68973"/>
                  </a:lnTo>
                  <a:lnTo>
                    <a:pt x="59309" y="73888"/>
                  </a:lnTo>
                  <a:lnTo>
                    <a:pt x="61302" y="75882"/>
                  </a:lnTo>
                  <a:lnTo>
                    <a:pt x="71234" y="75882"/>
                  </a:lnTo>
                  <a:lnTo>
                    <a:pt x="73240" y="73888"/>
                  </a:lnTo>
                  <a:lnTo>
                    <a:pt x="73240" y="68973"/>
                  </a:lnTo>
                  <a:close/>
                </a:path>
                <a:path w="255904" h="76200">
                  <a:moveTo>
                    <a:pt x="89052" y="1993"/>
                  </a:moveTo>
                  <a:lnTo>
                    <a:pt x="87071" y="0"/>
                  </a:lnTo>
                  <a:lnTo>
                    <a:pt x="66789" y="0"/>
                  </a:lnTo>
                  <a:lnTo>
                    <a:pt x="64338" y="0"/>
                  </a:lnTo>
                  <a:lnTo>
                    <a:pt x="62344" y="1993"/>
                  </a:lnTo>
                  <a:lnTo>
                    <a:pt x="62344" y="6908"/>
                  </a:lnTo>
                  <a:lnTo>
                    <a:pt x="64338" y="8902"/>
                  </a:lnTo>
                  <a:lnTo>
                    <a:pt x="87071" y="8902"/>
                  </a:lnTo>
                  <a:lnTo>
                    <a:pt x="89052" y="6908"/>
                  </a:lnTo>
                  <a:lnTo>
                    <a:pt x="89052" y="1993"/>
                  </a:lnTo>
                  <a:close/>
                </a:path>
                <a:path w="255904" h="76200">
                  <a:moveTo>
                    <a:pt x="104406" y="68973"/>
                  </a:moveTo>
                  <a:lnTo>
                    <a:pt x="102412" y="66967"/>
                  </a:lnTo>
                  <a:lnTo>
                    <a:pt x="99949" y="66967"/>
                  </a:lnTo>
                  <a:lnTo>
                    <a:pt x="79679" y="66967"/>
                  </a:lnTo>
                  <a:lnTo>
                    <a:pt x="77685" y="68973"/>
                  </a:lnTo>
                  <a:lnTo>
                    <a:pt x="77685" y="73888"/>
                  </a:lnTo>
                  <a:lnTo>
                    <a:pt x="79679" y="75882"/>
                  </a:lnTo>
                  <a:lnTo>
                    <a:pt x="102412" y="75882"/>
                  </a:lnTo>
                  <a:lnTo>
                    <a:pt x="104406" y="73888"/>
                  </a:lnTo>
                  <a:lnTo>
                    <a:pt x="104406" y="68973"/>
                  </a:lnTo>
                  <a:close/>
                </a:path>
                <a:path w="255904" h="76200">
                  <a:moveTo>
                    <a:pt x="120230" y="1993"/>
                  </a:moveTo>
                  <a:lnTo>
                    <a:pt x="118237" y="0"/>
                  </a:lnTo>
                  <a:lnTo>
                    <a:pt x="115785" y="0"/>
                  </a:lnTo>
                  <a:lnTo>
                    <a:pt x="95504" y="0"/>
                  </a:lnTo>
                  <a:lnTo>
                    <a:pt x="93510" y="1993"/>
                  </a:lnTo>
                  <a:lnTo>
                    <a:pt x="93510" y="6908"/>
                  </a:lnTo>
                  <a:lnTo>
                    <a:pt x="95504" y="8902"/>
                  </a:lnTo>
                  <a:lnTo>
                    <a:pt x="118237" y="8902"/>
                  </a:lnTo>
                  <a:lnTo>
                    <a:pt x="120230" y="6908"/>
                  </a:lnTo>
                  <a:lnTo>
                    <a:pt x="120230" y="1993"/>
                  </a:lnTo>
                  <a:close/>
                </a:path>
                <a:path w="255904" h="76200">
                  <a:moveTo>
                    <a:pt x="135585" y="68973"/>
                  </a:moveTo>
                  <a:lnTo>
                    <a:pt x="133591" y="66967"/>
                  </a:lnTo>
                  <a:lnTo>
                    <a:pt x="131127" y="66967"/>
                  </a:lnTo>
                  <a:lnTo>
                    <a:pt x="110858" y="66967"/>
                  </a:lnTo>
                  <a:lnTo>
                    <a:pt x="108864" y="68973"/>
                  </a:lnTo>
                  <a:lnTo>
                    <a:pt x="108864" y="73888"/>
                  </a:lnTo>
                  <a:lnTo>
                    <a:pt x="110858" y="75882"/>
                  </a:lnTo>
                  <a:lnTo>
                    <a:pt x="133591" y="75882"/>
                  </a:lnTo>
                  <a:lnTo>
                    <a:pt x="135585" y="73888"/>
                  </a:lnTo>
                  <a:lnTo>
                    <a:pt x="135585" y="68973"/>
                  </a:lnTo>
                  <a:close/>
                </a:path>
                <a:path w="255904" h="76200">
                  <a:moveTo>
                    <a:pt x="151599" y="1993"/>
                  </a:moveTo>
                  <a:lnTo>
                    <a:pt x="149593" y="0"/>
                  </a:lnTo>
                  <a:lnTo>
                    <a:pt x="126682" y="0"/>
                  </a:lnTo>
                  <a:lnTo>
                    <a:pt x="124688" y="1993"/>
                  </a:lnTo>
                  <a:lnTo>
                    <a:pt x="124688" y="6908"/>
                  </a:lnTo>
                  <a:lnTo>
                    <a:pt x="126682" y="8902"/>
                  </a:lnTo>
                  <a:lnTo>
                    <a:pt x="146850" y="8902"/>
                  </a:lnTo>
                  <a:lnTo>
                    <a:pt x="149313" y="9067"/>
                  </a:lnTo>
                  <a:lnTo>
                    <a:pt x="151422" y="7200"/>
                  </a:lnTo>
                  <a:lnTo>
                    <a:pt x="151599" y="4445"/>
                  </a:lnTo>
                  <a:lnTo>
                    <a:pt x="151599" y="1993"/>
                  </a:lnTo>
                  <a:close/>
                </a:path>
                <a:path w="255904" h="76200">
                  <a:moveTo>
                    <a:pt x="166751" y="68973"/>
                  </a:moveTo>
                  <a:lnTo>
                    <a:pt x="164757" y="66967"/>
                  </a:lnTo>
                  <a:lnTo>
                    <a:pt x="162306" y="66967"/>
                  </a:lnTo>
                  <a:lnTo>
                    <a:pt x="142024" y="66967"/>
                  </a:lnTo>
                  <a:lnTo>
                    <a:pt x="140030" y="68973"/>
                  </a:lnTo>
                  <a:lnTo>
                    <a:pt x="140030" y="73888"/>
                  </a:lnTo>
                  <a:lnTo>
                    <a:pt x="142024" y="75882"/>
                  </a:lnTo>
                  <a:lnTo>
                    <a:pt x="164757" y="75882"/>
                  </a:lnTo>
                  <a:lnTo>
                    <a:pt x="166751" y="73888"/>
                  </a:lnTo>
                  <a:lnTo>
                    <a:pt x="166751" y="68973"/>
                  </a:lnTo>
                  <a:close/>
                </a:path>
                <a:path w="255904" h="76200">
                  <a:moveTo>
                    <a:pt x="182575" y="1993"/>
                  </a:moveTo>
                  <a:lnTo>
                    <a:pt x="180581" y="0"/>
                  </a:lnTo>
                  <a:lnTo>
                    <a:pt x="160312" y="0"/>
                  </a:lnTo>
                  <a:lnTo>
                    <a:pt x="157848" y="0"/>
                  </a:lnTo>
                  <a:lnTo>
                    <a:pt x="155854" y="1993"/>
                  </a:lnTo>
                  <a:lnTo>
                    <a:pt x="155854" y="6908"/>
                  </a:lnTo>
                  <a:lnTo>
                    <a:pt x="157848" y="8902"/>
                  </a:lnTo>
                  <a:lnTo>
                    <a:pt x="180581" y="8902"/>
                  </a:lnTo>
                  <a:lnTo>
                    <a:pt x="182575" y="6908"/>
                  </a:lnTo>
                  <a:lnTo>
                    <a:pt x="182575" y="1993"/>
                  </a:lnTo>
                  <a:close/>
                </a:path>
                <a:path w="255904" h="76200">
                  <a:moveTo>
                    <a:pt x="197929" y="68973"/>
                  </a:moveTo>
                  <a:lnTo>
                    <a:pt x="195935" y="66967"/>
                  </a:lnTo>
                  <a:lnTo>
                    <a:pt x="193471" y="66967"/>
                  </a:lnTo>
                  <a:lnTo>
                    <a:pt x="173202" y="66967"/>
                  </a:lnTo>
                  <a:lnTo>
                    <a:pt x="171208" y="68973"/>
                  </a:lnTo>
                  <a:lnTo>
                    <a:pt x="171208" y="73888"/>
                  </a:lnTo>
                  <a:lnTo>
                    <a:pt x="173202" y="75882"/>
                  </a:lnTo>
                  <a:lnTo>
                    <a:pt x="195935" y="75882"/>
                  </a:lnTo>
                  <a:lnTo>
                    <a:pt x="197929" y="73888"/>
                  </a:lnTo>
                  <a:lnTo>
                    <a:pt x="197929" y="68973"/>
                  </a:lnTo>
                  <a:close/>
                </a:path>
                <a:path w="255904" h="76200">
                  <a:moveTo>
                    <a:pt x="213753" y="1993"/>
                  </a:moveTo>
                  <a:lnTo>
                    <a:pt x="211759" y="0"/>
                  </a:lnTo>
                  <a:lnTo>
                    <a:pt x="191477" y="0"/>
                  </a:lnTo>
                  <a:lnTo>
                    <a:pt x="189026" y="0"/>
                  </a:lnTo>
                  <a:lnTo>
                    <a:pt x="187032" y="1993"/>
                  </a:lnTo>
                  <a:lnTo>
                    <a:pt x="187032" y="6908"/>
                  </a:lnTo>
                  <a:lnTo>
                    <a:pt x="189026" y="8902"/>
                  </a:lnTo>
                  <a:lnTo>
                    <a:pt x="211759" y="8902"/>
                  </a:lnTo>
                  <a:lnTo>
                    <a:pt x="213753" y="6908"/>
                  </a:lnTo>
                  <a:lnTo>
                    <a:pt x="213753" y="1993"/>
                  </a:lnTo>
                  <a:close/>
                </a:path>
                <a:path w="255904" h="76200">
                  <a:moveTo>
                    <a:pt x="229527" y="72288"/>
                  </a:moveTo>
                  <a:lnTo>
                    <a:pt x="228587" y="67449"/>
                  </a:lnTo>
                  <a:lnTo>
                    <a:pt x="226250" y="65862"/>
                  </a:lnTo>
                  <a:lnTo>
                    <a:pt x="223697" y="66357"/>
                  </a:lnTo>
                  <a:lnTo>
                    <a:pt x="221767" y="66776"/>
                  </a:lnTo>
                  <a:lnTo>
                    <a:pt x="219798" y="66979"/>
                  </a:lnTo>
                  <a:lnTo>
                    <a:pt x="204381" y="66967"/>
                  </a:lnTo>
                  <a:lnTo>
                    <a:pt x="202374" y="68973"/>
                  </a:lnTo>
                  <a:lnTo>
                    <a:pt x="202374" y="73888"/>
                  </a:lnTo>
                  <a:lnTo>
                    <a:pt x="204381" y="75882"/>
                  </a:lnTo>
                  <a:lnTo>
                    <a:pt x="220497" y="75882"/>
                  </a:lnTo>
                  <a:lnTo>
                    <a:pt x="223075" y="75603"/>
                  </a:lnTo>
                  <a:lnTo>
                    <a:pt x="227977" y="74599"/>
                  </a:lnTo>
                  <a:lnTo>
                    <a:pt x="229527" y="72288"/>
                  </a:lnTo>
                  <a:close/>
                </a:path>
                <a:path w="255904" h="76200">
                  <a:moveTo>
                    <a:pt x="243243" y="11899"/>
                  </a:moveTo>
                  <a:lnTo>
                    <a:pt x="220865" y="25"/>
                  </a:lnTo>
                  <a:lnTo>
                    <a:pt x="218605" y="1714"/>
                  </a:lnTo>
                  <a:lnTo>
                    <a:pt x="217893" y="6616"/>
                  </a:lnTo>
                  <a:lnTo>
                    <a:pt x="219595" y="8890"/>
                  </a:lnTo>
                  <a:lnTo>
                    <a:pt x="221996" y="9245"/>
                  </a:lnTo>
                  <a:lnTo>
                    <a:pt x="227203" y="9906"/>
                  </a:lnTo>
                  <a:lnTo>
                    <a:pt x="232117" y="12014"/>
                  </a:lnTo>
                  <a:lnTo>
                    <a:pt x="236207" y="15303"/>
                  </a:lnTo>
                  <a:lnTo>
                    <a:pt x="238340" y="16522"/>
                  </a:lnTo>
                  <a:lnTo>
                    <a:pt x="241058" y="15760"/>
                  </a:lnTo>
                  <a:lnTo>
                    <a:pt x="243243" y="11899"/>
                  </a:lnTo>
                  <a:close/>
                </a:path>
                <a:path w="255904" h="76200">
                  <a:moveTo>
                    <a:pt x="253250" y="51701"/>
                  </a:moveTo>
                  <a:lnTo>
                    <a:pt x="252285" y="49060"/>
                  </a:lnTo>
                  <a:lnTo>
                    <a:pt x="250037" y="48018"/>
                  </a:lnTo>
                  <a:lnTo>
                    <a:pt x="247802" y="47129"/>
                  </a:lnTo>
                  <a:lnTo>
                    <a:pt x="245249" y="48069"/>
                  </a:lnTo>
                  <a:lnTo>
                    <a:pt x="244119" y="50190"/>
                  </a:lnTo>
                  <a:lnTo>
                    <a:pt x="241935" y="54889"/>
                  </a:lnTo>
                  <a:lnTo>
                    <a:pt x="238531" y="58915"/>
                  </a:lnTo>
                  <a:lnTo>
                    <a:pt x="232232" y="63258"/>
                  </a:lnTo>
                  <a:lnTo>
                    <a:pt x="231724" y="66040"/>
                  </a:lnTo>
                  <a:lnTo>
                    <a:pt x="234530" y="70091"/>
                  </a:lnTo>
                  <a:lnTo>
                    <a:pt x="237299" y="70599"/>
                  </a:lnTo>
                  <a:lnTo>
                    <a:pt x="244919" y="65354"/>
                  </a:lnTo>
                  <a:lnTo>
                    <a:pt x="249364" y="60083"/>
                  </a:lnTo>
                  <a:lnTo>
                    <a:pt x="253250" y="51701"/>
                  </a:lnTo>
                  <a:close/>
                </a:path>
                <a:path w="255904" h="76200">
                  <a:moveTo>
                    <a:pt x="255778" y="31737"/>
                  </a:moveTo>
                  <a:lnTo>
                    <a:pt x="254165" y="25476"/>
                  </a:lnTo>
                  <a:lnTo>
                    <a:pt x="251079" y="19900"/>
                  </a:lnTo>
                  <a:lnTo>
                    <a:pt x="250075" y="17653"/>
                  </a:lnTo>
                  <a:lnTo>
                    <a:pt x="247446" y="16649"/>
                  </a:lnTo>
                  <a:lnTo>
                    <a:pt x="242951" y="18656"/>
                  </a:lnTo>
                  <a:lnTo>
                    <a:pt x="241947" y="21285"/>
                  </a:lnTo>
                  <a:lnTo>
                    <a:pt x="243141" y="23939"/>
                  </a:lnTo>
                  <a:lnTo>
                    <a:pt x="245706" y="28689"/>
                  </a:lnTo>
                  <a:lnTo>
                    <a:pt x="246900" y="33832"/>
                  </a:lnTo>
                  <a:lnTo>
                    <a:pt x="246722" y="39001"/>
                  </a:lnTo>
                  <a:lnTo>
                    <a:pt x="246519" y="41402"/>
                  </a:lnTo>
                  <a:lnTo>
                    <a:pt x="248285" y="43522"/>
                  </a:lnTo>
                  <a:lnTo>
                    <a:pt x="253453" y="43929"/>
                  </a:lnTo>
                  <a:lnTo>
                    <a:pt x="255574" y="42113"/>
                  </a:lnTo>
                  <a:lnTo>
                    <a:pt x="255765" y="39433"/>
                  </a:lnTo>
                  <a:lnTo>
                    <a:pt x="255778" y="3173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7310" y="5210152"/>
              <a:ext cx="243069" cy="2346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58447" y="5213669"/>
              <a:ext cx="311683" cy="22832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7087" y="5246459"/>
              <a:ext cx="291783" cy="16267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399100" y="5257901"/>
              <a:ext cx="310515" cy="140335"/>
            </a:xfrm>
            <a:custGeom>
              <a:avLst/>
              <a:gdLst/>
              <a:ahLst/>
              <a:cxnLst/>
              <a:rect l="l" t="t" r="r" b="b"/>
              <a:pathLst>
                <a:path w="310514" h="140335">
                  <a:moveTo>
                    <a:pt x="196329" y="40462"/>
                  </a:moveTo>
                  <a:lnTo>
                    <a:pt x="194297" y="38277"/>
                  </a:lnTo>
                  <a:lnTo>
                    <a:pt x="61480" y="38201"/>
                  </a:lnTo>
                  <a:lnTo>
                    <a:pt x="58788" y="37084"/>
                  </a:lnTo>
                  <a:lnTo>
                    <a:pt x="21361" y="0"/>
                  </a:lnTo>
                  <a:lnTo>
                    <a:pt x="18376" y="0"/>
                  </a:lnTo>
                  <a:lnTo>
                    <a:pt x="15735" y="2616"/>
                  </a:lnTo>
                  <a:lnTo>
                    <a:pt x="15265" y="3670"/>
                  </a:lnTo>
                  <a:lnTo>
                    <a:pt x="15087" y="6134"/>
                  </a:lnTo>
                  <a:lnTo>
                    <a:pt x="15570" y="7467"/>
                  </a:lnTo>
                  <a:lnTo>
                    <a:pt x="51727" y="42824"/>
                  </a:lnTo>
                  <a:lnTo>
                    <a:pt x="193878" y="47599"/>
                  </a:lnTo>
                  <a:lnTo>
                    <a:pt x="196100" y="45605"/>
                  </a:lnTo>
                  <a:lnTo>
                    <a:pt x="196329" y="40462"/>
                  </a:lnTo>
                  <a:close/>
                </a:path>
                <a:path w="310514" h="140335">
                  <a:moveTo>
                    <a:pt x="310375" y="127"/>
                  </a:moveTo>
                  <a:lnTo>
                    <a:pt x="300697" y="127"/>
                  </a:lnTo>
                  <a:lnTo>
                    <a:pt x="300697" y="9448"/>
                  </a:lnTo>
                  <a:lnTo>
                    <a:pt x="300697" y="38112"/>
                  </a:lnTo>
                  <a:lnTo>
                    <a:pt x="300697" y="47447"/>
                  </a:lnTo>
                  <a:lnTo>
                    <a:pt x="300609" y="76987"/>
                  </a:lnTo>
                  <a:lnTo>
                    <a:pt x="300609" y="86309"/>
                  </a:lnTo>
                  <a:lnTo>
                    <a:pt x="300609" y="116649"/>
                  </a:lnTo>
                  <a:lnTo>
                    <a:pt x="287528" y="116649"/>
                  </a:lnTo>
                  <a:lnTo>
                    <a:pt x="287528" y="125971"/>
                  </a:lnTo>
                  <a:lnTo>
                    <a:pt x="287528" y="130352"/>
                  </a:lnTo>
                  <a:lnTo>
                    <a:pt x="268579" y="130352"/>
                  </a:lnTo>
                  <a:lnTo>
                    <a:pt x="268579" y="125971"/>
                  </a:lnTo>
                  <a:lnTo>
                    <a:pt x="287528" y="125971"/>
                  </a:lnTo>
                  <a:lnTo>
                    <a:pt x="287528" y="116649"/>
                  </a:lnTo>
                  <a:lnTo>
                    <a:pt x="267970" y="116649"/>
                  </a:lnTo>
                  <a:lnTo>
                    <a:pt x="267868" y="86309"/>
                  </a:lnTo>
                  <a:lnTo>
                    <a:pt x="300609" y="86309"/>
                  </a:lnTo>
                  <a:lnTo>
                    <a:pt x="300609" y="76987"/>
                  </a:lnTo>
                  <a:lnTo>
                    <a:pt x="267970" y="76987"/>
                  </a:lnTo>
                  <a:lnTo>
                    <a:pt x="267970" y="47447"/>
                  </a:lnTo>
                  <a:lnTo>
                    <a:pt x="300697" y="47447"/>
                  </a:lnTo>
                  <a:lnTo>
                    <a:pt x="300697" y="38112"/>
                  </a:lnTo>
                  <a:lnTo>
                    <a:pt x="267970" y="38112"/>
                  </a:lnTo>
                  <a:lnTo>
                    <a:pt x="267970" y="9448"/>
                  </a:lnTo>
                  <a:lnTo>
                    <a:pt x="300697" y="9448"/>
                  </a:lnTo>
                  <a:lnTo>
                    <a:pt x="300697" y="127"/>
                  </a:lnTo>
                  <a:lnTo>
                    <a:pt x="258394" y="127"/>
                  </a:lnTo>
                  <a:lnTo>
                    <a:pt x="258394" y="9448"/>
                  </a:lnTo>
                  <a:lnTo>
                    <a:pt x="258394" y="38112"/>
                  </a:lnTo>
                  <a:lnTo>
                    <a:pt x="258394" y="47447"/>
                  </a:lnTo>
                  <a:lnTo>
                    <a:pt x="258394" y="76987"/>
                  </a:lnTo>
                  <a:lnTo>
                    <a:pt x="258394" y="86309"/>
                  </a:lnTo>
                  <a:lnTo>
                    <a:pt x="258394" y="116649"/>
                  </a:lnTo>
                  <a:lnTo>
                    <a:pt x="240626" y="116649"/>
                  </a:lnTo>
                  <a:lnTo>
                    <a:pt x="240626" y="86309"/>
                  </a:lnTo>
                  <a:lnTo>
                    <a:pt x="258394" y="86309"/>
                  </a:lnTo>
                  <a:lnTo>
                    <a:pt x="258394" y="76987"/>
                  </a:lnTo>
                  <a:lnTo>
                    <a:pt x="240626" y="76987"/>
                  </a:lnTo>
                  <a:lnTo>
                    <a:pt x="240538" y="47447"/>
                  </a:lnTo>
                  <a:lnTo>
                    <a:pt x="258394" y="47447"/>
                  </a:lnTo>
                  <a:lnTo>
                    <a:pt x="258394" y="38112"/>
                  </a:lnTo>
                  <a:lnTo>
                    <a:pt x="240626" y="38112"/>
                  </a:lnTo>
                  <a:lnTo>
                    <a:pt x="240538" y="9448"/>
                  </a:lnTo>
                  <a:lnTo>
                    <a:pt x="258394" y="9448"/>
                  </a:lnTo>
                  <a:lnTo>
                    <a:pt x="258394" y="127"/>
                  </a:lnTo>
                  <a:lnTo>
                    <a:pt x="232435" y="127"/>
                  </a:lnTo>
                  <a:lnTo>
                    <a:pt x="232435" y="125971"/>
                  </a:lnTo>
                  <a:lnTo>
                    <a:pt x="232435" y="130352"/>
                  </a:lnTo>
                  <a:lnTo>
                    <a:pt x="213487" y="130352"/>
                  </a:lnTo>
                  <a:lnTo>
                    <a:pt x="213487" y="125971"/>
                  </a:lnTo>
                  <a:lnTo>
                    <a:pt x="232435" y="125971"/>
                  </a:lnTo>
                  <a:lnTo>
                    <a:pt x="232435" y="127"/>
                  </a:lnTo>
                  <a:lnTo>
                    <a:pt x="231063" y="127"/>
                  </a:lnTo>
                  <a:lnTo>
                    <a:pt x="231063" y="9448"/>
                  </a:lnTo>
                  <a:lnTo>
                    <a:pt x="231063" y="38112"/>
                  </a:lnTo>
                  <a:lnTo>
                    <a:pt x="231063" y="47447"/>
                  </a:lnTo>
                  <a:lnTo>
                    <a:pt x="231063" y="76987"/>
                  </a:lnTo>
                  <a:lnTo>
                    <a:pt x="231063" y="86309"/>
                  </a:lnTo>
                  <a:lnTo>
                    <a:pt x="231063" y="116649"/>
                  </a:lnTo>
                  <a:lnTo>
                    <a:pt x="213194" y="116649"/>
                  </a:lnTo>
                  <a:lnTo>
                    <a:pt x="213194" y="86309"/>
                  </a:lnTo>
                  <a:lnTo>
                    <a:pt x="231063" y="86309"/>
                  </a:lnTo>
                  <a:lnTo>
                    <a:pt x="231063" y="76987"/>
                  </a:lnTo>
                  <a:lnTo>
                    <a:pt x="213194" y="76987"/>
                  </a:lnTo>
                  <a:lnTo>
                    <a:pt x="213194" y="47447"/>
                  </a:lnTo>
                  <a:lnTo>
                    <a:pt x="231063" y="47447"/>
                  </a:lnTo>
                  <a:lnTo>
                    <a:pt x="231063" y="38112"/>
                  </a:lnTo>
                  <a:lnTo>
                    <a:pt x="213194" y="38112"/>
                  </a:lnTo>
                  <a:lnTo>
                    <a:pt x="213194" y="9448"/>
                  </a:lnTo>
                  <a:lnTo>
                    <a:pt x="231063" y="9448"/>
                  </a:lnTo>
                  <a:lnTo>
                    <a:pt x="231063" y="127"/>
                  </a:lnTo>
                  <a:lnTo>
                    <a:pt x="37896" y="127"/>
                  </a:lnTo>
                  <a:lnTo>
                    <a:pt x="44526" y="6654"/>
                  </a:lnTo>
                  <a:lnTo>
                    <a:pt x="46367" y="8432"/>
                  </a:lnTo>
                  <a:lnTo>
                    <a:pt x="48882" y="9448"/>
                  </a:lnTo>
                  <a:lnTo>
                    <a:pt x="121843" y="9448"/>
                  </a:lnTo>
                  <a:lnTo>
                    <a:pt x="121843" y="26009"/>
                  </a:lnTo>
                  <a:lnTo>
                    <a:pt x="123977" y="28092"/>
                  </a:lnTo>
                  <a:lnTo>
                    <a:pt x="129209" y="28092"/>
                  </a:lnTo>
                  <a:lnTo>
                    <a:pt x="131330" y="26009"/>
                  </a:lnTo>
                  <a:lnTo>
                    <a:pt x="131330" y="9448"/>
                  </a:lnTo>
                  <a:lnTo>
                    <a:pt x="149186" y="9448"/>
                  </a:lnTo>
                  <a:lnTo>
                    <a:pt x="149186" y="26009"/>
                  </a:lnTo>
                  <a:lnTo>
                    <a:pt x="151307" y="28092"/>
                  </a:lnTo>
                  <a:lnTo>
                    <a:pt x="156540" y="28092"/>
                  </a:lnTo>
                  <a:lnTo>
                    <a:pt x="158661" y="26009"/>
                  </a:lnTo>
                  <a:lnTo>
                    <a:pt x="158661" y="9448"/>
                  </a:lnTo>
                  <a:lnTo>
                    <a:pt x="176530" y="9448"/>
                  </a:lnTo>
                  <a:lnTo>
                    <a:pt x="176530" y="26009"/>
                  </a:lnTo>
                  <a:lnTo>
                    <a:pt x="178650" y="28092"/>
                  </a:lnTo>
                  <a:lnTo>
                    <a:pt x="183883" y="28092"/>
                  </a:lnTo>
                  <a:lnTo>
                    <a:pt x="186004" y="26009"/>
                  </a:lnTo>
                  <a:lnTo>
                    <a:pt x="186004" y="9448"/>
                  </a:lnTo>
                  <a:lnTo>
                    <a:pt x="203720" y="9448"/>
                  </a:lnTo>
                  <a:lnTo>
                    <a:pt x="203720" y="76987"/>
                  </a:lnTo>
                  <a:lnTo>
                    <a:pt x="203720" y="86309"/>
                  </a:lnTo>
                  <a:lnTo>
                    <a:pt x="203720" y="116649"/>
                  </a:lnTo>
                  <a:lnTo>
                    <a:pt x="186004" y="116649"/>
                  </a:lnTo>
                  <a:lnTo>
                    <a:pt x="186004" y="86309"/>
                  </a:lnTo>
                  <a:lnTo>
                    <a:pt x="203720" y="86309"/>
                  </a:lnTo>
                  <a:lnTo>
                    <a:pt x="203720" y="76987"/>
                  </a:lnTo>
                  <a:lnTo>
                    <a:pt x="186004" y="76987"/>
                  </a:lnTo>
                  <a:lnTo>
                    <a:pt x="186004" y="60439"/>
                  </a:lnTo>
                  <a:lnTo>
                    <a:pt x="183883" y="58343"/>
                  </a:lnTo>
                  <a:lnTo>
                    <a:pt x="178650" y="58343"/>
                  </a:lnTo>
                  <a:lnTo>
                    <a:pt x="177330" y="59651"/>
                  </a:lnTo>
                  <a:lnTo>
                    <a:pt x="177330" y="125971"/>
                  </a:lnTo>
                  <a:lnTo>
                    <a:pt x="177330" y="130352"/>
                  </a:lnTo>
                  <a:lnTo>
                    <a:pt x="158381" y="130352"/>
                  </a:lnTo>
                  <a:lnTo>
                    <a:pt x="158381" y="125971"/>
                  </a:lnTo>
                  <a:lnTo>
                    <a:pt x="177330" y="125971"/>
                  </a:lnTo>
                  <a:lnTo>
                    <a:pt x="177330" y="59651"/>
                  </a:lnTo>
                  <a:lnTo>
                    <a:pt x="176530" y="60439"/>
                  </a:lnTo>
                  <a:lnTo>
                    <a:pt x="176530" y="76987"/>
                  </a:lnTo>
                  <a:lnTo>
                    <a:pt x="176428" y="86309"/>
                  </a:lnTo>
                  <a:lnTo>
                    <a:pt x="176428" y="116649"/>
                  </a:lnTo>
                  <a:lnTo>
                    <a:pt x="158661" y="116649"/>
                  </a:lnTo>
                  <a:lnTo>
                    <a:pt x="158661" y="86309"/>
                  </a:lnTo>
                  <a:lnTo>
                    <a:pt x="176428" y="86309"/>
                  </a:lnTo>
                  <a:lnTo>
                    <a:pt x="176428" y="76987"/>
                  </a:lnTo>
                  <a:lnTo>
                    <a:pt x="158661" y="76987"/>
                  </a:lnTo>
                  <a:lnTo>
                    <a:pt x="158661" y="60439"/>
                  </a:lnTo>
                  <a:lnTo>
                    <a:pt x="156540" y="58343"/>
                  </a:lnTo>
                  <a:lnTo>
                    <a:pt x="151307" y="58343"/>
                  </a:lnTo>
                  <a:lnTo>
                    <a:pt x="149186" y="60439"/>
                  </a:lnTo>
                  <a:lnTo>
                    <a:pt x="149186" y="76987"/>
                  </a:lnTo>
                  <a:lnTo>
                    <a:pt x="149098" y="86309"/>
                  </a:lnTo>
                  <a:lnTo>
                    <a:pt x="149098" y="116649"/>
                  </a:lnTo>
                  <a:lnTo>
                    <a:pt x="131330" y="116649"/>
                  </a:lnTo>
                  <a:lnTo>
                    <a:pt x="131330" y="86309"/>
                  </a:lnTo>
                  <a:lnTo>
                    <a:pt x="149098" y="86309"/>
                  </a:lnTo>
                  <a:lnTo>
                    <a:pt x="149098" y="76987"/>
                  </a:lnTo>
                  <a:lnTo>
                    <a:pt x="131330" y="76987"/>
                  </a:lnTo>
                  <a:lnTo>
                    <a:pt x="131330" y="60439"/>
                  </a:lnTo>
                  <a:lnTo>
                    <a:pt x="129209" y="58343"/>
                  </a:lnTo>
                  <a:lnTo>
                    <a:pt x="123977" y="58343"/>
                  </a:lnTo>
                  <a:lnTo>
                    <a:pt x="121843" y="60439"/>
                  </a:lnTo>
                  <a:lnTo>
                    <a:pt x="121843" y="76987"/>
                  </a:lnTo>
                  <a:lnTo>
                    <a:pt x="121754" y="86309"/>
                  </a:lnTo>
                  <a:lnTo>
                    <a:pt x="121754" y="116649"/>
                  </a:lnTo>
                  <a:lnTo>
                    <a:pt x="9474" y="116649"/>
                  </a:lnTo>
                  <a:lnTo>
                    <a:pt x="9474" y="86309"/>
                  </a:lnTo>
                  <a:lnTo>
                    <a:pt x="121754" y="86309"/>
                  </a:lnTo>
                  <a:lnTo>
                    <a:pt x="121754" y="76987"/>
                  </a:lnTo>
                  <a:lnTo>
                    <a:pt x="9474" y="76987"/>
                  </a:lnTo>
                  <a:lnTo>
                    <a:pt x="9474" y="47447"/>
                  </a:lnTo>
                  <a:lnTo>
                    <a:pt x="42633" y="47447"/>
                  </a:lnTo>
                  <a:lnTo>
                    <a:pt x="34772" y="39839"/>
                  </a:lnTo>
                  <a:lnTo>
                    <a:pt x="33655" y="38735"/>
                  </a:lnTo>
                  <a:lnTo>
                    <a:pt x="32131" y="38112"/>
                  </a:lnTo>
                  <a:lnTo>
                    <a:pt x="9474" y="38112"/>
                  </a:lnTo>
                  <a:lnTo>
                    <a:pt x="9474" y="15913"/>
                  </a:lnTo>
                  <a:lnTo>
                    <a:pt x="8775" y="14236"/>
                  </a:lnTo>
                  <a:lnTo>
                    <a:pt x="0" y="5626"/>
                  </a:lnTo>
                  <a:lnTo>
                    <a:pt x="0" y="125971"/>
                  </a:lnTo>
                  <a:lnTo>
                    <a:pt x="149098" y="125971"/>
                  </a:lnTo>
                  <a:lnTo>
                    <a:pt x="149098" y="139954"/>
                  </a:lnTo>
                  <a:lnTo>
                    <a:pt x="186994" y="139954"/>
                  </a:lnTo>
                  <a:lnTo>
                    <a:pt x="186994" y="130352"/>
                  </a:lnTo>
                  <a:lnTo>
                    <a:pt x="186994" y="125971"/>
                  </a:lnTo>
                  <a:lnTo>
                    <a:pt x="204190" y="125971"/>
                  </a:lnTo>
                  <a:lnTo>
                    <a:pt x="204190" y="139954"/>
                  </a:lnTo>
                  <a:lnTo>
                    <a:pt x="242100" y="139954"/>
                  </a:lnTo>
                  <a:lnTo>
                    <a:pt x="242100" y="130352"/>
                  </a:lnTo>
                  <a:lnTo>
                    <a:pt x="242100" y="125971"/>
                  </a:lnTo>
                  <a:lnTo>
                    <a:pt x="259384" y="125971"/>
                  </a:lnTo>
                  <a:lnTo>
                    <a:pt x="259384" y="139954"/>
                  </a:lnTo>
                  <a:lnTo>
                    <a:pt x="297294" y="139954"/>
                  </a:lnTo>
                  <a:lnTo>
                    <a:pt x="297294" y="130352"/>
                  </a:lnTo>
                  <a:lnTo>
                    <a:pt x="297294" y="125971"/>
                  </a:lnTo>
                  <a:lnTo>
                    <a:pt x="310375" y="125971"/>
                  </a:lnTo>
                  <a:lnTo>
                    <a:pt x="310375" y="116649"/>
                  </a:lnTo>
                  <a:lnTo>
                    <a:pt x="310375" y="86309"/>
                  </a:lnTo>
                  <a:lnTo>
                    <a:pt x="310375" y="76987"/>
                  </a:lnTo>
                  <a:lnTo>
                    <a:pt x="310375" y="47447"/>
                  </a:lnTo>
                  <a:lnTo>
                    <a:pt x="310375" y="38112"/>
                  </a:lnTo>
                  <a:lnTo>
                    <a:pt x="310375" y="12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524339" y="5188962"/>
              <a:ext cx="177850" cy="2435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54608" y="5201601"/>
              <a:ext cx="232528" cy="25273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247383" y="4497832"/>
              <a:ext cx="111125" cy="429895"/>
            </a:xfrm>
            <a:custGeom>
              <a:avLst/>
              <a:gdLst/>
              <a:ahLst/>
              <a:cxnLst/>
              <a:rect l="l" t="t" r="r" b="b"/>
              <a:pathLst>
                <a:path w="111125" h="429895">
                  <a:moveTo>
                    <a:pt x="55308" y="37664"/>
                  </a:moveTo>
                  <a:lnTo>
                    <a:pt x="45846" y="53884"/>
                  </a:lnTo>
                  <a:lnTo>
                    <a:pt x="45846" y="429768"/>
                  </a:lnTo>
                  <a:lnTo>
                    <a:pt x="64896" y="429768"/>
                  </a:lnTo>
                  <a:lnTo>
                    <a:pt x="64896" y="53884"/>
                  </a:lnTo>
                  <a:lnTo>
                    <a:pt x="55308" y="37664"/>
                  </a:lnTo>
                  <a:close/>
                </a:path>
                <a:path w="111125" h="429895">
                  <a:moveTo>
                    <a:pt x="55371" y="0"/>
                  </a:moveTo>
                  <a:lnTo>
                    <a:pt x="2666" y="90297"/>
                  </a:lnTo>
                  <a:lnTo>
                    <a:pt x="0" y="94742"/>
                  </a:lnTo>
                  <a:lnTo>
                    <a:pt x="1524" y="100584"/>
                  </a:lnTo>
                  <a:lnTo>
                    <a:pt x="10667" y="105918"/>
                  </a:lnTo>
                  <a:lnTo>
                    <a:pt x="16510" y="104394"/>
                  </a:lnTo>
                  <a:lnTo>
                    <a:pt x="19050" y="99822"/>
                  </a:lnTo>
                  <a:lnTo>
                    <a:pt x="45720" y="54102"/>
                  </a:lnTo>
                  <a:lnTo>
                    <a:pt x="45846" y="18796"/>
                  </a:lnTo>
                  <a:lnTo>
                    <a:pt x="66316" y="18796"/>
                  </a:lnTo>
                  <a:lnTo>
                    <a:pt x="55371" y="0"/>
                  </a:lnTo>
                  <a:close/>
                </a:path>
                <a:path w="111125" h="429895">
                  <a:moveTo>
                    <a:pt x="66316" y="18796"/>
                  </a:moveTo>
                  <a:lnTo>
                    <a:pt x="64896" y="18796"/>
                  </a:lnTo>
                  <a:lnTo>
                    <a:pt x="64896" y="54102"/>
                  </a:lnTo>
                  <a:lnTo>
                    <a:pt x="94233" y="104394"/>
                  </a:lnTo>
                  <a:lnTo>
                    <a:pt x="100075" y="105918"/>
                  </a:lnTo>
                  <a:lnTo>
                    <a:pt x="104520" y="103251"/>
                  </a:lnTo>
                  <a:lnTo>
                    <a:pt x="109092" y="100584"/>
                  </a:lnTo>
                  <a:lnTo>
                    <a:pt x="110616" y="94742"/>
                  </a:lnTo>
                  <a:lnTo>
                    <a:pt x="107950" y="90297"/>
                  </a:lnTo>
                  <a:lnTo>
                    <a:pt x="66316" y="18796"/>
                  </a:lnTo>
                  <a:close/>
                </a:path>
                <a:path w="111125" h="429895">
                  <a:moveTo>
                    <a:pt x="64896" y="18796"/>
                  </a:moveTo>
                  <a:lnTo>
                    <a:pt x="45846" y="18796"/>
                  </a:lnTo>
                  <a:lnTo>
                    <a:pt x="45846" y="53884"/>
                  </a:lnTo>
                  <a:lnTo>
                    <a:pt x="55308" y="37664"/>
                  </a:lnTo>
                  <a:lnTo>
                    <a:pt x="47116" y="23622"/>
                  </a:lnTo>
                  <a:lnTo>
                    <a:pt x="64896" y="23622"/>
                  </a:lnTo>
                  <a:lnTo>
                    <a:pt x="64896" y="18796"/>
                  </a:lnTo>
                  <a:close/>
                </a:path>
                <a:path w="111125" h="429895">
                  <a:moveTo>
                    <a:pt x="64896" y="23622"/>
                  </a:moveTo>
                  <a:lnTo>
                    <a:pt x="63500" y="23622"/>
                  </a:lnTo>
                  <a:lnTo>
                    <a:pt x="55308" y="37664"/>
                  </a:lnTo>
                  <a:lnTo>
                    <a:pt x="64770" y="53884"/>
                  </a:lnTo>
                  <a:lnTo>
                    <a:pt x="64896" y="23622"/>
                  </a:lnTo>
                  <a:close/>
                </a:path>
                <a:path w="111125" h="429895">
                  <a:moveTo>
                    <a:pt x="63500" y="23622"/>
                  </a:moveTo>
                  <a:lnTo>
                    <a:pt x="47116" y="23622"/>
                  </a:lnTo>
                  <a:lnTo>
                    <a:pt x="55308" y="37664"/>
                  </a:lnTo>
                  <a:lnTo>
                    <a:pt x="63500" y="23622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62400" y="2942844"/>
              <a:ext cx="4653153" cy="175577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71644" y="2965640"/>
              <a:ext cx="3031871" cy="64992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54042" y="3096133"/>
              <a:ext cx="4297426" cy="140169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114038" y="5506923"/>
            <a:ext cx="5010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Historiales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59400" y="5506923"/>
            <a:ext cx="1604645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</a:tabLst>
            </a:pP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PLC/IoT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MES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sz="1100" spc="-30" dirty="0">
                <a:latin typeface="Arial"/>
                <a:cs typeface="Arial"/>
              </a:rPr>
              <a:t>Datos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operaciones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(OT)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34453" y="5506923"/>
            <a:ext cx="21780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95" dirty="0">
                <a:solidFill>
                  <a:srgbClr val="4B4B4B"/>
                </a:solidFill>
                <a:latin typeface="Arial"/>
                <a:cs typeface="Arial"/>
              </a:rPr>
              <a:t>QMS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60791" y="5506923"/>
            <a:ext cx="156464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17269" algn="l"/>
              </a:tabLst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CMMS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ERP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30" dirty="0">
                <a:latin typeface="Arial"/>
                <a:cs typeface="Arial"/>
              </a:rPr>
              <a:t>Datos </a:t>
            </a:r>
            <a:r>
              <a:rPr sz="1100" spc="-20" dirty="0">
                <a:latin typeface="Arial"/>
                <a:cs typeface="Arial"/>
              </a:rPr>
              <a:t>convencionales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(IT)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278871" y="5506923"/>
            <a:ext cx="1541145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0460" algn="l"/>
              </a:tabLst>
            </a:pP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Simulación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Archivos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1100" spc="-30" dirty="0">
                <a:latin typeface="Arial"/>
                <a:cs typeface="Arial"/>
              </a:rPr>
              <a:t>Datos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ingeniería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(ET)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35677" y="3149600"/>
            <a:ext cx="25330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65" dirty="0">
                <a:solidFill>
                  <a:srgbClr val="FFFFFF"/>
                </a:solidFill>
                <a:latin typeface="Arial"/>
                <a:cs typeface="Arial"/>
              </a:rPr>
              <a:t>Gobernanza,</a:t>
            </a:r>
            <a:r>
              <a:rPr sz="11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de acceso,</a:t>
            </a:r>
            <a:r>
              <a:rPr sz="11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FFFFFF"/>
                </a:solidFill>
                <a:latin typeface="Arial"/>
                <a:cs typeface="Arial"/>
              </a:rPr>
              <a:t>API,</a:t>
            </a:r>
            <a:r>
              <a:rPr sz="11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Arial"/>
                <a:cs typeface="Arial"/>
              </a:rPr>
              <a:t>SDK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13910" y="1796923"/>
            <a:ext cx="3152140" cy="39560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 marR="391160" indent="161290">
              <a:lnSpc>
                <a:spcPts val="940"/>
              </a:lnSpc>
              <a:spcBef>
                <a:spcPts val="150"/>
              </a:spcBef>
              <a:tabLst>
                <a:tab pos="1607185" algn="l"/>
              </a:tabLst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Solución</a:t>
            </a:r>
            <a:r>
              <a:rPr sz="8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industrial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 de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200" spc="-30" baseline="3472" dirty="0">
                <a:solidFill>
                  <a:srgbClr val="4B4B4B"/>
                </a:solidFill>
                <a:latin typeface="Arial"/>
                <a:cs typeface="Arial"/>
              </a:rPr>
              <a:t>Solución</a:t>
            </a:r>
            <a:r>
              <a:rPr sz="1200" spc="-97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aseline="3472" dirty="0">
                <a:solidFill>
                  <a:srgbClr val="4B4B4B"/>
                </a:solidFill>
                <a:latin typeface="Arial"/>
                <a:cs typeface="Arial"/>
              </a:rPr>
              <a:t>industrial</a:t>
            </a:r>
            <a:r>
              <a:rPr sz="1200" spc="-37" baseline="3472" dirty="0">
                <a:solidFill>
                  <a:srgbClr val="4B4B4B"/>
                </a:solidFill>
                <a:latin typeface="Arial"/>
                <a:cs typeface="Arial"/>
              </a:rPr>
              <a:t> de</a:t>
            </a:r>
            <a:r>
              <a:rPr sz="1200" spc="-30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8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Automation</a:t>
            </a:r>
            <a:r>
              <a:rPr sz="8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4B4B4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Lotes</a:t>
            </a:r>
            <a:r>
              <a:rPr sz="800" spc="260" dirty="0">
                <a:solidFill>
                  <a:srgbClr val="4B4B4B"/>
                </a:solidFill>
                <a:latin typeface="Arial"/>
                <a:cs typeface="Arial"/>
              </a:rPr>
              <a:t>  </a:t>
            </a:r>
            <a:r>
              <a:rPr sz="1200" spc="-30" baseline="3472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1200" spc="-89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spc="-15" baseline="3472" dirty="0">
                <a:solidFill>
                  <a:srgbClr val="4B4B4B"/>
                </a:solidFill>
                <a:latin typeface="Arial"/>
                <a:cs typeface="Arial"/>
              </a:rPr>
              <a:t>Automation</a:t>
            </a:r>
            <a:r>
              <a:rPr sz="1200" spc="-97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spc="75" baseline="3472" dirty="0">
                <a:solidFill>
                  <a:srgbClr val="4B4B4B"/>
                </a:solidFill>
                <a:latin typeface="Arial"/>
                <a:cs typeface="Arial"/>
              </a:rPr>
              <a:t>-</a:t>
            </a:r>
            <a:r>
              <a:rPr sz="1200" spc="-44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spc="-15" baseline="3472" dirty="0">
                <a:solidFill>
                  <a:srgbClr val="4B4B4B"/>
                </a:solidFill>
                <a:latin typeface="Arial"/>
                <a:cs typeface="Arial"/>
              </a:rPr>
              <a:t>Activos</a:t>
            </a:r>
            <a:endParaRPr sz="1200" baseline="3472">
              <a:latin typeface="Arial"/>
              <a:cs typeface="Arial"/>
            </a:endParaRPr>
          </a:p>
          <a:p>
            <a:pPr marL="135255">
              <a:lnSpc>
                <a:spcPts val="980"/>
              </a:lnSpc>
              <a:tabLst>
                <a:tab pos="1491615" algn="l"/>
              </a:tabLst>
            </a:pPr>
            <a:r>
              <a:rPr sz="800" spc="-20" dirty="0">
                <a:solidFill>
                  <a:srgbClr val="4B4B4B"/>
                </a:solidFill>
                <a:latin typeface="Arial"/>
                <a:cs typeface="Arial"/>
              </a:rPr>
              <a:t>Analítica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B4B4B"/>
                </a:solidFill>
                <a:latin typeface="Arial"/>
                <a:cs typeface="Arial"/>
              </a:rPr>
              <a:t>rendimiento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200" spc="-15" baseline="3472" dirty="0">
                <a:solidFill>
                  <a:srgbClr val="4B4B4B"/>
                </a:solidFill>
                <a:latin typeface="Arial"/>
                <a:cs typeface="Arial"/>
              </a:rPr>
              <a:t>Inteligencia</a:t>
            </a:r>
            <a:r>
              <a:rPr sz="1200" spc="-142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spc="-37" baseline="3472" dirty="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sz="1200" spc="-82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spc="-37" baseline="3472" dirty="0">
                <a:solidFill>
                  <a:srgbClr val="4B4B4B"/>
                </a:solidFill>
                <a:latin typeface="Arial"/>
                <a:cs typeface="Arial"/>
              </a:rPr>
              <a:t>la</a:t>
            </a:r>
            <a:r>
              <a:rPr sz="1200" spc="-89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200" baseline="3472" dirty="0">
                <a:solidFill>
                  <a:srgbClr val="4B4B4B"/>
                </a:solidFill>
                <a:latin typeface="Arial"/>
                <a:cs typeface="Arial"/>
              </a:rPr>
              <a:t>minería</a:t>
            </a:r>
            <a:r>
              <a:rPr sz="1200" spc="615" baseline="3472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575" spc="-15" baseline="-7936" dirty="0">
                <a:solidFill>
                  <a:srgbClr val="4B4B4B"/>
                </a:solidFill>
                <a:latin typeface="Arial"/>
                <a:cs typeface="Arial"/>
              </a:rPr>
              <a:t>...más</a:t>
            </a:r>
            <a:endParaRPr sz="1575" baseline="-7936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8530" y="1303146"/>
            <a:ext cx="1192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00ADEE"/>
                </a:solidFill>
                <a:latin typeface="Arial"/>
                <a:cs typeface="Arial"/>
              </a:rPr>
              <a:t>Soluciones</a:t>
            </a:r>
            <a:r>
              <a:rPr sz="900" b="1" spc="-35" dirty="0">
                <a:solidFill>
                  <a:srgbClr val="00ADEE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00ADEE"/>
                </a:solidFill>
                <a:latin typeface="Arial"/>
                <a:cs typeface="Arial"/>
              </a:rPr>
              <a:t>industriales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76237" y="1020622"/>
            <a:ext cx="6941820" cy="3484245"/>
            <a:chOff x="376237" y="1020622"/>
            <a:chExt cx="6941820" cy="3484245"/>
          </a:xfrm>
        </p:grpSpPr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3108" y="1040942"/>
              <a:ext cx="1028407" cy="77528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19142" y="1066571"/>
              <a:ext cx="932091" cy="67929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70803" y="1040942"/>
              <a:ext cx="1029919" cy="77528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97982" y="1066571"/>
              <a:ext cx="932091" cy="67929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49473" y="2586608"/>
              <a:ext cx="242696" cy="191782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8479" y="1659928"/>
              <a:ext cx="1206220" cy="2501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81000" y="1025385"/>
              <a:ext cx="6932295" cy="1200150"/>
            </a:xfrm>
            <a:custGeom>
              <a:avLst/>
              <a:gdLst/>
              <a:ahLst/>
              <a:cxnLst/>
              <a:rect l="l" t="t" r="r" b="b"/>
              <a:pathLst>
                <a:path w="6932295" h="1200150">
                  <a:moveTo>
                    <a:pt x="0" y="1199527"/>
                  </a:moveTo>
                  <a:lnTo>
                    <a:pt x="6932168" y="1199527"/>
                  </a:lnTo>
                  <a:lnTo>
                    <a:pt x="6932168" y="0"/>
                  </a:lnTo>
                  <a:lnTo>
                    <a:pt x="0" y="0"/>
                  </a:lnTo>
                  <a:lnTo>
                    <a:pt x="0" y="1199527"/>
                  </a:lnTo>
                  <a:close/>
                </a:path>
              </a:pathLst>
            </a:custGeom>
            <a:ln w="9525">
              <a:solidFill>
                <a:srgbClr val="CD16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74848" y="1842897"/>
            <a:ext cx="91122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indent="24511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Gestor</a:t>
            </a:r>
            <a:r>
              <a:rPr sz="800" spc="-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800" spc="5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4B4B4B"/>
                </a:solidFill>
                <a:latin typeface="Arial"/>
                <a:cs typeface="Arial"/>
              </a:rPr>
              <a:t>FactoryTalk®</a:t>
            </a:r>
            <a:r>
              <a:rPr sz="8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4B4B4B"/>
                </a:solidFill>
                <a:latin typeface="Arial"/>
                <a:cs typeface="Arial"/>
              </a:rPr>
              <a:t>Energy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942844" y="1020622"/>
            <a:ext cx="8853170" cy="1209675"/>
            <a:chOff x="2942844" y="1020622"/>
            <a:chExt cx="8853170" cy="1209675"/>
          </a:xfrm>
        </p:grpSpPr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942844" y="1040942"/>
              <a:ext cx="1023708" cy="77528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969895" y="1066609"/>
              <a:ext cx="925779" cy="67925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376159" y="1025385"/>
              <a:ext cx="4414520" cy="1200150"/>
            </a:xfrm>
            <a:custGeom>
              <a:avLst/>
              <a:gdLst/>
              <a:ahLst/>
              <a:cxnLst/>
              <a:rect l="l" t="t" r="r" b="b"/>
              <a:pathLst>
                <a:path w="4414520" h="1200150">
                  <a:moveTo>
                    <a:pt x="0" y="1199527"/>
                  </a:moveTo>
                  <a:lnTo>
                    <a:pt x="4414520" y="1199527"/>
                  </a:lnTo>
                  <a:lnTo>
                    <a:pt x="4414520" y="0"/>
                  </a:lnTo>
                  <a:lnTo>
                    <a:pt x="0" y="0"/>
                  </a:lnTo>
                  <a:lnTo>
                    <a:pt x="0" y="1199527"/>
                  </a:lnTo>
                  <a:close/>
                </a:path>
              </a:pathLst>
            </a:custGeom>
            <a:ln w="9525">
              <a:solidFill>
                <a:srgbClr val="4B4B4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783189" y="1100709"/>
            <a:ext cx="929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11125" algn="r">
              <a:lnSpc>
                <a:spcPct val="100000"/>
              </a:lnSpc>
              <a:spcBef>
                <a:spcPts val="100"/>
              </a:spcBef>
            </a:pPr>
            <a:r>
              <a:rPr sz="900" b="1" spc="-4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r>
              <a:rPr sz="900" b="1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900" b="1" spc="-40" dirty="0">
                <a:solidFill>
                  <a:srgbClr val="4B4B4B"/>
                </a:solidFill>
                <a:latin typeface="Arial"/>
                <a:cs typeface="Arial"/>
              </a:rPr>
              <a:t>cualquier</a:t>
            </a:r>
            <a:r>
              <a:rPr sz="900" b="1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B4B4B"/>
                </a:solidFill>
                <a:latin typeface="Arial"/>
                <a:cs typeface="Arial"/>
              </a:rPr>
              <a:t>fuente </a:t>
            </a:r>
            <a:r>
              <a:rPr sz="900" spc="-20" dirty="0">
                <a:solidFill>
                  <a:srgbClr val="4B4B4B"/>
                </a:solidFill>
                <a:latin typeface="Arial"/>
                <a:cs typeface="Arial"/>
              </a:rPr>
              <a:t>(Independiente</a:t>
            </a:r>
            <a:r>
              <a:rPr sz="900" spc="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B4B4B"/>
                </a:solidFill>
                <a:latin typeface="Arial"/>
                <a:cs typeface="Arial"/>
              </a:rPr>
              <a:t>del</a:t>
            </a:r>
            <a:endParaRPr sz="9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</a:pPr>
            <a:r>
              <a:rPr sz="900" spc="-10" dirty="0">
                <a:solidFill>
                  <a:srgbClr val="4B4B4B"/>
                </a:solidFill>
                <a:latin typeface="Arial"/>
                <a:cs typeface="Arial"/>
              </a:rPr>
              <a:t>proveedor)</a:t>
            </a:r>
            <a:endParaRPr sz="9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722229" y="1984375"/>
            <a:ext cx="3670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4B4B4B"/>
                </a:solidFill>
                <a:latin typeface="Arial"/>
                <a:cs typeface="Arial"/>
              </a:rPr>
              <a:t>...más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25131" y="1849881"/>
            <a:ext cx="2738120" cy="3073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02870" marR="30480" indent="-78105">
              <a:lnSpc>
                <a:spcPts val="1019"/>
              </a:lnSpc>
              <a:spcBef>
                <a:spcPts val="280"/>
              </a:spcBef>
              <a:tabLst>
                <a:tab pos="966469" algn="l"/>
                <a:tab pos="1304925" algn="l"/>
                <a:tab pos="2080260" algn="l"/>
                <a:tab pos="2228215" algn="l"/>
              </a:tabLst>
            </a:pPr>
            <a:r>
              <a:rPr sz="1500" spc="-37" baseline="11111" dirty="0">
                <a:solidFill>
                  <a:srgbClr val="4B4B4B"/>
                </a:solidFill>
                <a:latin typeface="Arial"/>
                <a:cs typeface="Arial"/>
              </a:rPr>
              <a:t>Poco</a:t>
            </a:r>
            <a:r>
              <a:rPr sz="1500" spc="-60" baseline="11111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500" spc="-15" baseline="11111" dirty="0">
                <a:solidFill>
                  <a:srgbClr val="4B4B4B"/>
                </a:solidFill>
                <a:latin typeface="Arial"/>
                <a:cs typeface="Arial"/>
              </a:rPr>
              <a:t>código/</a:t>
            </a:r>
            <a:r>
              <a:rPr sz="1500" baseline="11111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500" spc="-15" baseline="5555" dirty="0">
                <a:solidFill>
                  <a:srgbClr val="4B4B4B"/>
                </a:solidFill>
                <a:latin typeface="Arial"/>
                <a:cs typeface="Arial"/>
              </a:rPr>
              <a:t>Seguimiento</a:t>
            </a:r>
            <a:r>
              <a:rPr sz="1500" spc="-60" baseline="55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500" spc="-37" baseline="555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500" baseline="5555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000" spc="-35" dirty="0">
                <a:solidFill>
                  <a:srgbClr val="4B4B4B"/>
                </a:solidFill>
                <a:latin typeface="Arial"/>
                <a:cs typeface="Arial"/>
              </a:rPr>
              <a:t>Modelos</a:t>
            </a:r>
            <a:r>
              <a:rPr sz="1000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000" spc="-35" dirty="0">
                <a:solidFill>
                  <a:srgbClr val="4B4B4B"/>
                </a:solidFill>
                <a:latin typeface="Arial"/>
                <a:cs typeface="Arial"/>
              </a:rPr>
              <a:t>Sin</a:t>
            </a:r>
            <a:r>
              <a:rPr sz="10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código</a:t>
            </a:r>
            <a:r>
              <a:rPr sz="1000" dirty="0">
                <a:solidFill>
                  <a:srgbClr val="4B4B4B"/>
                </a:solidFill>
                <a:latin typeface="Arial"/>
                <a:cs typeface="Arial"/>
              </a:rPr>
              <a:t>		</a:t>
            </a:r>
            <a:r>
              <a:rPr sz="1500" spc="-37" baseline="-5555" dirty="0">
                <a:solidFill>
                  <a:srgbClr val="4B4B4B"/>
                </a:solidFill>
                <a:latin typeface="Arial"/>
                <a:cs typeface="Arial"/>
              </a:rPr>
              <a:t>KPI</a:t>
            </a:r>
            <a:r>
              <a:rPr sz="1500" baseline="-5555" dirty="0">
                <a:solidFill>
                  <a:srgbClr val="4B4B4B"/>
                </a:solidFill>
                <a:latin typeface="Arial"/>
                <a:cs typeface="Arial"/>
              </a:rPr>
              <a:t>		</a:t>
            </a:r>
            <a:r>
              <a:rPr sz="1500" spc="-30" baseline="-11111" dirty="0">
                <a:solidFill>
                  <a:srgbClr val="4B4B4B"/>
                </a:solidFill>
                <a:latin typeface="Arial"/>
                <a:cs typeface="Arial"/>
              </a:rPr>
              <a:t>AI/ML</a:t>
            </a:r>
            <a:endParaRPr sz="1500" baseline="-11111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656329" y="1088161"/>
            <a:ext cx="7397750" cy="3294379"/>
            <a:chOff x="3656329" y="1088161"/>
            <a:chExt cx="7397750" cy="3294379"/>
          </a:xfrm>
        </p:grpSpPr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423403" y="1088161"/>
              <a:ext cx="1022197" cy="77378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49184" y="1114170"/>
              <a:ext cx="925779" cy="67665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421623" y="1089685"/>
              <a:ext cx="1022197" cy="77378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447913" y="1115694"/>
              <a:ext cx="925779" cy="67665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424415" y="1098829"/>
              <a:ext cx="1022197" cy="77378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450832" y="1125473"/>
              <a:ext cx="925779" cy="67665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424415" y="1187195"/>
              <a:ext cx="1022197" cy="68529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450958" y="1213891"/>
              <a:ext cx="925296" cy="58823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656330" y="2505836"/>
              <a:ext cx="7397750" cy="241935"/>
            </a:xfrm>
            <a:custGeom>
              <a:avLst/>
              <a:gdLst/>
              <a:ahLst/>
              <a:cxnLst/>
              <a:rect l="l" t="t" r="r" b="b"/>
              <a:pathLst>
                <a:path w="7397750" h="241935">
                  <a:moveTo>
                    <a:pt x="7397750" y="94742"/>
                  </a:moveTo>
                  <a:lnTo>
                    <a:pt x="7395210" y="90297"/>
                  </a:lnTo>
                  <a:lnTo>
                    <a:pt x="7353541" y="18923"/>
                  </a:lnTo>
                  <a:lnTo>
                    <a:pt x="7342505" y="0"/>
                  </a:lnTo>
                  <a:lnTo>
                    <a:pt x="7289800" y="90297"/>
                  </a:lnTo>
                  <a:lnTo>
                    <a:pt x="7287133" y="94742"/>
                  </a:lnTo>
                  <a:lnTo>
                    <a:pt x="7288657" y="100584"/>
                  </a:lnTo>
                  <a:lnTo>
                    <a:pt x="7297801" y="105918"/>
                  </a:lnTo>
                  <a:lnTo>
                    <a:pt x="7303643" y="104394"/>
                  </a:lnTo>
                  <a:lnTo>
                    <a:pt x="7332980" y="54114"/>
                  </a:lnTo>
                  <a:lnTo>
                    <a:pt x="7332980" y="222758"/>
                  </a:lnTo>
                  <a:lnTo>
                    <a:pt x="6270117" y="222758"/>
                  </a:lnTo>
                  <a:lnTo>
                    <a:pt x="6270117" y="54102"/>
                  </a:lnTo>
                  <a:lnTo>
                    <a:pt x="6299454" y="104394"/>
                  </a:lnTo>
                  <a:lnTo>
                    <a:pt x="6305296" y="105918"/>
                  </a:lnTo>
                  <a:lnTo>
                    <a:pt x="6314440" y="100584"/>
                  </a:lnTo>
                  <a:lnTo>
                    <a:pt x="6315964" y="94742"/>
                  </a:lnTo>
                  <a:lnTo>
                    <a:pt x="6313297" y="90297"/>
                  </a:lnTo>
                  <a:lnTo>
                    <a:pt x="6271628" y="18923"/>
                  </a:lnTo>
                  <a:lnTo>
                    <a:pt x="6260592" y="0"/>
                  </a:lnTo>
                  <a:lnTo>
                    <a:pt x="6207887" y="90297"/>
                  </a:lnTo>
                  <a:lnTo>
                    <a:pt x="6205347" y="94742"/>
                  </a:lnTo>
                  <a:lnTo>
                    <a:pt x="6206871" y="100584"/>
                  </a:lnTo>
                  <a:lnTo>
                    <a:pt x="6211316" y="103251"/>
                  </a:lnTo>
                  <a:lnTo>
                    <a:pt x="6215888" y="105918"/>
                  </a:lnTo>
                  <a:lnTo>
                    <a:pt x="6221730" y="104394"/>
                  </a:lnTo>
                  <a:lnTo>
                    <a:pt x="6251067" y="54102"/>
                  </a:lnTo>
                  <a:lnTo>
                    <a:pt x="6251067" y="222758"/>
                  </a:lnTo>
                  <a:lnTo>
                    <a:pt x="5274818" y="222758"/>
                  </a:lnTo>
                  <a:lnTo>
                    <a:pt x="5274818" y="53886"/>
                  </a:lnTo>
                  <a:lnTo>
                    <a:pt x="5274818" y="23622"/>
                  </a:lnTo>
                  <a:lnTo>
                    <a:pt x="5274818" y="18923"/>
                  </a:lnTo>
                  <a:lnTo>
                    <a:pt x="5274945" y="54114"/>
                  </a:lnTo>
                  <a:lnTo>
                    <a:pt x="5304282" y="104394"/>
                  </a:lnTo>
                  <a:lnTo>
                    <a:pt x="5309997" y="105918"/>
                  </a:lnTo>
                  <a:lnTo>
                    <a:pt x="5319141" y="100584"/>
                  </a:lnTo>
                  <a:lnTo>
                    <a:pt x="5320665" y="94742"/>
                  </a:lnTo>
                  <a:lnTo>
                    <a:pt x="5317998" y="90297"/>
                  </a:lnTo>
                  <a:lnTo>
                    <a:pt x="5276329" y="18923"/>
                  </a:lnTo>
                  <a:lnTo>
                    <a:pt x="5265420" y="228"/>
                  </a:lnTo>
                  <a:lnTo>
                    <a:pt x="5265420" y="37782"/>
                  </a:lnTo>
                  <a:lnTo>
                    <a:pt x="5255882" y="53682"/>
                  </a:lnTo>
                  <a:lnTo>
                    <a:pt x="5265293" y="37782"/>
                  </a:lnTo>
                  <a:lnTo>
                    <a:pt x="5257165" y="23622"/>
                  </a:lnTo>
                  <a:lnTo>
                    <a:pt x="5265420" y="37782"/>
                  </a:lnTo>
                  <a:lnTo>
                    <a:pt x="5265420" y="228"/>
                  </a:lnTo>
                  <a:lnTo>
                    <a:pt x="5265293" y="0"/>
                  </a:lnTo>
                  <a:lnTo>
                    <a:pt x="5212715" y="90297"/>
                  </a:lnTo>
                  <a:lnTo>
                    <a:pt x="5210048" y="94742"/>
                  </a:lnTo>
                  <a:lnTo>
                    <a:pt x="5211572" y="100584"/>
                  </a:lnTo>
                  <a:lnTo>
                    <a:pt x="5216144" y="103251"/>
                  </a:lnTo>
                  <a:lnTo>
                    <a:pt x="5220589" y="105918"/>
                  </a:lnTo>
                  <a:lnTo>
                    <a:pt x="5226431" y="104394"/>
                  </a:lnTo>
                  <a:lnTo>
                    <a:pt x="5255768" y="54114"/>
                  </a:lnTo>
                  <a:lnTo>
                    <a:pt x="5255768" y="222758"/>
                  </a:lnTo>
                  <a:lnTo>
                    <a:pt x="4260977" y="222758"/>
                  </a:lnTo>
                  <a:lnTo>
                    <a:pt x="4260977" y="53886"/>
                  </a:lnTo>
                  <a:lnTo>
                    <a:pt x="4260977" y="23622"/>
                  </a:lnTo>
                  <a:lnTo>
                    <a:pt x="4260977" y="18923"/>
                  </a:lnTo>
                  <a:lnTo>
                    <a:pt x="4261104" y="54102"/>
                  </a:lnTo>
                  <a:lnTo>
                    <a:pt x="4290441" y="104394"/>
                  </a:lnTo>
                  <a:lnTo>
                    <a:pt x="4296283" y="105918"/>
                  </a:lnTo>
                  <a:lnTo>
                    <a:pt x="4300728" y="103251"/>
                  </a:lnTo>
                  <a:lnTo>
                    <a:pt x="4305300" y="100584"/>
                  </a:lnTo>
                  <a:lnTo>
                    <a:pt x="4306824" y="94742"/>
                  </a:lnTo>
                  <a:lnTo>
                    <a:pt x="4304157" y="90297"/>
                  </a:lnTo>
                  <a:lnTo>
                    <a:pt x="4262488" y="18923"/>
                  </a:lnTo>
                  <a:lnTo>
                    <a:pt x="4251452" y="0"/>
                  </a:lnTo>
                  <a:lnTo>
                    <a:pt x="4198874" y="90297"/>
                  </a:lnTo>
                  <a:lnTo>
                    <a:pt x="4196207" y="94742"/>
                  </a:lnTo>
                  <a:lnTo>
                    <a:pt x="4197731" y="100584"/>
                  </a:lnTo>
                  <a:lnTo>
                    <a:pt x="4202303" y="103251"/>
                  </a:lnTo>
                  <a:lnTo>
                    <a:pt x="4206748" y="105918"/>
                  </a:lnTo>
                  <a:lnTo>
                    <a:pt x="4212590" y="104394"/>
                  </a:lnTo>
                  <a:lnTo>
                    <a:pt x="4241927" y="54102"/>
                  </a:lnTo>
                  <a:lnTo>
                    <a:pt x="4241927" y="53886"/>
                  </a:lnTo>
                  <a:lnTo>
                    <a:pt x="4251452" y="37782"/>
                  </a:lnTo>
                  <a:lnTo>
                    <a:pt x="4243324" y="23622"/>
                  </a:lnTo>
                  <a:lnTo>
                    <a:pt x="4251579" y="37782"/>
                  </a:lnTo>
                  <a:lnTo>
                    <a:pt x="4242054" y="53886"/>
                  </a:lnTo>
                  <a:lnTo>
                    <a:pt x="4241927" y="222758"/>
                  </a:lnTo>
                  <a:lnTo>
                    <a:pt x="3271266" y="222758"/>
                  </a:lnTo>
                  <a:lnTo>
                    <a:pt x="3271266" y="54102"/>
                  </a:lnTo>
                  <a:lnTo>
                    <a:pt x="3300603" y="104394"/>
                  </a:lnTo>
                  <a:lnTo>
                    <a:pt x="3306445" y="105918"/>
                  </a:lnTo>
                  <a:lnTo>
                    <a:pt x="3315589" y="100584"/>
                  </a:lnTo>
                  <a:lnTo>
                    <a:pt x="3317113" y="94742"/>
                  </a:lnTo>
                  <a:lnTo>
                    <a:pt x="3314446" y="90297"/>
                  </a:lnTo>
                  <a:lnTo>
                    <a:pt x="3272777" y="18923"/>
                  </a:lnTo>
                  <a:lnTo>
                    <a:pt x="3271266" y="16332"/>
                  </a:lnTo>
                  <a:lnTo>
                    <a:pt x="3271266" y="23622"/>
                  </a:lnTo>
                  <a:lnTo>
                    <a:pt x="3271266" y="53886"/>
                  </a:lnTo>
                  <a:lnTo>
                    <a:pt x="3271139" y="53682"/>
                  </a:lnTo>
                  <a:lnTo>
                    <a:pt x="3271266" y="23622"/>
                  </a:lnTo>
                  <a:lnTo>
                    <a:pt x="3271266" y="16332"/>
                  </a:lnTo>
                  <a:lnTo>
                    <a:pt x="3261741" y="0"/>
                  </a:lnTo>
                  <a:lnTo>
                    <a:pt x="3209036" y="90297"/>
                  </a:lnTo>
                  <a:lnTo>
                    <a:pt x="3206496" y="94742"/>
                  </a:lnTo>
                  <a:lnTo>
                    <a:pt x="3208020" y="100584"/>
                  </a:lnTo>
                  <a:lnTo>
                    <a:pt x="3212465" y="103251"/>
                  </a:lnTo>
                  <a:lnTo>
                    <a:pt x="3217037" y="105918"/>
                  </a:lnTo>
                  <a:lnTo>
                    <a:pt x="3222879" y="104394"/>
                  </a:lnTo>
                  <a:lnTo>
                    <a:pt x="3252216" y="54102"/>
                  </a:lnTo>
                  <a:lnTo>
                    <a:pt x="3252216" y="53886"/>
                  </a:lnTo>
                  <a:lnTo>
                    <a:pt x="3261741" y="37782"/>
                  </a:lnTo>
                  <a:lnTo>
                    <a:pt x="3252343" y="53886"/>
                  </a:lnTo>
                  <a:lnTo>
                    <a:pt x="3252216" y="222758"/>
                  </a:lnTo>
                  <a:lnTo>
                    <a:pt x="2193798" y="222758"/>
                  </a:lnTo>
                  <a:lnTo>
                    <a:pt x="2193798" y="54114"/>
                  </a:lnTo>
                  <a:lnTo>
                    <a:pt x="2223135" y="104394"/>
                  </a:lnTo>
                  <a:lnTo>
                    <a:pt x="2228977" y="105918"/>
                  </a:lnTo>
                  <a:lnTo>
                    <a:pt x="2238121" y="100584"/>
                  </a:lnTo>
                  <a:lnTo>
                    <a:pt x="2239645" y="94742"/>
                  </a:lnTo>
                  <a:lnTo>
                    <a:pt x="2236978" y="90297"/>
                  </a:lnTo>
                  <a:lnTo>
                    <a:pt x="2195309" y="18923"/>
                  </a:lnTo>
                  <a:lnTo>
                    <a:pt x="2184273" y="0"/>
                  </a:lnTo>
                  <a:lnTo>
                    <a:pt x="2131568" y="90297"/>
                  </a:lnTo>
                  <a:lnTo>
                    <a:pt x="2129028" y="94742"/>
                  </a:lnTo>
                  <a:lnTo>
                    <a:pt x="2130552" y="100584"/>
                  </a:lnTo>
                  <a:lnTo>
                    <a:pt x="2134997" y="103251"/>
                  </a:lnTo>
                  <a:lnTo>
                    <a:pt x="2139569" y="105918"/>
                  </a:lnTo>
                  <a:lnTo>
                    <a:pt x="2145411" y="104394"/>
                  </a:lnTo>
                  <a:lnTo>
                    <a:pt x="2174748" y="54114"/>
                  </a:lnTo>
                  <a:lnTo>
                    <a:pt x="2174748" y="53886"/>
                  </a:lnTo>
                  <a:lnTo>
                    <a:pt x="2184273" y="37782"/>
                  </a:lnTo>
                  <a:lnTo>
                    <a:pt x="2174875" y="53886"/>
                  </a:lnTo>
                  <a:lnTo>
                    <a:pt x="2174748" y="222758"/>
                  </a:lnTo>
                  <a:lnTo>
                    <a:pt x="1201420" y="222758"/>
                  </a:lnTo>
                  <a:lnTo>
                    <a:pt x="1201420" y="54102"/>
                  </a:lnTo>
                  <a:lnTo>
                    <a:pt x="1230757" y="104394"/>
                  </a:lnTo>
                  <a:lnTo>
                    <a:pt x="1236599" y="105918"/>
                  </a:lnTo>
                  <a:lnTo>
                    <a:pt x="1245743" y="100584"/>
                  </a:lnTo>
                  <a:lnTo>
                    <a:pt x="1247267" y="94742"/>
                  </a:lnTo>
                  <a:lnTo>
                    <a:pt x="1244600" y="90297"/>
                  </a:lnTo>
                  <a:lnTo>
                    <a:pt x="1202931" y="18923"/>
                  </a:lnTo>
                  <a:lnTo>
                    <a:pt x="1191895" y="0"/>
                  </a:lnTo>
                  <a:lnTo>
                    <a:pt x="1139190" y="90297"/>
                  </a:lnTo>
                  <a:lnTo>
                    <a:pt x="1136523" y="94742"/>
                  </a:lnTo>
                  <a:lnTo>
                    <a:pt x="1138047" y="100584"/>
                  </a:lnTo>
                  <a:lnTo>
                    <a:pt x="1147191" y="105918"/>
                  </a:lnTo>
                  <a:lnTo>
                    <a:pt x="1153033" y="104394"/>
                  </a:lnTo>
                  <a:lnTo>
                    <a:pt x="1182370" y="54102"/>
                  </a:lnTo>
                  <a:lnTo>
                    <a:pt x="1182370" y="222758"/>
                  </a:lnTo>
                  <a:lnTo>
                    <a:pt x="64897" y="222758"/>
                  </a:lnTo>
                  <a:lnTo>
                    <a:pt x="64897" y="54114"/>
                  </a:lnTo>
                  <a:lnTo>
                    <a:pt x="94234" y="104394"/>
                  </a:lnTo>
                  <a:lnTo>
                    <a:pt x="100076" y="105918"/>
                  </a:lnTo>
                  <a:lnTo>
                    <a:pt x="109220" y="100584"/>
                  </a:lnTo>
                  <a:lnTo>
                    <a:pt x="110744" y="94742"/>
                  </a:lnTo>
                  <a:lnTo>
                    <a:pt x="108077" y="90297"/>
                  </a:lnTo>
                  <a:lnTo>
                    <a:pt x="66408" y="18923"/>
                  </a:lnTo>
                  <a:lnTo>
                    <a:pt x="55372" y="0"/>
                  </a:lnTo>
                  <a:lnTo>
                    <a:pt x="2667" y="90297"/>
                  </a:lnTo>
                  <a:lnTo>
                    <a:pt x="0" y="94742"/>
                  </a:lnTo>
                  <a:lnTo>
                    <a:pt x="1524" y="100584"/>
                  </a:lnTo>
                  <a:lnTo>
                    <a:pt x="10668" y="105918"/>
                  </a:lnTo>
                  <a:lnTo>
                    <a:pt x="16510" y="104394"/>
                  </a:lnTo>
                  <a:lnTo>
                    <a:pt x="45834" y="54114"/>
                  </a:lnTo>
                  <a:lnTo>
                    <a:pt x="45847" y="18923"/>
                  </a:lnTo>
                  <a:lnTo>
                    <a:pt x="45847" y="54114"/>
                  </a:lnTo>
                  <a:lnTo>
                    <a:pt x="55359" y="37782"/>
                  </a:lnTo>
                  <a:lnTo>
                    <a:pt x="45847" y="54114"/>
                  </a:lnTo>
                  <a:lnTo>
                    <a:pt x="45847" y="237490"/>
                  </a:lnTo>
                  <a:lnTo>
                    <a:pt x="50165" y="241808"/>
                  </a:lnTo>
                  <a:lnTo>
                    <a:pt x="1186688" y="241808"/>
                  </a:lnTo>
                  <a:lnTo>
                    <a:pt x="2179066" y="241808"/>
                  </a:lnTo>
                  <a:lnTo>
                    <a:pt x="7347712" y="241808"/>
                  </a:lnTo>
                  <a:lnTo>
                    <a:pt x="7352030" y="237490"/>
                  </a:lnTo>
                  <a:lnTo>
                    <a:pt x="7352030" y="232283"/>
                  </a:lnTo>
                  <a:lnTo>
                    <a:pt x="7352030" y="222758"/>
                  </a:lnTo>
                  <a:lnTo>
                    <a:pt x="7352030" y="54114"/>
                  </a:lnTo>
                  <a:lnTo>
                    <a:pt x="7381367" y="104394"/>
                  </a:lnTo>
                  <a:lnTo>
                    <a:pt x="7387209" y="105918"/>
                  </a:lnTo>
                  <a:lnTo>
                    <a:pt x="7391781" y="103251"/>
                  </a:lnTo>
                  <a:lnTo>
                    <a:pt x="7396226" y="100584"/>
                  </a:lnTo>
                  <a:lnTo>
                    <a:pt x="7397750" y="94742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97425" y="4107687"/>
              <a:ext cx="4006215" cy="274320"/>
            </a:xfrm>
            <a:custGeom>
              <a:avLst/>
              <a:gdLst/>
              <a:ahLst/>
              <a:cxnLst/>
              <a:rect l="l" t="t" r="r" b="b"/>
              <a:pathLst>
                <a:path w="4006215" h="274320">
                  <a:moveTo>
                    <a:pt x="3868674" y="0"/>
                  </a:moveTo>
                  <a:lnTo>
                    <a:pt x="137160" y="0"/>
                  </a:lnTo>
                  <a:lnTo>
                    <a:pt x="93780" y="6998"/>
                  </a:lnTo>
                  <a:lnTo>
                    <a:pt x="56125" y="26481"/>
                  </a:lnTo>
                  <a:lnTo>
                    <a:pt x="26444" y="56180"/>
                  </a:lnTo>
                  <a:lnTo>
                    <a:pt x="6986" y="93829"/>
                  </a:lnTo>
                  <a:lnTo>
                    <a:pt x="0" y="137160"/>
                  </a:lnTo>
                  <a:lnTo>
                    <a:pt x="6986" y="180539"/>
                  </a:lnTo>
                  <a:lnTo>
                    <a:pt x="26444" y="218194"/>
                  </a:lnTo>
                  <a:lnTo>
                    <a:pt x="56125" y="247875"/>
                  </a:lnTo>
                  <a:lnTo>
                    <a:pt x="93780" y="267333"/>
                  </a:lnTo>
                  <a:lnTo>
                    <a:pt x="137160" y="274319"/>
                  </a:lnTo>
                  <a:lnTo>
                    <a:pt x="3868674" y="274319"/>
                  </a:lnTo>
                  <a:lnTo>
                    <a:pt x="3912004" y="267333"/>
                  </a:lnTo>
                  <a:lnTo>
                    <a:pt x="3949653" y="247875"/>
                  </a:lnTo>
                  <a:lnTo>
                    <a:pt x="3979352" y="218194"/>
                  </a:lnTo>
                  <a:lnTo>
                    <a:pt x="3998835" y="180539"/>
                  </a:lnTo>
                  <a:lnTo>
                    <a:pt x="4005833" y="137160"/>
                  </a:lnTo>
                  <a:lnTo>
                    <a:pt x="3998835" y="93829"/>
                  </a:lnTo>
                  <a:lnTo>
                    <a:pt x="3979352" y="56180"/>
                  </a:lnTo>
                  <a:lnTo>
                    <a:pt x="3949653" y="26481"/>
                  </a:lnTo>
                  <a:lnTo>
                    <a:pt x="3912004" y="6998"/>
                  </a:lnTo>
                  <a:lnTo>
                    <a:pt x="38686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8561578" y="2912110"/>
            <a:ext cx="3146425" cy="315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Integre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datos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procedentes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fuentes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OT,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IT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y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30" dirty="0">
                <a:latin typeface="Arial"/>
                <a:cs typeface="Arial"/>
              </a:rPr>
              <a:t>Amplíe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valor</a:t>
            </a:r>
            <a:r>
              <a:rPr sz="800" spc="-5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conectando</a:t>
            </a:r>
            <a:r>
              <a:rPr sz="800" spc="-80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y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contextualizando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datos</a:t>
            </a:r>
            <a:endParaRPr sz="8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561578" y="3323589"/>
            <a:ext cx="31686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latin typeface="Arial"/>
                <a:cs typeface="Arial"/>
              </a:rPr>
              <a:t>Aplique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gobernanza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conjuntos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datos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diversos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561578" y="3491229"/>
            <a:ext cx="2819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rial"/>
                <a:cs typeface="Arial"/>
              </a:rPr>
              <a:t>Los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datos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confiables</a:t>
            </a:r>
            <a:r>
              <a:rPr sz="800" spc="-75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se </a:t>
            </a:r>
            <a:r>
              <a:rPr sz="800" spc="-35" dirty="0">
                <a:latin typeface="Arial"/>
                <a:cs typeface="Arial"/>
              </a:rPr>
              <a:t>usan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más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frecuencia</a:t>
            </a:r>
            <a:r>
              <a:rPr sz="800" spc="-7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a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menor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costo</a:t>
            </a:r>
            <a:endParaRPr sz="8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561578" y="3734765"/>
            <a:ext cx="2910840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35" dirty="0">
                <a:latin typeface="Arial"/>
                <a:cs typeface="Arial"/>
              </a:rPr>
              <a:t>Despliegue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más </a:t>
            </a:r>
            <a:r>
              <a:rPr sz="1100" spc="-20" dirty="0">
                <a:latin typeface="Arial"/>
                <a:cs typeface="Arial"/>
              </a:rPr>
              <a:t>soluciones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mayor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rapidez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800" spc="-25" dirty="0">
                <a:latin typeface="Arial"/>
                <a:cs typeface="Arial"/>
              </a:rPr>
              <a:t>Datos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en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un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solo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lugar </a:t>
            </a:r>
            <a:r>
              <a:rPr sz="800" spc="-10" dirty="0">
                <a:latin typeface="Arial"/>
                <a:cs typeface="Arial"/>
              </a:rPr>
              <a:t>con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interoperabilidad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para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una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arquitectura moderna</a:t>
            </a:r>
            <a:endParaRPr sz="8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561578" y="4268851"/>
            <a:ext cx="26060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Automatice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el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modelado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datos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y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activos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30" dirty="0">
                <a:latin typeface="Arial"/>
                <a:cs typeface="Arial"/>
              </a:rPr>
              <a:t>Amplíe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sitios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mayor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eficacia</a:t>
            </a:r>
            <a:endParaRPr sz="8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726685" y="4156964"/>
            <a:ext cx="3146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Integración,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B4B4B"/>
                </a:solidFill>
                <a:latin typeface="Arial"/>
                <a:cs typeface="Arial"/>
              </a:rPr>
              <a:t>transformación</a:t>
            </a:r>
            <a:r>
              <a:rPr sz="10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r>
              <a:rPr sz="10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B4B4B"/>
                </a:solidFill>
                <a:latin typeface="Arial"/>
                <a:cs typeface="Arial"/>
              </a:rPr>
              <a:t>contextualización</a:t>
            </a:r>
            <a:r>
              <a:rPr sz="1000" spc="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000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297426" y="3800983"/>
            <a:ext cx="4006215" cy="274320"/>
          </a:xfrm>
          <a:custGeom>
            <a:avLst/>
            <a:gdLst/>
            <a:ahLst/>
            <a:cxnLst/>
            <a:rect l="l" t="t" r="r" b="b"/>
            <a:pathLst>
              <a:path w="4006215" h="274320">
                <a:moveTo>
                  <a:pt x="3868674" y="0"/>
                </a:moveTo>
                <a:lnTo>
                  <a:pt x="137160" y="0"/>
                </a:lnTo>
                <a:lnTo>
                  <a:pt x="93780" y="6998"/>
                </a:lnTo>
                <a:lnTo>
                  <a:pt x="56125" y="26481"/>
                </a:lnTo>
                <a:lnTo>
                  <a:pt x="26444" y="56180"/>
                </a:lnTo>
                <a:lnTo>
                  <a:pt x="6986" y="93829"/>
                </a:lnTo>
                <a:lnTo>
                  <a:pt x="0" y="137160"/>
                </a:lnTo>
                <a:lnTo>
                  <a:pt x="6986" y="180539"/>
                </a:lnTo>
                <a:lnTo>
                  <a:pt x="26444" y="218194"/>
                </a:lnTo>
                <a:lnTo>
                  <a:pt x="56125" y="247875"/>
                </a:lnTo>
                <a:lnTo>
                  <a:pt x="93780" y="267333"/>
                </a:lnTo>
                <a:lnTo>
                  <a:pt x="137160" y="274320"/>
                </a:lnTo>
                <a:lnTo>
                  <a:pt x="3868674" y="274320"/>
                </a:lnTo>
                <a:lnTo>
                  <a:pt x="3912004" y="267333"/>
                </a:lnTo>
                <a:lnTo>
                  <a:pt x="3949653" y="247875"/>
                </a:lnTo>
                <a:lnTo>
                  <a:pt x="3979352" y="218194"/>
                </a:lnTo>
                <a:lnTo>
                  <a:pt x="3998835" y="180539"/>
                </a:lnTo>
                <a:lnTo>
                  <a:pt x="4005833" y="137160"/>
                </a:lnTo>
                <a:lnTo>
                  <a:pt x="3998835" y="93829"/>
                </a:lnTo>
                <a:lnTo>
                  <a:pt x="3979352" y="56180"/>
                </a:lnTo>
                <a:lnTo>
                  <a:pt x="3949653" y="26481"/>
                </a:lnTo>
                <a:lnTo>
                  <a:pt x="3912004" y="6998"/>
                </a:lnTo>
                <a:lnTo>
                  <a:pt x="38686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4507229" y="3850004"/>
            <a:ext cx="3585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Descubrimiento,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exploración</a:t>
            </a:r>
            <a:r>
              <a:rPr sz="1000" spc="-45" dirty="0">
                <a:solidFill>
                  <a:srgbClr val="4B4B4B"/>
                </a:solidFill>
                <a:latin typeface="Arial"/>
                <a:cs typeface="Arial"/>
              </a:rPr>
              <a:t> y</a:t>
            </a:r>
            <a:r>
              <a:rPr sz="1000" spc="-7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elaboración</a:t>
            </a:r>
            <a:r>
              <a:rPr sz="1000" spc="-1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000" spc="-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catálogos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000" spc="-6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297426" y="3494278"/>
            <a:ext cx="4006215" cy="274320"/>
          </a:xfrm>
          <a:custGeom>
            <a:avLst/>
            <a:gdLst/>
            <a:ahLst/>
            <a:cxnLst/>
            <a:rect l="l" t="t" r="r" b="b"/>
            <a:pathLst>
              <a:path w="4006215" h="274320">
                <a:moveTo>
                  <a:pt x="3868674" y="0"/>
                </a:moveTo>
                <a:lnTo>
                  <a:pt x="137160" y="0"/>
                </a:lnTo>
                <a:lnTo>
                  <a:pt x="93780" y="6998"/>
                </a:lnTo>
                <a:lnTo>
                  <a:pt x="56125" y="26481"/>
                </a:lnTo>
                <a:lnTo>
                  <a:pt x="26444" y="56180"/>
                </a:lnTo>
                <a:lnTo>
                  <a:pt x="6986" y="93829"/>
                </a:lnTo>
                <a:lnTo>
                  <a:pt x="0" y="137160"/>
                </a:lnTo>
                <a:lnTo>
                  <a:pt x="6986" y="180539"/>
                </a:lnTo>
                <a:lnTo>
                  <a:pt x="26444" y="218194"/>
                </a:lnTo>
                <a:lnTo>
                  <a:pt x="56125" y="247875"/>
                </a:lnTo>
                <a:lnTo>
                  <a:pt x="93780" y="267333"/>
                </a:lnTo>
                <a:lnTo>
                  <a:pt x="137160" y="274320"/>
                </a:lnTo>
                <a:lnTo>
                  <a:pt x="3868674" y="274320"/>
                </a:lnTo>
                <a:lnTo>
                  <a:pt x="3912004" y="267333"/>
                </a:lnTo>
                <a:lnTo>
                  <a:pt x="3949653" y="247875"/>
                </a:lnTo>
                <a:lnTo>
                  <a:pt x="3979352" y="218194"/>
                </a:lnTo>
                <a:lnTo>
                  <a:pt x="3998835" y="180539"/>
                </a:lnTo>
                <a:lnTo>
                  <a:pt x="4005833" y="137160"/>
                </a:lnTo>
                <a:lnTo>
                  <a:pt x="3998835" y="93829"/>
                </a:lnTo>
                <a:lnTo>
                  <a:pt x="3979352" y="56180"/>
                </a:lnTo>
                <a:lnTo>
                  <a:pt x="3949653" y="26481"/>
                </a:lnTo>
                <a:lnTo>
                  <a:pt x="3912004" y="6998"/>
                </a:lnTo>
                <a:lnTo>
                  <a:pt x="38686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014721" y="3543427"/>
            <a:ext cx="2570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Creación</a:t>
            </a:r>
            <a:r>
              <a:rPr sz="1000" spc="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000" spc="-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B4B4B"/>
                </a:solidFill>
                <a:latin typeface="Arial"/>
                <a:cs typeface="Arial"/>
              </a:rPr>
              <a:t>gráficos,</a:t>
            </a:r>
            <a:r>
              <a:rPr sz="1000" spc="-3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B4B4B"/>
                </a:solidFill>
                <a:latin typeface="Arial"/>
                <a:cs typeface="Arial"/>
              </a:rPr>
              <a:t>visualizaciones,</a:t>
            </a:r>
            <a:r>
              <a:rPr sz="1000" spc="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738479" y="2737992"/>
            <a:ext cx="9266555" cy="3434715"/>
            <a:chOff x="738479" y="2737992"/>
            <a:chExt cx="9266555" cy="3434715"/>
          </a:xfrm>
        </p:grpSpPr>
        <p:sp>
          <p:nvSpPr>
            <p:cNvPr id="85" name="object 85"/>
            <p:cNvSpPr/>
            <p:nvPr/>
          </p:nvSpPr>
          <p:spPr>
            <a:xfrm>
              <a:off x="6244970" y="2737992"/>
              <a:ext cx="111125" cy="347980"/>
            </a:xfrm>
            <a:custGeom>
              <a:avLst/>
              <a:gdLst/>
              <a:ahLst/>
              <a:cxnLst/>
              <a:rect l="l" t="t" r="r" b="b"/>
              <a:pathLst>
                <a:path w="111125" h="347980">
                  <a:moveTo>
                    <a:pt x="10667" y="241554"/>
                  </a:moveTo>
                  <a:lnTo>
                    <a:pt x="6095" y="244221"/>
                  </a:lnTo>
                  <a:lnTo>
                    <a:pt x="1524" y="246761"/>
                  </a:lnTo>
                  <a:lnTo>
                    <a:pt x="0" y="252603"/>
                  </a:lnTo>
                  <a:lnTo>
                    <a:pt x="55371" y="347472"/>
                  </a:lnTo>
                  <a:lnTo>
                    <a:pt x="66390" y="328549"/>
                  </a:lnTo>
                  <a:lnTo>
                    <a:pt x="45846" y="328549"/>
                  </a:lnTo>
                  <a:lnTo>
                    <a:pt x="45846" y="293370"/>
                  </a:lnTo>
                  <a:lnTo>
                    <a:pt x="24606" y="257175"/>
                  </a:lnTo>
                  <a:lnTo>
                    <a:pt x="19050" y="247650"/>
                  </a:lnTo>
                  <a:lnTo>
                    <a:pt x="16509" y="243078"/>
                  </a:lnTo>
                  <a:lnTo>
                    <a:pt x="10667" y="241554"/>
                  </a:lnTo>
                  <a:close/>
                </a:path>
                <a:path w="111125" h="347980">
                  <a:moveTo>
                    <a:pt x="45846" y="293587"/>
                  </a:moveTo>
                  <a:lnTo>
                    <a:pt x="45846" y="328549"/>
                  </a:lnTo>
                  <a:lnTo>
                    <a:pt x="64896" y="328549"/>
                  </a:lnTo>
                  <a:lnTo>
                    <a:pt x="64896" y="323850"/>
                  </a:lnTo>
                  <a:lnTo>
                    <a:pt x="47116" y="323850"/>
                  </a:lnTo>
                  <a:lnTo>
                    <a:pt x="55308" y="309807"/>
                  </a:lnTo>
                  <a:lnTo>
                    <a:pt x="45846" y="293587"/>
                  </a:lnTo>
                  <a:close/>
                </a:path>
                <a:path w="111125" h="347980">
                  <a:moveTo>
                    <a:pt x="100075" y="241554"/>
                  </a:moveTo>
                  <a:lnTo>
                    <a:pt x="94233" y="243078"/>
                  </a:lnTo>
                  <a:lnTo>
                    <a:pt x="64896" y="293370"/>
                  </a:lnTo>
                  <a:lnTo>
                    <a:pt x="64896" y="328549"/>
                  </a:lnTo>
                  <a:lnTo>
                    <a:pt x="66390" y="328549"/>
                  </a:lnTo>
                  <a:lnTo>
                    <a:pt x="110616" y="252603"/>
                  </a:lnTo>
                  <a:lnTo>
                    <a:pt x="109092" y="246761"/>
                  </a:lnTo>
                  <a:lnTo>
                    <a:pt x="104520" y="244221"/>
                  </a:lnTo>
                  <a:lnTo>
                    <a:pt x="100075" y="241554"/>
                  </a:lnTo>
                  <a:close/>
                </a:path>
                <a:path w="111125" h="347980">
                  <a:moveTo>
                    <a:pt x="55308" y="309807"/>
                  </a:moveTo>
                  <a:lnTo>
                    <a:pt x="47116" y="323850"/>
                  </a:lnTo>
                  <a:lnTo>
                    <a:pt x="63500" y="323850"/>
                  </a:lnTo>
                  <a:lnTo>
                    <a:pt x="55308" y="309807"/>
                  </a:lnTo>
                  <a:close/>
                </a:path>
                <a:path w="111125" h="347980">
                  <a:moveTo>
                    <a:pt x="64896" y="293587"/>
                  </a:moveTo>
                  <a:lnTo>
                    <a:pt x="55308" y="309807"/>
                  </a:lnTo>
                  <a:lnTo>
                    <a:pt x="63500" y="323850"/>
                  </a:lnTo>
                  <a:lnTo>
                    <a:pt x="64896" y="323850"/>
                  </a:lnTo>
                  <a:lnTo>
                    <a:pt x="64896" y="293587"/>
                  </a:lnTo>
                  <a:close/>
                </a:path>
                <a:path w="111125" h="347980">
                  <a:moveTo>
                    <a:pt x="55308" y="37664"/>
                  </a:moveTo>
                  <a:lnTo>
                    <a:pt x="45846" y="53884"/>
                  </a:lnTo>
                  <a:lnTo>
                    <a:pt x="45846" y="293587"/>
                  </a:lnTo>
                  <a:lnTo>
                    <a:pt x="55308" y="309807"/>
                  </a:lnTo>
                  <a:lnTo>
                    <a:pt x="64770" y="293587"/>
                  </a:lnTo>
                  <a:lnTo>
                    <a:pt x="64896" y="53884"/>
                  </a:lnTo>
                  <a:lnTo>
                    <a:pt x="55308" y="37664"/>
                  </a:lnTo>
                  <a:close/>
                </a:path>
                <a:path w="111125" h="347980">
                  <a:moveTo>
                    <a:pt x="55371" y="0"/>
                  </a:moveTo>
                  <a:lnTo>
                    <a:pt x="2666" y="90297"/>
                  </a:lnTo>
                  <a:lnTo>
                    <a:pt x="0" y="94742"/>
                  </a:lnTo>
                  <a:lnTo>
                    <a:pt x="1524" y="100584"/>
                  </a:lnTo>
                  <a:lnTo>
                    <a:pt x="10667" y="105918"/>
                  </a:lnTo>
                  <a:lnTo>
                    <a:pt x="16509" y="104394"/>
                  </a:lnTo>
                  <a:lnTo>
                    <a:pt x="19050" y="99822"/>
                  </a:lnTo>
                  <a:lnTo>
                    <a:pt x="45720" y="54101"/>
                  </a:lnTo>
                  <a:lnTo>
                    <a:pt x="45846" y="18796"/>
                  </a:lnTo>
                  <a:lnTo>
                    <a:pt x="66316" y="18796"/>
                  </a:lnTo>
                  <a:lnTo>
                    <a:pt x="55371" y="0"/>
                  </a:lnTo>
                  <a:close/>
                </a:path>
                <a:path w="111125" h="347980">
                  <a:moveTo>
                    <a:pt x="66316" y="18796"/>
                  </a:moveTo>
                  <a:lnTo>
                    <a:pt x="64896" y="18796"/>
                  </a:lnTo>
                  <a:lnTo>
                    <a:pt x="64896" y="54101"/>
                  </a:lnTo>
                  <a:lnTo>
                    <a:pt x="94233" y="104394"/>
                  </a:lnTo>
                  <a:lnTo>
                    <a:pt x="100075" y="105918"/>
                  </a:lnTo>
                  <a:lnTo>
                    <a:pt x="104520" y="103251"/>
                  </a:lnTo>
                  <a:lnTo>
                    <a:pt x="109092" y="100584"/>
                  </a:lnTo>
                  <a:lnTo>
                    <a:pt x="110616" y="94742"/>
                  </a:lnTo>
                  <a:lnTo>
                    <a:pt x="107950" y="90297"/>
                  </a:lnTo>
                  <a:lnTo>
                    <a:pt x="66316" y="18796"/>
                  </a:lnTo>
                  <a:close/>
                </a:path>
                <a:path w="111125" h="347980">
                  <a:moveTo>
                    <a:pt x="64896" y="18796"/>
                  </a:moveTo>
                  <a:lnTo>
                    <a:pt x="45846" y="18796"/>
                  </a:lnTo>
                  <a:lnTo>
                    <a:pt x="45846" y="53884"/>
                  </a:lnTo>
                  <a:lnTo>
                    <a:pt x="55308" y="37664"/>
                  </a:lnTo>
                  <a:lnTo>
                    <a:pt x="47116" y="23622"/>
                  </a:lnTo>
                  <a:lnTo>
                    <a:pt x="64896" y="23622"/>
                  </a:lnTo>
                  <a:lnTo>
                    <a:pt x="64896" y="18796"/>
                  </a:lnTo>
                  <a:close/>
                </a:path>
                <a:path w="111125" h="347980">
                  <a:moveTo>
                    <a:pt x="64896" y="23622"/>
                  </a:moveTo>
                  <a:lnTo>
                    <a:pt x="63500" y="23622"/>
                  </a:lnTo>
                  <a:lnTo>
                    <a:pt x="55308" y="37664"/>
                  </a:lnTo>
                  <a:lnTo>
                    <a:pt x="64770" y="53884"/>
                  </a:lnTo>
                  <a:lnTo>
                    <a:pt x="64896" y="23622"/>
                  </a:lnTo>
                  <a:close/>
                </a:path>
                <a:path w="111125" h="347980">
                  <a:moveTo>
                    <a:pt x="63500" y="23622"/>
                  </a:moveTo>
                  <a:lnTo>
                    <a:pt x="47116" y="23622"/>
                  </a:lnTo>
                  <a:lnTo>
                    <a:pt x="55308" y="37664"/>
                  </a:lnTo>
                  <a:lnTo>
                    <a:pt x="63500" y="23622"/>
                  </a:lnTo>
                  <a:close/>
                </a:path>
              </a:pathLst>
            </a:custGeom>
            <a:solidFill>
              <a:srgbClr val="CD16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38479" y="3075825"/>
              <a:ext cx="820674" cy="84301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8479" y="3988727"/>
              <a:ext cx="1206220" cy="25015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8479" y="5922048"/>
              <a:ext cx="1239037" cy="25015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518526" y="5750013"/>
              <a:ext cx="2481580" cy="261620"/>
            </a:xfrm>
            <a:custGeom>
              <a:avLst/>
              <a:gdLst/>
              <a:ahLst/>
              <a:cxnLst/>
              <a:rect l="l" t="t" r="r" b="b"/>
              <a:pathLst>
                <a:path w="2481579" h="261620">
                  <a:moveTo>
                    <a:pt x="0" y="261607"/>
                  </a:moveTo>
                  <a:lnTo>
                    <a:pt x="0" y="0"/>
                  </a:lnTo>
                </a:path>
                <a:path w="2481579" h="261620">
                  <a:moveTo>
                    <a:pt x="2481453" y="261607"/>
                  </a:moveTo>
                  <a:lnTo>
                    <a:pt x="2481453" y="0"/>
                  </a:lnTo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725830" y="2839669"/>
            <a:ext cx="1170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4B4B4B"/>
                </a:solidFill>
                <a:latin typeface="Arial"/>
                <a:cs typeface="Arial"/>
              </a:rPr>
              <a:t>Plataforma</a:t>
            </a:r>
            <a:r>
              <a:rPr sz="1000" b="1" spc="-35" dirty="0">
                <a:solidFill>
                  <a:srgbClr val="4B4B4B"/>
                </a:solidFill>
                <a:latin typeface="Arial"/>
                <a:cs typeface="Arial"/>
              </a:rPr>
              <a:t> de </a:t>
            </a:r>
            <a:r>
              <a:rPr sz="1000" b="1" spc="-2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055617" y="6507174"/>
            <a:ext cx="25044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  <a:tabLst>
                <a:tab pos="2360930" algn="l"/>
              </a:tabLst>
            </a:pP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PUBLIC</a:t>
            </a:r>
            <a:r>
              <a:rPr sz="700" spc="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500" b="1" spc="-37" baseline="-5555" dirty="0">
                <a:latin typeface="Arial"/>
                <a:cs typeface="Arial"/>
              </a:rPr>
              <a:t>35</a:t>
            </a:r>
            <a:endParaRPr sz="1500" baseline="-5555">
              <a:latin typeface="Arial"/>
              <a:cs typeface="Arial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93" name="object 93"/>
          <p:cNvSpPr txBox="1"/>
          <p:nvPr/>
        </p:nvSpPr>
        <p:spPr>
          <a:xfrm>
            <a:off x="3983482" y="6517944"/>
            <a:ext cx="22802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4B4B4B"/>
                </a:solidFill>
                <a:latin typeface="Arial"/>
                <a:cs typeface="Arial"/>
              </a:rPr>
              <a:t>PÚBLICO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37134"/>
            <a:ext cx="37871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35" dirty="0">
                <a:solidFill>
                  <a:srgbClr val="000000"/>
                </a:solidFill>
              </a:rPr>
              <a:t>Creación</a:t>
            </a:r>
            <a:r>
              <a:rPr sz="3000" spc="-18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85" dirty="0">
                <a:solidFill>
                  <a:srgbClr val="000000"/>
                </a:solidFill>
              </a:rPr>
              <a:t>gráficos</a:t>
            </a:r>
            <a:r>
              <a:rPr sz="3000" spc="-200" dirty="0">
                <a:solidFill>
                  <a:srgbClr val="000000"/>
                </a:solidFill>
              </a:rPr>
              <a:t> </a:t>
            </a:r>
            <a:r>
              <a:rPr sz="3000" spc="-65" dirty="0">
                <a:solidFill>
                  <a:srgbClr val="000000"/>
                </a:solidFill>
              </a:rPr>
              <a:t>y </a:t>
            </a:r>
            <a:r>
              <a:rPr sz="3000" spc="-80" dirty="0">
                <a:solidFill>
                  <a:srgbClr val="000000"/>
                </a:solidFill>
              </a:rPr>
              <a:t>analítica</a:t>
            </a:r>
            <a:r>
              <a:rPr sz="3000" spc="-220" dirty="0">
                <a:solidFill>
                  <a:srgbClr val="000000"/>
                </a:solidFill>
              </a:rPr>
              <a:t> </a:t>
            </a:r>
            <a:r>
              <a:rPr sz="3000" spc="-155" dirty="0">
                <a:solidFill>
                  <a:srgbClr val="000000"/>
                </a:solidFill>
              </a:rPr>
              <a:t>sin</a:t>
            </a:r>
            <a:r>
              <a:rPr sz="3000" spc="-24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código</a:t>
            </a:r>
            <a:endParaRPr sz="3000"/>
          </a:p>
        </p:txBody>
      </p:sp>
      <p:grpSp>
        <p:nvGrpSpPr>
          <p:cNvPr id="6" name="object 6"/>
          <p:cNvGrpSpPr/>
          <p:nvPr/>
        </p:nvGrpSpPr>
        <p:grpSpPr>
          <a:xfrm>
            <a:off x="381000" y="418122"/>
            <a:ext cx="11583670" cy="5615305"/>
            <a:chOff x="381000" y="418122"/>
            <a:chExt cx="11583670" cy="56153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4461" y="418122"/>
              <a:ext cx="6489699" cy="55962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8471" y="1001141"/>
              <a:ext cx="5821680" cy="27570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34813" y="3652901"/>
              <a:ext cx="2921000" cy="2174875"/>
            </a:xfrm>
            <a:custGeom>
              <a:avLst/>
              <a:gdLst/>
              <a:ahLst/>
              <a:cxnLst/>
              <a:rect l="l" t="t" r="r" b="b"/>
              <a:pathLst>
                <a:path w="2921000" h="2174875">
                  <a:moveTo>
                    <a:pt x="2803779" y="0"/>
                  </a:moveTo>
                  <a:lnTo>
                    <a:pt x="117221" y="0"/>
                  </a:lnTo>
                  <a:lnTo>
                    <a:pt x="71580" y="9207"/>
                  </a:lnTo>
                  <a:lnTo>
                    <a:pt x="34321" y="34321"/>
                  </a:lnTo>
                  <a:lnTo>
                    <a:pt x="9207" y="71580"/>
                  </a:lnTo>
                  <a:lnTo>
                    <a:pt x="0" y="117221"/>
                  </a:lnTo>
                  <a:lnTo>
                    <a:pt x="0" y="2057527"/>
                  </a:lnTo>
                  <a:lnTo>
                    <a:pt x="9207" y="2103177"/>
                  </a:lnTo>
                  <a:lnTo>
                    <a:pt x="34321" y="2140458"/>
                  </a:lnTo>
                  <a:lnTo>
                    <a:pt x="71580" y="2165594"/>
                  </a:lnTo>
                  <a:lnTo>
                    <a:pt x="117221" y="2174811"/>
                  </a:lnTo>
                  <a:lnTo>
                    <a:pt x="2803779" y="2174811"/>
                  </a:lnTo>
                  <a:lnTo>
                    <a:pt x="2849419" y="2165594"/>
                  </a:lnTo>
                  <a:lnTo>
                    <a:pt x="2886678" y="2140458"/>
                  </a:lnTo>
                  <a:lnTo>
                    <a:pt x="2911792" y="2103177"/>
                  </a:lnTo>
                  <a:lnTo>
                    <a:pt x="2921000" y="2057527"/>
                  </a:lnTo>
                  <a:lnTo>
                    <a:pt x="2921000" y="117221"/>
                  </a:lnTo>
                  <a:lnTo>
                    <a:pt x="2911792" y="71580"/>
                  </a:lnTo>
                  <a:lnTo>
                    <a:pt x="2886678" y="34321"/>
                  </a:lnTo>
                  <a:lnTo>
                    <a:pt x="2849419" y="9207"/>
                  </a:lnTo>
                  <a:lnTo>
                    <a:pt x="2803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1442" y="3428999"/>
              <a:ext cx="3517899" cy="26043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0477" y="4082668"/>
              <a:ext cx="2719831" cy="12970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1819148"/>
              <a:ext cx="4774184" cy="53314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04240" y="1936496"/>
            <a:ext cx="4250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Rápida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detección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tendencias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4884" y="2305786"/>
            <a:ext cx="4940300" cy="2912745"/>
            <a:chOff x="214884" y="2305786"/>
            <a:chExt cx="4940300" cy="291274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884" y="2305786"/>
              <a:ext cx="936955" cy="9384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0344" y="2523870"/>
              <a:ext cx="458127" cy="45796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884" y="3148634"/>
              <a:ext cx="936955" cy="9369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0344" y="3365753"/>
              <a:ext cx="458127" cy="4580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884" y="3762806"/>
              <a:ext cx="936955" cy="9369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0344" y="3979926"/>
              <a:ext cx="458127" cy="4580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1000" y="4685029"/>
              <a:ext cx="4774184" cy="53327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19606" y="2482976"/>
            <a:ext cx="3578225" cy="2092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latin typeface="Arial"/>
                <a:cs typeface="Arial"/>
              </a:rPr>
              <a:t>Obtenga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acceso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datos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contextualizados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con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una </a:t>
            </a:r>
            <a:r>
              <a:rPr sz="1300" spc="-10" dirty="0">
                <a:latin typeface="Arial"/>
                <a:cs typeface="Arial"/>
              </a:rPr>
              <a:t>robusta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experiencia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sin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código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para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ejecutar </a:t>
            </a:r>
            <a:r>
              <a:rPr sz="1300" b="1" spc="-45" dirty="0">
                <a:latin typeface="Arial"/>
                <a:cs typeface="Arial"/>
              </a:rPr>
              <a:t>analítica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55" dirty="0">
                <a:latin typeface="Arial"/>
                <a:cs typeface="Arial"/>
              </a:rPr>
              <a:t>de</a:t>
            </a:r>
            <a:r>
              <a:rPr sz="1300" b="1" spc="-50" dirty="0">
                <a:latin typeface="Arial"/>
                <a:cs typeface="Arial"/>
              </a:rPr>
              <a:t> datos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industriales,</a:t>
            </a:r>
            <a:r>
              <a:rPr sz="1300" b="1" spc="-5" dirty="0">
                <a:latin typeface="Arial"/>
                <a:cs typeface="Arial"/>
              </a:rPr>
              <a:t> </a:t>
            </a:r>
            <a:r>
              <a:rPr sz="1300" b="1" spc="-65" dirty="0">
                <a:latin typeface="Arial"/>
                <a:cs typeface="Arial"/>
              </a:rPr>
              <a:t>resolución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de </a:t>
            </a:r>
            <a:r>
              <a:rPr sz="1300" b="1" spc="-65" dirty="0">
                <a:latin typeface="Arial"/>
                <a:cs typeface="Arial"/>
              </a:rPr>
              <a:t>problemas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80" dirty="0">
                <a:latin typeface="Arial"/>
                <a:cs typeface="Arial"/>
              </a:rPr>
              <a:t>y</a:t>
            </a:r>
            <a:r>
              <a:rPr sz="1300" b="1" spc="-70" dirty="0">
                <a:latin typeface="Arial"/>
                <a:cs typeface="Arial"/>
              </a:rPr>
              <a:t> </a:t>
            </a:r>
            <a:r>
              <a:rPr sz="1300" b="1" spc="-65" dirty="0">
                <a:latin typeface="Arial"/>
                <a:cs typeface="Arial"/>
              </a:rPr>
              <a:t>análisis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55" dirty="0">
                <a:latin typeface="Arial"/>
                <a:cs typeface="Arial"/>
              </a:rPr>
              <a:t>de </a:t>
            </a:r>
            <a:r>
              <a:rPr sz="1300" b="1" spc="-65" dirty="0">
                <a:latin typeface="Arial"/>
                <a:cs typeface="Arial"/>
              </a:rPr>
              <a:t>causa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raíz</a:t>
            </a:r>
            <a:r>
              <a:rPr sz="1300" spc="-20" dirty="0"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300" b="1" spc="-50" dirty="0">
                <a:latin typeface="Arial"/>
                <a:cs typeface="Arial"/>
              </a:rPr>
              <a:t>Biblioteca</a:t>
            </a:r>
            <a:r>
              <a:rPr sz="1300" b="1" spc="-55" dirty="0">
                <a:latin typeface="Arial"/>
                <a:cs typeface="Arial"/>
              </a:rPr>
              <a:t> de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spc="-45" dirty="0">
                <a:latin typeface="Arial"/>
                <a:cs typeface="Arial"/>
              </a:rPr>
              <a:t>ciencia </a:t>
            </a:r>
            <a:r>
              <a:rPr sz="1300" b="1" spc="-55" dirty="0">
                <a:latin typeface="Arial"/>
                <a:cs typeface="Arial"/>
              </a:rPr>
              <a:t>de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datos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industriales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con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00" b="1" spc="-65" dirty="0">
                <a:latin typeface="Arial"/>
                <a:cs typeface="Arial"/>
              </a:rPr>
              <a:t>cálculos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preconfigurados</a:t>
            </a:r>
            <a:endParaRPr sz="1300">
              <a:latin typeface="Arial"/>
              <a:cs typeface="Arial"/>
            </a:endParaRPr>
          </a:p>
          <a:p>
            <a:pPr marL="12700" marR="70485">
              <a:lnSpc>
                <a:spcPct val="100000"/>
              </a:lnSpc>
              <a:spcBef>
                <a:spcPts val="1235"/>
              </a:spcBef>
            </a:pPr>
            <a:r>
              <a:rPr sz="1300" spc="-40" dirty="0">
                <a:latin typeface="Arial"/>
                <a:cs typeface="Arial"/>
              </a:rPr>
              <a:t>Superponga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eventos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alertas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de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35" dirty="0">
                <a:latin typeface="Arial"/>
                <a:cs typeface="Arial"/>
              </a:rPr>
              <a:t>CMMS,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0" dirty="0">
                <a:latin typeface="Arial"/>
                <a:cs typeface="Arial"/>
              </a:rPr>
              <a:t>HMI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o </a:t>
            </a:r>
            <a:r>
              <a:rPr sz="1300" dirty="0">
                <a:latin typeface="Arial"/>
                <a:cs typeface="Arial"/>
              </a:rPr>
              <a:t>historiador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envíe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notificaciones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para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completar </a:t>
            </a:r>
            <a:r>
              <a:rPr sz="1300" dirty="0">
                <a:latin typeface="Arial"/>
                <a:cs typeface="Arial"/>
              </a:rPr>
              <a:t>flujos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de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trabajo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240" y="4802885"/>
            <a:ext cx="3510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solidFill>
                  <a:srgbClr val="FFFFFF"/>
                </a:solidFill>
                <a:latin typeface="Arial"/>
                <a:cs typeface="Arial"/>
              </a:rPr>
              <a:t>Colabore</a:t>
            </a:r>
            <a:r>
              <a:rPr sz="1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comparta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perspectivas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9606" y="5388609"/>
            <a:ext cx="34766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300" spc="-35" dirty="0">
                <a:latin typeface="Arial"/>
                <a:cs typeface="Arial"/>
              </a:rPr>
              <a:t>Elabore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gráficos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públicos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que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b="1" spc="-114" dirty="0">
                <a:latin typeface="Arial"/>
                <a:cs typeface="Arial"/>
              </a:rPr>
              <a:t>los</a:t>
            </a:r>
            <a:r>
              <a:rPr sz="1300" b="1" spc="20" dirty="0">
                <a:latin typeface="Arial"/>
                <a:cs typeface="Arial"/>
              </a:rPr>
              <a:t> </a:t>
            </a:r>
            <a:r>
              <a:rPr sz="1300" b="1" spc="-35" dirty="0">
                <a:latin typeface="Arial"/>
                <a:cs typeface="Arial"/>
              </a:rPr>
              <a:t>expertos</a:t>
            </a:r>
            <a:r>
              <a:rPr sz="1300" b="1" dirty="0">
                <a:latin typeface="Arial"/>
                <a:cs typeface="Arial"/>
              </a:rPr>
              <a:t> </a:t>
            </a:r>
            <a:r>
              <a:rPr sz="1300" b="1" spc="-125" dirty="0">
                <a:latin typeface="Arial"/>
                <a:cs typeface="Arial"/>
              </a:rPr>
              <a:t>en</a:t>
            </a:r>
            <a:r>
              <a:rPr sz="1300" b="1" spc="35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la </a:t>
            </a:r>
            <a:r>
              <a:rPr sz="1300" b="1" spc="-30" dirty="0">
                <a:latin typeface="Arial"/>
                <a:cs typeface="Arial"/>
              </a:rPr>
              <a:t>materia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pueden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compartir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con los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empleados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de </a:t>
            </a:r>
            <a:r>
              <a:rPr sz="1300" spc="-25" dirty="0">
                <a:latin typeface="Arial"/>
                <a:cs typeface="Arial"/>
              </a:rPr>
              <a:t>operaciones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 </a:t>
            </a:r>
            <a:r>
              <a:rPr sz="1300" spc="-35" dirty="0">
                <a:latin typeface="Arial"/>
                <a:cs typeface="Arial"/>
              </a:rPr>
              <a:t>de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primera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línea.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14884" y="2634456"/>
            <a:ext cx="937260" cy="3495040"/>
            <a:chOff x="214884" y="2634456"/>
            <a:chExt cx="937260" cy="349504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884" y="5192267"/>
              <a:ext cx="936955" cy="93695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0344" y="5409692"/>
              <a:ext cx="458127" cy="4579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777" y="2634456"/>
              <a:ext cx="239826" cy="25063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5600" y="3449923"/>
              <a:ext cx="250659" cy="25076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9210" y="4093178"/>
              <a:ext cx="229171" cy="2408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69391" y="5502655"/>
              <a:ext cx="260350" cy="204470"/>
            </a:xfrm>
            <a:custGeom>
              <a:avLst/>
              <a:gdLst/>
              <a:ahLst/>
              <a:cxnLst/>
              <a:rect l="l" t="t" r="r" b="b"/>
              <a:pathLst>
                <a:path w="260350" h="204470">
                  <a:moveTo>
                    <a:pt x="260019" y="195046"/>
                  </a:moveTo>
                  <a:lnTo>
                    <a:pt x="257175" y="192074"/>
                  </a:lnTo>
                  <a:lnTo>
                    <a:pt x="2832" y="192074"/>
                  </a:lnTo>
                  <a:lnTo>
                    <a:pt x="0" y="195046"/>
                  </a:lnTo>
                  <a:lnTo>
                    <a:pt x="0" y="201015"/>
                  </a:lnTo>
                  <a:lnTo>
                    <a:pt x="2832" y="204000"/>
                  </a:lnTo>
                  <a:lnTo>
                    <a:pt x="254368" y="204000"/>
                  </a:lnTo>
                  <a:lnTo>
                    <a:pt x="257175" y="204000"/>
                  </a:lnTo>
                  <a:lnTo>
                    <a:pt x="260019" y="201015"/>
                  </a:lnTo>
                  <a:lnTo>
                    <a:pt x="260019" y="195046"/>
                  </a:lnTo>
                  <a:close/>
                </a:path>
                <a:path w="260350" h="204470">
                  <a:moveTo>
                    <a:pt x="260019" y="2921"/>
                  </a:moveTo>
                  <a:lnTo>
                    <a:pt x="257175" y="0"/>
                  </a:lnTo>
                  <a:lnTo>
                    <a:pt x="248716" y="0"/>
                  </a:lnTo>
                  <a:lnTo>
                    <a:pt x="248716" y="11430"/>
                  </a:lnTo>
                  <a:lnTo>
                    <a:pt x="248716" y="34036"/>
                  </a:lnTo>
                  <a:lnTo>
                    <a:pt x="11315" y="34036"/>
                  </a:lnTo>
                  <a:lnTo>
                    <a:pt x="11315" y="11430"/>
                  </a:lnTo>
                  <a:lnTo>
                    <a:pt x="248716" y="11430"/>
                  </a:lnTo>
                  <a:lnTo>
                    <a:pt x="248716" y="0"/>
                  </a:lnTo>
                  <a:lnTo>
                    <a:pt x="2832" y="0"/>
                  </a:lnTo>
                  <a:lnTo>
                    <a:pt x="0" y="2921"/>
                  </a:lnTo>
                  <a:lnTo>
                    <a:pt x="0" y="42545"/>
                  </a:lnTo>
                  <a:lnTo>
                    <a:pt x="2832" y="45339"/>
                  </a:lnTo>
                  <a:lnTo>
                    <a:pt x="257175" y="45339"/>
                  </a:lnTo>
                  <a:lnTo>
                    <a:pt x="260019" y="42545"/>
                  </a:lnTo>
                  <a:lnTo>
                    <a:pt x="260019" y="34036"/>
                  </a:lnTo>
                  <a:lnTo>
                    <a:pt x="260019" y="11430"/>
                  </a:lnTo>
                  <a:lnTo>
                    <a:pt x="260019" y="2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2061" y="5537326"/>
              <a:ext cx="214680" cy="237312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652272"/>
            <a:ext cx="11901170" cy="4279265"/>
            <a:chOff x="0" y="652272"/>
            <a:chExt cx="11901170" cy="4279265"/>
          </a:xfrm>
        </p:grpSpPr>
        <p:sp>
          <p:nvSpPr>
            <p:cNvPr id="6" name="object 6"/>
            <p:cNvSpPr/>
            <p:nvPr/>
          </p:nvSpPr>
          <p:spPr>
            <a:xfrm>
              <a:off x="0" y="1527810"/>
              <a:ext cx="7882890" cy="3403600"/>
            </a:xfrm>
            <a:custGeom>
              <a:avLst/>
              <a:gdLst/>
              <a:ahLst/>
              <a:cxnLst/>
              <a:rect l="l" t="t" r="r" b="b"/>
              <a:pathLst>
                <a:path w="7882890" h="3403600">
                  <a:moveTo>
                    <a:pt x="7882382" y="0"/>
                  </a:moveTo>
                  <a:lnTo>
                    <a:pt x="0" y="0"/>
                  </a:lnTo>
                  <a:lnTo>
                    <a:pt x="0" y="3403346"/>
                  </a:lnTo>
                  <a:lnTo>
                    <a:pt x="7882382" y="3403346"/>
                  </a:lnTo>
                  <a:lnTo>
                    <a:pt x="78823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4359" y="652272"/>
              <a:ext cx="6705473" cy="40308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2346" y="4647183"/>
              <a:ext cx="8104632" cy="2373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8852" y="4797488"/>
              <a:ext cx="8131809" cy="306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82350" y="4749545"/>
              <a:ext cx="339725" cy="53340"/>
            </a:xfrm>
            <a:custGeom>
              <a:avLst/>
              <a:gdLst/>
              <a:ahLst/>
              <a:cxnLst/>
              <a:rect l="l" t="t" r="r" b="b"/>
              <a:pathLst>
                <a:path w="339725" h="53339">
                  <a:moveTo>
                    <a:pt x="312927" y="0"/>
                  </a:moveTo>
                  <a:lnTo>
                    <a:pt x="26416" y="0"/>
                  </a:lnTo>
                  <a:lnTo>
                    <a:pt x="16127" y="2093"/>
                  </a:lnTo>
                  <a:lnTo>
                    <a:pt x="7731" y="7794"/>
                  </a:lnTo>
                  <a:lnTo>
                    <a:pt x="2073" y="16234"/>
                  </a:lnTo>
                  <a:lnTo>
                    <a:pt x="0" y="26542"/>
                  </a:lnTo>
                  <a:lnTo>
                    <a:pt x="2073" y="36831"/>
                  </a:lnTo>
                  <a:lnTo>
                    <a:pt x="7731" y="45227"/>
                  </a:lnTo>
                  <a:lnTo>
                    <a:pt x="16127" y="50885"/>
                  </a:lnTo>
                  <a:lnTo>
                    <a:pt x="26416" y="52958"/>
                  </a:lnTo>
                  <a:lnTo>
                    <a:pt x="312927" y="52958"/>
                  </a:lnTo>
                  <a:lnTo>
                    <a:pt x="323216" y="50885"/>
                  </a:lnTo>
                  <a:lnTo>
                    <a:pt x="331612" y="45227"/>
                  </a:lnTo>
                  <a:lnTo>
                    <a:pt x="337270" y="36831"/>
                  </a:lnTo>
                  <a:lnTo>
                    <a:pt x="339344" y="26542"/>
                  </a:lnTo>
                  <a:lnTo>
                    <a:pt x="337270" y="16234"/>
                  </a:lnTo>
                  <a:lnTo>
                    <a:pt x="331612" y="7794"/>
                  </a:lnTo>
                  <a:lnTo>
                    <a:pt x="323216" y="2093"/>
                  </a:lnTo>
                  <a:lnTo>
                    <a:pt x="31292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4219" y="4647183"/>
              <a:ext cx="8112633" cy="2373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82611" y="4664963"/>
              <a:ext cx="1323086" cy="98933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13080" y="2228469"/>
            <a:ext cx="2925445" cy="14281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425"/>
              </a:spcBef>
            </a:pPr>
            <a:r>
              <a:rPr spc="-130" dirty="0">
                <a:solidFill>
                  <a:srgbClr val="000000"/>
                </a:solidFill>
              </a:rPr>
              <a:t>Visualización</a:t>
            </a:r>
            <a:r>
              <a:rPr spc="-220" dirty="0">
                <a:solidFill>
                  <a:srgbClr val="000000"/>
                </a:solidFill>
              </a:rPr>
              <a:t> </a:t>
            </a:r>
            <a:r>
              <a:rPr spc="-80" dirty="0">
                <a:solidFill>
                  <a:srgbClr val="000000"/>
                </a:solidFill>
              </a:rPr>
              <a:t>de </a:t>
            </a:r>
            <a:r>
              <a:rPr spc="-10" dirty="0">
                <a:solidFill>
                  <a:srgbClr val="000000"/>
                </a:solidFill>
              </a:rPr>
              <a:t>ecosistemas abiertos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19606" y="5318886"/>
            <a:ext cx="4431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latin typeface="Arial"/>
                <a:cs typeface="Arial"/>
              </a:rPr>
              <a:t>Conectores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estándar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aplicaciones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como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b="1" spc="-65" dirty="0">
                <a:latin typeface="Arial"/>
                <a:cs typeface="Arial"/>
              </a:rPr>
              <a:t>Grafana</a:t>
            </a:r>
            <a:r>
              <a:rPr sz="1300" b="1" spc="-2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y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b="1" spc="-25" dirty="0">
                <a:latin typeface="Arial"/>
                <a:cs typeface="Arial"/>
              </a:rPr>
              <a:t>PowerBI.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000" y="4523104"/>
            <a:ext cx="5353939" cy="53314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04240" y="4534027"/>
            <a:ext cx="49345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prediseñados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visualización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estándar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industria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4884" y="4523104"/>
            <a:ext cx="11138535" cy="1429385"/>
            <a:chOff x="214884" y="4523104"/>
            <a:chExt cx="11138535" cy="142938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884" y="5013959"/>
              <a:ext cx="936955" cy="9384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0344" y="5232272"/>
              <a:ext cx="458127" cy="4579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9606" y="4523104"/>
              <a:ext cx="5353812" cy="53314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123559" y="4655947"/>
            <a:ext cx="2381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Busque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contexto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22440" y="5226558"/>
            <a:ext cx="4528185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latin typeface="Arial"/>
                <a:cs typeface="Arial"/>
              </a:rPr>
              <a:t>Acceso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unificado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series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temporales,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eventos,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cálculos,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etc. </a:t>
            </a:r>
            <a:r>
              <a:rPr sz="1300" spc="-55" dirty="0">
                <a:latin typeface="Arial"/>
                <a:cs typeface="Arial"/>
              </a:rPr>
              <a:t>Cree</a:t>
            </a:r>
            <a:r>
              <a:rPr sz="1300" spc="-10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encuestas</a:t>
            </a:r>
            <a:r>
              <a:rPr sz="1300" spc="18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que</a:t>
            </a:r>
            <a:r>
              <a:rPr sz="1300" spc="-105" dirty="0">
                <a:latin typeface="Arial"/>
                <a:cs typeface="Arial"/>
              </a:rPr>
              <a:t> </a:t>
            </a:r>
            <a:r>
              <a:rPr sz="1300" b="1" spc="-50" dirty="0">
                <a:latin typeface="Arial"/>
                <a:cs typeface="Arial"/>
              </a:rPr>
              <a:t>actualizan</a:t>
            </a:r>
            <a:r>
              <a:rPr sz="1300" b="1" spc="-75" dirty="0">
                <a:latin typeface="Arial"/>
                <a:cs typeface="Arial"/>
              </a:rPr>
              <a:t> </a:t>
            </a:r>
            <a:r>
              <a:rPr sz="1300" b="1" spc="-80" dirty="0">
                <a:latin typeface="Arial"/>
                <a:cs typeface="Arial"/>
              </a:rPr>
              <a:t>y</a:t>
            </a:r>
            <a:r>
              <a:rPr sz="1300" b="1" spc="-105" dirty="0">
                <a:latin typeface="Arial"/>
                <a:cs typeface="Arial"/>
              </a:rPr>
              <a:t> </a:t>
            </a:r>
            <a:r>
              <a:rPr sz="1300" b="1" spc="-55" dirty="0">
                <a:latin typeface="Arial"/>
                <a:cs typeface="Arial"/>
              </a:rPr>
              <a:t>mantienen </a:t>
            </a:r>
            <a:r>
              <a:rPr sz="1300" b="1" spc="-30" dirty="0">
                <a:latin typeface="Arial"/>
                <a:cs typeface="Arial"/>
              </a:rPr>
              <a:t>automáticamente </a:t>
            </a:r>
            <a:r>
              <a:rPr sz="1300" b="1" spc="-80" dirty="0">
                <a:latin typeface="Arial"/>
                <a:cs typeface="Arial"/>
              </a:rPr>
              <a:t>los</a:t>
            </a:r>
            <a:r>
              <a:rPr sz="1300" b="1" spc="-8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tableros</a:t>
            </a:r>
            <a:r>
              <a:rPr sz="1300" spc="-10" dirty="0"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7723" y="940308"/>
            <a:ext cx="10375265" cy="5012690"/>
            <a:chOff x="527723" y="940308"/>
            <a:chExt cx="10375265" cy="5012690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2348" y="5013960"/>
              <a:ext cx="938428" cy="93842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88887" y="5232273"/>
              <a:ext cx="458088" cy="4579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16958" y="940308"/>
              <a:ext cx="6285865" cy="3524250"/>
            </a:xfrm>
            <a:custGeom>
              <a:avLst/>
              <a:gdLst/>
              <a:ahLst/>
              <a:cxnLst/>
              <a:rect l="l" t="t" r="r" b="b"/>
              <a:pathLst>
                <a:path w="6285865" h="3524250">
                  <a:moveTo>
                    <a:pt x="6285611" y="0"/>
                  </a:moveTo>
                  <a:lnTo>
                    <a:pt x="0" y="0"/>
                  </a:lnTo>
                  <a:lnTo>
                    <a:pt x="0" y="3523869"/>
                  </a:lnTo>
                  <a:lnTo>
                    <a:pt x="6285611" y="3523869"/>
                  </a:lnTo>
                  <a:lnTo>
                    <a:pt x="6285611" y="0"/>
                  </a:lnTo>
                  <a:close/>
                </a:path>
              </a:pathLst>
            </a:custGeom>
            <a:solidFill>
              <a:srgbClr val="171B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2029" y="1034161"/>
              <a:ext cx="4895342" cy="330695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7723" y="1442466"/>
              <a:ext cx="1877060" cy="187325"/>
            </a:xfrm>
            <a:custGeom>
              <a:avLst/>
              <a:gdLst/>
              <a:ahLst/>
              <a:cxnLst/>
              <a:rect l="l" t="t" r="r" b="b"/>
              <a:pathLst>
                <a:path w="1877060" h="187325">
                  <a:moveTo>
                    <a:pt x="1845398" y="0"/>
                  </a:moveTo>
                  <a:lnTo>
                    <a:pt x="0" y="0"/>
                  </a:lnTo>
                  <a:lnTo>
                    <a:pt x="0" y="155701"/>
                  </a:lnTo>
                  <a:lnTo>
                    <a:pt x="31153" y="186817"/>
                  </a:lnTo>
                  <a:lnTo>
                    <a:pt x="1876513" y="186817"/>
                  </a:lnTo>
                  <a:lnTo>
                    <a:pt x="1876513" y="31114"/>
                  </a:lnTo>
                  <a:lnTo>
                    <a:pt x="1845398" y="0"/>
                  </a:lnTo>
                  <a:close/>
                </a:path>
              </a:pathLst>
            </a:custGeom>
            <a:solidFill>
              <a:srgbClr val="F79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1215" y="5337683"/>
              <a:ext cx="236372" cy="24714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99759" y="5337683"/>
              <a:ext cx="236346" cy="247141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69920" y="6297164"/>
            <a:ext cx="5847715" cy="556260"/>
            <a:chOff x="3169920" y="6297164"/>
            <a:chExt cx="5847715" cy="556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47333" cy="556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7" y="6316924"/>
              <a:ext cx="1538985" cy="5232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3080" y="475234"/>
            <a:ext cx="5756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0" dirty="0">
                <a:solidFill>
                  <a:srgbClr val="000000"/>
                </a:solidFill>
              </a:rPr>
              <a:t>Analítica</a:t>
            </a:r>
            <a:r>
              <a:rPr sz="3000" spc="-195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de</a:t>
            </a:r>
            <a:r>
              <a:rPr sz="3000" spc="-19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ecosistemas</a:t>
            </a:r>
            <a:r>
              <a:rPr sz="3000" spc="-229" dirty="0">
                <a:solidFill>
                  <a:srgbClr val="000000"/>
                </a:solidFill>
              </a:rPr>
              <a:t> </a:t>
            </a:r>
            <a:r>
              <a:rPr sz="3000" spc="-45" dirty="0">
                <a:solidFill>
                  <a:srgbClr val="000000"/>
                </a:solidFill>
              </a:rPr>
              <a:t>abiertos</a:t>
            </a:r>
            <a:endParaRPr sz="3000"/>
          </a:p>
        </p:txBody>
      </p:sp>
      <p:grpSp>
        <p:nvGrpSpPr>
          <p:cNvPr id="6" name="object 6"/>
          <p:cNvGrpSpPr/>
          <p:nvPr/>
        </p:nvGrpSpPr>
        <p:grpSpPr>
          <a:xfrm>
            <a:off x="459740" y="1371600"/>
            <a:ext cx="5636260" cy="4860290"/>
            <a:chOff x="459740" y="1371600"/>
            <a:chExt cx="5636260" cy="48602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740" y="1371600"/>
              <a:ext cx="5636260" cy="48602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462" y="1540510"/>
              <a:ext cx="5258816" cy="304012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445756" y="2110867"/>
            <a:ext cx="412496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30" dirty="0">
                <a:latin typeface="Arial"/>
                <a:cs typeface="Arial"/>
              </a:rPr>
              <a:t>Conéctese</a:t>
            </a:r>
            <a:r>
              <a:rPr sz="1400" spc="-70" dirty="0">
                <a:latin typeface="Arial"/>
                <a:cs typeface="Arial"/>
              </a:rPr>
              <a:t> 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aplicaciones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líderes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la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industria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para </a:t>
            </a:r>
            <a:r>
              <a:rPr sz="1400" dirty="0">
                <a:latin typeface="Arial"/>
                <a:cs typeface="Arial"/>
              </a:rPr>
              <a:t>obtener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acceso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a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contextualizados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servicios analíticos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como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b="1" spc="-55" dirty="0">
                <a:latin typeface="Arial"/>
                <a:cs typeface="Arial"/>
              </a:rPr>
              <a:t>Azure</a:t>
            </a:r>
            <a:r>
              <a:rPr sz="1400" b="1" spc="-110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Synapse</a:t>
            </a:r>
            <a:r>
              <a:rPr sz="1400" b="1" spc="-1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Analytics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51701" y="1483360"/>
            <a:ext cx="4867275" cy="48463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871843" y="1591436"/>
            <a:ext cx="3637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Conectores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prediseñados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abiertos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56247" y="1929358"/>
            <a:ext cx="938530" cy="938530"/>
            <a:chOff x="6556247" y="1929358"/>
            <a:chExt cx="938530" cy="93853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6247" y="1929358"/>
              <a:ext cx="938428" cy="9384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2152" y="2147443"/>
              <a:ext cx="458089" cy="4580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7689" y="2254503"/>
              <a:ext cx="246125" cy="2461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445756" y="3803650"/>
            <a:ext cx="4025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Ejecute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Jupyter</a:t>
            </a:r>
            <a:r>
              <a:rPr sz="1400" b="1" spc="-60" dirty="0">
                <a:latin typeface="Arial"/>
                <a:cs typeface="Arial"/>
              </a:rPr>
              <a:t> Notebooks</a:t>
            </a:r>
            <a:r>
              <a:rPr sz="1400" b="1" spc="-10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despliegue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ponga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 </a:t>
            </a:r>
            <a:r>
              <a:rPr sz="1400" spc="-10" dirty="0">
                <a:latin typeface="Arial"/>
                <a:cs typeface="Arial"/>
              </a:rPr>
              <a:t>operación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rápidamente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funciones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vivo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1701" y="3096386"/>
            <a:ext cx="4867275" cy="48463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871843" y="3204717"/>
            <a:ext cx="3644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Ejecute 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despliegue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modelos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56247" y="3541750"/>
            <a:ext cx="938530" cy="938530"/>
            <a:chOff x="6556247" y="3541750"/>
            <a:chExt cx="938530" cy="938530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6247" y="3541750"/>
              <a:ext cx="938428" cy="9384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2152" y="3760469"/>
              <a:ext cx="458089" cy="4579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20992" y="3889628"/>
              <a:ext cx="260350" cy="261620"/>
            </a:xfrm>
            <a:custGeom>
              <a:avLst/>
              <a:gdLst/>
              <a:ahLst/>
              <a:cxnLst/>
              <a:rect l="l" t="t" r="r" b="b"/>
              <a:pathLst>
                <a:path w="260350" h="261620">
                  <a:moveTo>
                    <a:pt x="259842" y="3175"/>
                  </a:moveTo>
                  <a:lnTo>
                    <a:pt x="256413" y="0"/>
                  </a:lnTo>
                  <a:lnTo>
                    <a:pt x="246126" y="0"/>
                  </a:lnTo>
                  <a:lnTo>
                    <a:pt x="246126" y="12446"/>
                  </a:lnTo>
                  <a:lnTo>
                    <a:pt x="246126" y="173863"/>
                  </a:lnTo>
                  <a:lnTo>
                    <a:pt x="13716" y="173863"/>
                  </a:lnTo>
                  <a:lnTo>
                    <a:pt x="13716" y="12446"/>
                  </a:lnTo>
                  <a:lnTo>
                    <a:pt x="246126" y="12446"/>
                  </a:lnTo>
                  <a:lnTo>
                    <a:pt x="246126" y="0"/>
                  </a:lnTo>
                  <a:lnTo>
                    <a:pt x="3429" y="0"/>
                  </a:lnTo>
                  <a:lnTo>
                    <a:pt x="0" y="3175"/>
                  </a:lnTo>
                  <a:lnTo>
                    <a:pt x="0" y="183261"/>
                  </a:lnTo>
                  <a:lnTo>
                    <a:pt x="3429" y="186309"/>
                  </a:lnTo>
                  <a:lnTo>
                    <a:pt x="122682" y="186309"/>
                  </a:lnTo>
                  <a:lnTo>
                    <a:pt x="122682" y="212750"/>
                  </a:lnTo>
                  <a:lnTo>
                    <a:pt x="119837" y="213347"/>
                  </a:lnTo>
                  <a:lnTo>
                    <a:pt x="111048" y="218998"/>
                  </a:lnTo>
                  <a:lnTo>
                    <a:pt x="104838" y="227012"/>
                  </a:lnTo>
                  <a:lnTo>
                    <a:pt x="102489" y="236220"/>
                  </a:lnTo>
                  <a:lnTo>
                    <a:pt x="104838" y="245364"/>
                  </a:lnTo>
                  <a:lnTo>
                    <a:pt x="111061" y="253339"/>
                  </a:lnTo>
                  <a:lnTo>
                    <a:pt x="119837" y="258978"/>
                  </a:lnTo>
                  <a:lnTo>
                    <a:pt x="129921" y="261112"/>
                  </a:lnTo>
                  <a:lnTo>
                    <a:pt x="139992" y="258978"/>
                  </a:lnTo>
                  <a:lnTo>
                    <a:pt x="148780" y="253339"/>
                  </a:lnTo>
                  <a:lnTo>
                    <a:pt x="152412" y="248666"/>
                  </a:lnTo>
                  <a:lnTo>
                    <a:pt x="154990" y="245364"/>
                  </a:lnTo>
                  <a:lnTo>
                    <a:pt x="157353" y="236220"/>
                  </a:lnTo>
                  <a:lnTo>
                    <a:pt x="154990" y="227012"/>
                  </a:lnTo>
                  <a:lnTo>
                    <a:pt x="152387" y="223647"/>
                  </a:lnTo>
                  <a:lnTo>
                    <a:pt x="148780" y="218998"/>
                  </a:lnTo>
                  <a:lnTo>
                    <a:pt x="143637" y="215696"/>
                  </a:lnTo>
                  <a:lnTo>
                    <a:pt x="143637" y="229997"/>
                  </a:lnTo>
                  <a:lnTo>
                    <a:pt x="143637" y="242443"/>
                  </a:lnTo>
                  <a:lnTo>
                    <a:pt x="136779" y="248666"/>
                  </a:lnTo>
                  <a:lnTo>
                    <a:pt x="123063" y="248666"/>
                  </a:lnTo>
                  <a:lnTo>
                    <a:pt x="116205" y="242443"/>
                  </a:lnTo>
                  <a:lnTo>
                    <a:pt x="116205" y="229997"/>
                  </a:lnTo>
                  <a:lnTo>
                    <a:pt x="123063" y="223647"/>
                  </a:lnTo>
                  <a:lnTo>
                    <a:pt x="136779" y="223647"/>
                  </a:lnTo>
                  <a:lnTo>
                    <a:pt x="143637" y="229997"/>
                  </a:lnTo>
                  <a:lnTo>
                    <a:pt x="143637" y="215696"/>
                  </a:lnTo>
                  <a:lnTo>
                    <a:pt x="139992" y="213347"/>
                  </a:lnTo>
                  <a:lnTo>
                    <a:pt x="137109" y="212737"/>
                  </a:lnTo>
                  <a:lnTo>
                    <a:pt x="137109" y="186309"/>
                  </a:lnTo>
                  <a:lnTo>
                    <a:pt x="256413" y="186309"/>
                  </a:lnTo>
                  <a:lnTo>
                    <a:pt x="259842" y="183261"/>
                  </a:lnTo>
                  <a:lnTo>
                    <a:pt x="259842" y="173863"/>
                  </a:lnTo>
                  <a:lnTo>
                    <a:pt x="259842" y="12446"/>
                  </a:lnTo>
                  <a:lnTo>
                    <a:pt x="259842" y="3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61377" y="3939539"/>
              <a:ext cx="177546" cy="8648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445756" y="5277103"/>
            <a:ext cx="39001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Los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contextualizados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modelos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 están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accesibles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para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facilitar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caso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uso </a:t>
            </a:r>
            <a:r>
              <a:rPr sz="1400" spc="-30" dirty="0">
                <a:latin typeface="Arial"/>
                <a:cs typeface="Arial"/>
              </a:rPr>
              <a:t>desplegado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otras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aplicaciones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analítica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51701" y="4594986"/>
            <a:ext cx="4867275" cy="48475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871843" y="4703826"/>
            <a:ext cx="2952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abiertos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bien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documentados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556247" y="5041391"/>
            <a:ext cx="938530" cy="937260"/>
            <a:chOff x="6556247" y="5041391"/>
            <a:chExt cx="938530" cy="937260"/>
          </a:xfrm>
        </p:grpSpPr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6247" y="5041391"/>
              <a:ext cx="938428" cy="93695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12152" y="5259069"/>
              <a:ext cx="458089" cy="45807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45725" y="5339302"/>
              <a:ext cx="194373" cy="274294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111111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02400" y="1119300"/>
            <a:ext cx="5116195" cy="129095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000" b="1" spc="-80" dirty="0">
                <a:solidFill>
                  <a:srgbClr val="4B4B4B"/>
                </a:solidFill>
                <a:latin typeface="Arial"/>
                <a:cs typeface="Arial"/>
              </a:rPr>
              <a:t>Realice</a:t>
            </a:r>
            <a:r>
              <a:rPr sz="2000" b="1" spc="-1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4B4B4B"/>
                </a:solidFill>
                <a:latin typeface="Arial"/>
                <a:cs typeface="Arial"/>
              </a:rPr>
              <a:t>análisis</a:t>
            </a:r>
            <a:r>
              <a:rPr sz="2000" b="1" spc="-12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2000" b="1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especialistas</a:t>
            </a:r>
            <a:r>
              <a:rPr sz="2000" b="1" spc="-1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4B4B4B"/>
                </a:solidFill>
                <a:latin typeface="Arial"/>
                <a:cs typeface="Arial"/>
              </a:rPr>
              <a:t>ad</a:t>
            </a:r>
            <a:r>
              <a:rPr sz="2000" b="1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4B4B4B"/>
                </a:solidFill>
                <a:latin typeface="Arial"/>
                <a:cs typeface="Arial"/>
              </a:rPr>
              <a:t>hoc</a:t>
            </a:r>
            <a:endParaRPr sz="20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795"/>
              </a:spcBef>
              <a:buChar char="•"/>
              <a:tabLst>
                <a:tab pos="247015" algn="l"/>
              </a:tabLst>
            </a:pPr>
            <a:r>
              <a:rPr sz="1400" spc="-25" dirty="0">
                <a:latin typeface="Arial"/>
                <a:cs typeface="Arial"/>
              </a:rPr>
              <a:t>Análisis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código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series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temporales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eventos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con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</a:pPr>
            <a:r>
              <a:rPr sz="1400" spc="-45" dirty="0">
                <a:latin typeface="Arial"/>
                <a:cs typeface="Arial"/>
              </a:rPr>
              <a:t>una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biblioteca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analítica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datos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industriales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00"/>
              </a:spcBef>
              <a:buChar char="•"/>
              <a:tabLst>
                <a:tab pos="247015" algn="l"/>
              </a:tabLst>
            </a:pPr>
            <a:r>
              <a:rPr sz="1400" spc="-20" dirty="0">
                <a:latin typeface="Arial"/>
                <a:cs typeface="Arial"/>
              </a:rPr>
              <a:t>Los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especialistas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pueden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intercambiar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información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colaborar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0" y="2630710"/>
            <a:ext cx="5110480" cy="309816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spc="-90" dirty="0">
                <a:solidFill>
                  <a:srgbClr val="4B4B4B"/>
                </a:solidFill>
                <a:latin typeface="Arial"/>
                <a:cs typeface="Arial"/>
              </a:rPr>
              <a:t>Despliegue</a:t>
            </a:r>
            <a:r>
              <a:rPr sz="2000" b="1" spc="-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80" dirty="0">
                <a:solidFill>
                  <a:srgbClr val="4B4B4B"/>
                </a:solidFill>
                <a:latin typeface="Arial"/>
                <a:cs typeface="Arial"/>
              </a:rPr>
              <a:t>aplicaciones</a:t>
            </a:r>
            <a:r>
              <a:rPr sz="2000" b="1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escalables</a:t>
            </a:r>
            <a:endParaRPr sz="20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800"/>
              </a:spcBef>
              <a:buChar char="•"/>
              <a:tabLst>
                <a:tab pos="247015" algn="l"/>
              </a:tabLst>
            </a:pPr>
            <a:r>
              <a:rPr sz="1400" spc="-20" dirty="0">
                <a:latin typeface="Arial"/>
                <a:cs typeface="Arial"/>
              </a:rPr>
              <a:t>Conectores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prediseñados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para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herramientas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visualización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estándares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en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la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industria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05"/>
              </a:spcBef>
              <a:buChar char="•"/>
              <a:tabLst>
                <a:tab pos="247015" algn="l"/>
              </a:tabLst>
            </a:pPr>
            <a:r>
              <a:rPr sz="1400" spc="-85" dirty="0">
                <a:latin typeface="Arial"/>
                <a:cs typeface="Arial"/>
              </a:rPr>
              <a:t>API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30" dirty="0">
                <a:latin typeface="Arial"/>
                <a:cs typeface="Arial"/>
              </a:rPr>
              <a:t>SDK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abiertos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para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desarrolladores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aplicaciones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00"/>
              </a:spcBef>
              <a:buChar char="•"/>
              <a:tabLst>
                <a:tab pos="247015" algn="l"/>
              </a:tabLst>
            </a:pPr>
            <a:r>
              <a:rPr sz="1400" spc="-25" dirty="0">
                <a:latin typeface="Arial"/>
                <a:cs typeface="Arial"/>
              </a:rPr>
              <a:t>Soluciones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industriales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Rockwell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Automation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75" dirty="0">
                <a:solidFill>
                  <a:srgbClr val="4B4B4B"/>
                </a:solidFill>
                <a:latin typeface="Arial"/>
                <a:cs typeface="Arial"/>
              </a:rPr>
              <a:t>Desarrolle</a:t>
            </a:r>
            <a:r>
              <a:rPr sz="2000" b="1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4B4B4B"/>
                </a:solidFill>
                <a:latin typeface="Arial"/>
                <a:cs typeface="Arial"/>
              </a:rPr>
              <a:t>analítica</a:t>
            </a:r>
            <a:r>
              <a:rPr sz="2000" b="1" spc="-13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B4B4B"/>
                </a:solidFill>
                <a:latin typeface="Arial"/>
                <a:cs typeface="Arial"/>
              </a:rPr>
              <a:t>avanzada</a:t>
            </a:r>
            <a:endParaRPr sz="20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805"/>
              </a:spcBef>
              <a:buChar char="•"/>
              <a:tabLst>
                <a:tab pos="247015" algn="l"/>
              </a:tabLst>
            </a:pPr>
            <a:r>
              <a:rPr sz="1400" spc="-10" dirty="0">
                <a:latin typeface="Arial"/>
                <a:cs typeface="Arial"/>
              </a:rPr>
              <a:t>Conectividad</a:t>
            </a:r>
            <a:r>
              <a:rPr sz="1400" spc="-1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estándar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analítica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datos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y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herramientas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</a:t>
            </a:r>
            <a:endParaRPr sz="14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simulación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líderes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para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científicos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247015" indent="-217804">
              <a:lnSpc>
                <a:spcPct val="100000"/>
              </a:lnSpc>
              <a:spcBef>
                <a:spcPts val="600"/>
              </a:spcBef>
              <a:buChar char="•"/>
              <a:tabLst>
                <a:tab pos="247015" algn="l"/>
              </a:tabLst>
            </a:pPr>
            <a:r>
              <a:rPr sz="1400" spc="-30" dirty="0">
                <a:latin typeface="Arial"/>
                <a:cs typeface="Arial"/>
              </a:rPr>
              <a:t>Desarrolle,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ejecute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intercambie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código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Jupyter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Notebooks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5501640" cy="6858000"/>
            <a:chOff x="0" y="0"/>
            <a:chExt cx="5501640" cy="6858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003835" cy="685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1544"/>
              <a:ext cx="5501513" cy="14881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69036"/>
              <a:ext cx="2579878" cy="148818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7159" y="612394"/>
            <a:ext cx="4358005" cy="10217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40"/>
              </a:spcBef>
            </a:pPr>
            <a:r>
              <a:rPr spc="-185" dirty="0"/>
              <a:t>Haga</a:t>
            </a:r>
            <a:r>
              <a:rPr spc="-245" dirty="0"/>
              <a:t> </a:t>
            </a:r>
            <a:r>
              <a:rPr spc="-135" dirty="0"/>
              <a:t>que</a:t>
            </a:r>
            <a:r>
              <a:rPr spc="-235" dirty="0"/>
              <a:t> </a:t>
            </a:r>
            <a:r>
              <a:rPr spc="-160" dirty="0"/>
              <a:t>los</a:t>
            </a:r>
            <a:r>
              <a:rPr spc="-225" dirty="0"/>
              <a:t> </a:t>
            </a:r>
            <a:r>
              <a:rPr spc="-95" dirty="0"/>
              <a:t>datos</a:t>
            </a:r>
            <a:r>
              <a:rPr spc="-220" dirty="0"/>
              <a:t> </a:t>
            </a:r>
            <a:r>
              <a:rPr spc="-95" dirty="0"/>
              <a:t>sean </a:t>
            </a:r>
            <a:r>
              <a:rPr spc="-10" dirty="0"/>
              <a:t>valiosos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73736" y="1505661"/>
            <a:ext cx="5387975" cy="993140"/>
            <a:chOff x="173736" y="1505661"/>
            <a:chExt cx="5387975" cy="9931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736" y="1505661"/>
              <a:ext cx="3448812" cy="9929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0" y="1505661"/>
              <a:ext cx="2703703" cy="99293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59714" y="1816354"/>
            <a:ext cx="46482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Genere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impulse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acción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44383" y="292633"/>
            <a:ext cx="2912872" cy="79804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PUBLIC</a:t>
            </a:r>
            <a:r>
              <a:rPr spc="95" dirty="0"/>
              <a:t> </a:t>
            </a:r>
            <a:r>
              <a:rPr dirty="0"/>
              <a:t>•</a:t>
            </a:r>
            <a:r>
              <a:rPr spc="60" dirty="0"/>
              <a:t> </a:t>
            </a:r>
            <a:r>
              <a:rPr dirty="0"/>
              <a:t>Copyright</a:t>
            </a:r>
            <a:r>
              <a:rPr spc="85" dirty="0"/>
              <a:t> </a:t>
            </a:r>
            <a:r>
              <a:rPr dirty="0"/>
              <a:t>©2023</a:t>
            </a:r>
            <a:r>
              <a:rPr spc="105" dirty="0"/>
              <a:t> </a:t>
            </a:r>
            <a:r>
              <a:rPr dirty="0"/>
              <a:t>Rockwell</a:t>
            </a:r>
            <a:r>
              <a:rPr spc="100" dirty="0"/>
              <a:t> </a:t>
            </a:r>
            <a:r>
              <a:rPr dirty="0"/>
              <a:t>Automation,</a:t>
            </a:r>
            <a:r>
              <a:rPr spc="12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9270"/>
            <a:chOff x="0" y="0"/>
            <a:chExt cx="12192000" cy="6859270"/>
          </a:xfrm>
        </p:grpSpPr>
        <p:sp>
          <p:nvSpPr>
            <p:cNvPr id="3" name="object 3"/>
            <p:cNvSpPr/>
            <p:nvPr/>
          </p:nvSpPr>
          <p:spPr>
            <a:xfrm>
              <a:off x="0" y="3494275"/>
              <a:ext cx="12192000" cy="3364229"/>
            </a:xfrm>
            <a:custGeom>
              <a:avLst/>
              <a:gdLst/>
              <a:ahLst/>
              <a:cxnLst/>
              <a:rect l="l" t="t" r="r" b="b"/>
              <a:pathLst>
                <a:path w="12192000" h="3364229">
                  <a:moveTo>
                    <a:pt x="12192000" y="0"/>
                  </a:moveTo>
                  <a:lnTo>
                    <a:pt x="0" y="0"/>
                  </a:lnTo>
                  <a:lnTo>
                    <a:pt x="0" y="3363722"/>
                  </a:lnTo>
                  <a:lnTo>
                    <a:pt x="12192000" y="336372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9D9D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6297164"/>
              <a:ext cx="5850762" cy="561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1146" y="6316924"/>
              <a:ext cx="1538985" cy="5232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998" cy="44043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" y="1552955"/>
              <a:ext cx="3059811" cy="17480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492" y="1548383"/>
              <a:ext cx="2871089" cy="18364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749" y="1834514"/>
              <a:ext cx="2462669" cy="1150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56361" y="1878583"/>
            <a:ext cx="2055495" cy="10814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ct val="83300"/>
              </a:lnSpc>
              <a:spcBef>
                <a:spcPts val="415"/>
              </a:spcBef>
            </a:pP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Amplíe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iniciativas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transformación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rápido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con </a:t>
            </a:r>
            <a:r>
              <a:rPr sz="1600" b="1" spc="-125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líder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convergencia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IT/OT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09900" y="1552955"/>
            <a:ext cx="3060065" cy="1748155"/>
            <a:chOff x="3009900" y="1552955"/>
            <a:chExt cx="3060065" cy="174815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9900" y="1552955"/>
              <a:ext cx="3059811" cy="17480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5431" y="1606168"/>
              <a:ext cx="2892044" cy="16717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9940" y="1834514"/>
              <a:ext cx="2462784" cy="11508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04946" y="1936495"/>
            <a:ext cx="2030730" cy="9169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8500"/>
              </a:lnSpc>
              <a:spcBef>
                <a:spcPts val="315"/>
              </a:spcBef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Aproveche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conectividad</a:t>
            </a:r>
            <a:r>
              <a:rPr sz="1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estándar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fuentes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datos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de OT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58840" y="1552955"/>
            <a:ext cx="3060065" cy="1748155"/>
            <a:chOff x="5958840" y="1552955"/>
            <a:chExt cx="3060065" cy="174815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8840" y="1552955"/>
              <a:ext cx="3059811" cy="17480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22848" y="1606168"/>
              <a:ext cx="2898013" cy="16717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8245" y="1834514"/>
              <a:ext cx="2462656" cy="11508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53632" y="1936495"/>
            <a:ext cx="2037080" cy="9169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8500"/>
              </a:lnSpc>
              <a:spcBef>
                <a:spcPts val="315"/>
              </a:spcBef>
            </a:pP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Habilite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crecimiento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escalable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aplicaciones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existentes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futuras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06256" y="1552955"/>
            <a:ext cx="3060065" cy="1748155"/>
            <a:chOff x="8906256" y="1552955"/>
            <a:chExt cx="3060065" cy="174815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6256" y="1552955"/>
              <a:ext cx="3059811" cy="17480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71788" y="1606168"/>
              <a:ext cx="2782697" cy="16717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6423" y="1834514"/>
              <a:ext cx="2462783" cy="11508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402318" y="1936495"/>
            <a:ext cx="1965960" cy="9169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88500"/>
              </a:lnSpc>
              <a:spcBef>
                <a:spcPts val="315"/>
              </a:spcBef>
            </a:pP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Acelere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casos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600" b="1" spc="-110" dirty="0">
                <a:solidFill>
                  <a:srgbClr val="FFFFFF"/>
                </a:solidFill>
                <a:latin typeface="Arial"/>
                <a:cs typeface="Arial"/>
              </a:rPr>
              <a:t>uso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con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proveedores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confiables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6455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La</a:t>
            </a:r>
            <a:r>
              <a:rPr spc="-229" dirty="0"/>
              <a:t> </a:t>
            </a:r>
            <a:r>
              <a:rPr spc="-70" dirty="0"/>
              <a:t>diferencia</a:t>
            </a:r>
            <a:r>
              <a:rPr spc="-250" dirty="0"/>
              <a:t> </a:t>
            </a:r>
            <a:r>
              <a:rPr spc="-100" dirty="0"/>
              <a:t>de</a:t>
            </a:r>
            <a:r>
              <a:rPr spc="-210" dirty="0"/>
              <a:t> </a:t>
            </a:r>
            <a:r>
              <a:rPr spc="-125" dirty="0"/>
              <a:t>Rockwell</a:t>
            </a:r>
            <a:r>
              <a:rPr spc="-250" dirty="0"/>
              <a:t> </a:t>
            </a:r>
            <a:r>
              <a:rPr spc="-145" dirty="0"/>
              <a:t>Automation®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214424" y="885520"/>
            <a:ext cx="9808210" cy="58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205"/>
              </a:lnSpc>
              <a:spcBef>
                <a:spcPts val="105"/>
              </a:spcBef>
            </a:pP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socio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adecuado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puede</a:t>
            </a:r>
            <a:r>
              <a:rPr sz="2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movilizar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su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empresa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lograr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crecimiento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saludable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ts val="2205"/>
              </a:lnSpc>
            </a:pP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innovación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continua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32404" y="3167367"/>
            <a:ext cx="2805430" cy="3691254"/>
            <a:chOff x="3232404" y="3167367"/>
            <a:chExt cx="2805430" cy="3691254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32404" y="5565593"/>
              <a:ext cx="2804922" cy="12924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01009" y="328168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lnTo>
                    <a:pt x="1094679" y="1002"/>
                  </a:lnTo>
                  <a:lnTo>
                    <a:pt x="1046871" y="3984"/>
                  </a:lnTo>
                  <a:lnTo>
                    <a:pt x="999613" y="8904"/>
                  </a:lnTo>
                  <a:lnTo>
                    <a:pt x="952947" y="15724"/>
                  </a:lnTo>
                  <a:lnTo>
                    <a:pt x="906911" y="24404"/>
                  </a:lnTo>
                  <a:lnTo>
                    <a:pt x="861545" y="34904"/>
                  </a:lnTo>
                  <a:lnTo>
                    <a:pt x="816889" y="47185"/>
                  </a:lnTo>
                  <a:lnTo>
                    <a:pt x="772982" y="61207"/>
                  </a:lnTo>
                  <a:lnTo>
                    <a:pt x="729865" y="76930"/>
                  </a:lnTo>
                  <a:lnTo>
                    <a:pt x="687577" y="94314"/>
                  </a:lnTo>
                  <a:lnTo>
                    <a:pt x="646157" y="113320"/>
                  </a:lnTo>
                  <a:lnTo>
                    <a:pt x="605645" y="133909"/>
                  </a:lnTo>
                  <a:lnTo>
                    <a:pt x="566081" y="156040"/>
                  </a:lnTo>
                  <a:lnTo>
                    <a:pt x="527504" y="179674"/>
                  </a:lnTo>
                  <a:lnTo>
                    <a:pt x="489955" y="204772"/>
                  </a:lnTo>
                  <a:lnTo>
                    <a:pt x="453472" y="231293"/>
                  </a:lnTo>
                  <a:lnTo>
                    <a:pt x="418096" y="259198"/>
                  </a:lnTo>
                  <a:lnTo>
                    <a:pt x="383865" y="288448"/>
                  </a:lnTo>
                  <a:lnTo>
                    <a:pt x="350821" y="319002"/>
                  </a:lnTo>
                  <a:lnTo>
                    <a:pt x="319002" y="350821"/>
                  </a:lnTo>
                  <a:lnTo>
                    <a:pt x="288448" y="383865"/>
                  </a:lnTo>
                  <a:lnTo>
                    <a:pt x="259198" y="418096"/>
                  </a:lnTo>
                  <a:lnTo>
                    <a:pt x="231293" y="453472"/>
                  </a:lnTo>
                  <a:lnTo>
                    <a:pt x="204772" y="489955"/>
                  </a:lnTo>
                  <a:lnTo>
                    <a:pt x="179674" y="527504"/>
                  </a:lnTo>
                  <a:lnTo>
                    <a:pt x="156040" y="566081"/>
                  </a:lnTo>
                  <a:lnTo>
                    <a:pt x="133909" y="605645"/>
                  </a:lnTo>
                  <a:lnTo>
                    <a:pt x="113320" y="646157"/>
                  </a:lnTo>
                  <a:lnTo>
                    <a:pt x="94314" y="687577"/>
                  </a:lnTo>
                  <a:lnTo>
                    <a:pt x="76930" y="729865"/>
                  </a:lnTo>
                  <a:lnTo>
                    <a:pt x="61207" y="772982"/>
                  </a:lnTo>
                  <a:lnTo>
                    <a:pt x="47185" y="816889"/>
                  </a:lnTo>
                  <a:lnTo>
                    <a:pt x="34904" y="861545"/>
                  </a:lnTo>
                  <a:lnTo>
                    <a:pt x="24404" y="906911"/>
                  </a:lnTo>
                  <a:lnTo>
                    <a:pt x="15724" y="952947"/>
                  </a:lnTo>
                  <a:lnTo>
                    <a:pt x="8904" y="999613"/>
                  </a:lnTo>
                  <a:lnTo>
                    <a:pt x="3984" y="1046871"/>
                  </a:lnTo>
                  <a:lnTo>
                    <a:pt x="1002" y="1094679"/>
                  </a:lnTo>
                  <a:lnTo>
                    <a:pt x="0" y="1143000"/>
                  </a:lnTo>
                  <a:lnTo>
                    <a:pt x="1002" y="1191320"/>
                  </a:lnTo>
                  <a:lnTo>
                    <a:pt x="3984" y="1239128"/>
                  </a:lnTo>
                  <a:lnTo>
                    <a:pt x="8904" y="1286386"/>
                  </a:lnTo>
                  <a:lnTo>
                    <a:pt x="15724" y="1333052"/>
                  </a:lnTo>
                  <a:lnTo>
                    <a:pt x="24404" y="1379088"/>
                  </a:lnTo>
                  <a:lnTo>
                    <a:pt x="34904" y="1424454"/>
                  </a:lnTo>
                  <a:lnTo>
                    <a:pt x="47185" y="1469110"/>
                  </a:lnTo>
                  <a:lnTo>
                    <a:pt x="61207" y="1513017"/>
                  </a:lnTo>
                  <a:lnTo>
                    <a:pt x="76930" y="1556134"/>
                  </a:lnTo>
                  <a:lnTo>
                    <a:pt x="94314" y="1598422"/>
                  </a:lnTo>
                  <a:lnTo>
                    <a:pt x="113320" y="1639842"/>
                  </a:lnTo>
                  <a:lnTo>
                    <a:pt x="133909" y="1680354"/>
                  </a:lnTo>
                  <a:lnTo>
                    <a:pt x="156040" y="1719918"/>
                  </a:lnTo>
                  <a:lnTo>
                    <a:pt x="179674" y="1758495"/>
                  </a:lnTo>
                  <a:lnTo>
                    <a:pt x="204772" y="1796044"/>
                  </a:lnTo>
                  <a:lnTo>
                    <a:pt x="231293" y="1832527"/>
                  </a:lnTo>
                  <a:lnTo>
                    <a:pt x="259198" y="1867903"/>
                  </a:lnTo>
                  <a:lnTo>
                    <a:pt x="288448" y="1902134"/>
                  </a:lnTo>
                  <a:lnTo>
                    <a:pt x="319002" y="1935178"/>
                  </a:lnTo>
                  <a:lnTo>
                    <a:pt x="350821" y="1966997"/>
                  </a:lnTo>
                  <a:lnTo>
                    <a:pt x="383865" y="1997551"/>
                  </a:lnTo>
                  <a:lnTo>
                    <a:pt x="418096" y="2026801"/>
                  </a:lnTo>
                  <a:lnTo>
                    <a:pt x="453472" y="2054706"/>
                  </a:lnTo>
                  <a:lnTo>
                    <a:pt x="489955" y="2081227"/>
                  </a:lnTo>
                  <a:lnTo>
                    <a:pt x="527504" y="2106325"/>
                  </a:lnTo>
                  <a:lnTo>
                    <a:pt x="566081" y="2129959"/>
                  </a:lnTo>
                  <a:lnTo>
                    <a:pt x="605645" y="2152090"/>
                  </a:lnTo>
                  <a:lnTo>
                    <a:pt x="646157" y="2172679"/>
                  </a:lnTo>
                  <a:lnTo>
                    <a:pt x="687577" y="2191685"/>
                  </a:lnTo>
                  <a:lnTo>
                    <a:pt x="729865" y="2209069"/>
                  </a:lnTo>
                  <a:lnTo>
                    <a:pt x="772982" y="2224792"/>
                  </a:lnTo>
                  <a:lnTo>
                    <a:pt x="816889" y="2238814"/>
                  </a:lnTo>
                  <a:lnTo>
                    <a:pt x="861545" y="2251095"/>
                  </a:lnTo>
                  <a:lnTo>
                    <a:pt x="906911" y="2261595"/>
                  </a:lnTo>
                  <a:lnTo>
                    <a:pt x="952947" y="2270275"/>
                  </a:lnTo>
                  <a:lnTo>
                    <a:pt x="999613" y="2277095"/>
                  </a:lnTo>
                  <a:lnTo>
                    <a:pt x="1046871" y="2282015"/>
                  </a:lnTo>
                  <a:lnTo>
                    <a:pt x="1094679" y="2284997"/>
                  </a:lnTo>
                  <a:lnTo>
                    <a:pt x="1143000" y="2286000"/>
                  </a:lnTo>
                  <a:lnTo>
                    <a:pt x="1191310" y="2284997"/>
                  </a:lnTo>
                  <a:lnTo>
                    <a:pt x="1239111" y="2282015"/>
                  </a:lnTo>
                  <a:lnTo>
                    <a:pt x="1286361" y="2277095"/>
                  </a:lnTo>
                  <a:lnTo>
                    <a:pt x="1333021" y="2270275"/>
                  </a:lnTo>
                  <a:lnTo>
                    <a:pt x="1379051" y="2261595"/>
                  </a:lnTo>
                  <a:lnTo>
                    <a:pt x="1424412" y="2251095"/>
                  </a:lnTo>
                  <a:lnTo>
                    <a:pt x="1469064" y="2238814"/>
                  </a:lnTo>
                  <a:lnTo>
                    <a:pt x="1512967" y="2224792"/>
                  </a:lnTo>
                  <a:lnTo>
                    <a:pt x="1556082" y="2209069"/>
                  </a:lnTo>
                  <a:lnTo>
                    <a:pt x="1598368" y="2191685"/>
                  </a:lnTo>
                  <a:lnTo>
                    <a:pt x="1639787" y="2172679"/>
                  </a:lnTo>
                  <a:lnTo>
                    <a:pt x="1680298" y="2152090"/>
                  </a:lnTo>
                  <a:lnTo>
                    <a:pt x="1719862" y="2129959"/>
                  </a:lnTo>
                  <a:lnTo>
                    <a:pt x="1758439" y="2106325"/>
                  </a:lnTo>
                  <a:lnTo>
                    <a:pt x="1795989" y="2081227"/>
                  </a:lnTo>
                  <a:lnTo>
                    <a:pt x="1832473" y="2054706"/>
                  </a:lnTo>
                  <a:lnTo>
                    <a:pt x="1867850" y="2026801"/>
                  </a:lnTo>
                  <a:lnTo>
                    <a:pt x="1902083" y="1997551"/>
                  </a:lnTo>
                  <a:lnTo>
                    <a:pt x="1935129" y="1966997"/>
                  </a:lnTo>
                  <a:lnTo>
                    <a:pt x="1966951" y="1935178"/>
                  </a:lnTo>
                  <a:lnTo>
                    <a:pt x="1997508" y="1902134"/>
                  </a:lnTo>
                  <a:lnTo>
                    <a:pt x="2026760" y="1867903"/>
                  </a:lnTo>
                  <a:lnTo>
                    <a:pt x="2054668" y="1832527"/>
                  </a:lnTo>
                  <a:lnTo>
                    <a:pt x="2081192" y="1796044"/>
                  </a:lnTo>
                  <a:lnTo>
                    <a:pt x="2106293" y="1758495"/>
                  </a:lnTo>
                  <a:lnTo>
                    <a:pt x="2129931" y="1719918"/>
                  </a:lnTo>
                  <a:lnTo>
                    <a:pt x="2152065" y="1680354"/>
                  </a:lnTo>
                  <a:lnTo>
                    <a:pt x="2172657" y="1639842"/>
                  </a:lnTo>
                  <a:lnTo>
                    <a:pt x="2191666" y="1598422"/>
                  </a:lnTo>
                  <a:lnTo>
                    <a:pt x="2209054" y="1556134"/>
                  </a:lnTo>
                  <a:lnTo>
                    <a:pt x="2224780" y="1513017"/>
                  </a:lnTo>
                  <a:lnTo>
                    <a:pt x="2238804" y="1469110"/>
                  </a:lnTo>
                  <a:lnTo>
                    <a:pt x="2251087" y="1424454"/>
                  </a:lnTo>
                  <a:lnTo>
                    <a:pt x="2261589" y="1379088"/>
                  </a:lnTo>
                  <a:lnTo>
                    <a:pt x="2270271" y="1333052"/>
                  </a:lnTo>
                  <a:lnTo>
                    <a:pt x="2277093" y="1286386"/>
                  </a:lnTo>
                  <a:lnTo>
                    <a:pt x="2282014" y="1239128"/>
                  </a:lnTo>
                  <a:lnTo>
                    <a:pt x="2284997" y="1191320"/>
                  </a:lnTo>
                  <a:lnTo>
                    <a:pt x="2286000" y="1143000"/>
                  </a:lnTo>
                  <a:lnTo>
                    <a:pt x="2284997" y="1094679"/>
                  </a:lnTo>
                  <a:lnTo>
                    <a:pt x="2282014" y="1046871"/>
                  </a:lnTo>
                  <a:lnTo>
                    <a:pt x="2277093" y="999613"/>
                  </a:lnTo>
                  <a:lnTo>
                    <a:pt x="2270271" y="952947"/>
                  </a:lnTo>
                  <a:lnTo>
                    <a:pt x="2261589" y="906911"/>
                  </a:lnTo>
                  <a:lnTo>
                    <a:pt x="2251087" y="861545"/>
                  </a:lnTo>
                  <a:lnTo>
                    <a:pt x="2238804" y="816889"/>
                  </a:lnTo>
                  <a:lnTo>
                    <a:pt x="2224780" y="772982"/>
                  </a:lnTo>
                  <a:lnTo>
                    <a:pt x="2209054" y="729865"/>
                  </a:lnTo>
                  <a:lnTo>
                    <a:pt x="2191666" y="687577"/>
                  </a:lnTo>
                  <a:lnTo>
                    <a:pt x="2172657" y="646157"/>
                  </a:lnTo>
                  <a:lnTo>
                    <a:pt x="2152065" y="605645"/>
                  </a:lnTo>
                  <a:lnTo>
                    <a:pt x="2129931" y="566081"/>
                  </a:lnTo>
                  <a:lnTo>
                    <a:pt x="2106293" y="527504"/>
                  </a:lnTo>
                  <a:lnTo>
                    <a:pt x="2081192" y="489955"/>
                  </a:lnTo>
                  <a:lnTo>
                    <a:pt x="2054668" y="453472"/>
                  </a:lnTo>
                  <a:lnTo>
                    <a:pt x="2026760" y="418096"/>
                  </a:lnTo>
                  <a:lnTo>
                    <a:pt x="1997508" y="383865"/>
                  </a:lnTo>
                  <a:lnTo>
                    <a:pt x="1966951" y="350821"/>
                  </a:lnTo>
                  <a:lnTo>
                    <a:pt x="1935129" y="319002"/>
                  </a:lnTo>
                  <a:lnTo>
                    <a:pt x="1902083" y="288448"/>
                  </a:lnTo>
                  <a:lnTo>
                    <a:pt x="1867850" y="259198"/>
                  </a:lnTo>
                  <a:lnTo>
                    <a:pt x="1832473" y="231293"/>
                  </a:lnTo>
                  <a:lnTo>
                    <a:pt x="1795989" y="204772"/>
                  </a:lnTo>
                  <a:lnTo>
                    <a:pt x="1758439" y="179674"/>
                  </a:lnTo>
                  <a:lnTo>
                    <a:pt x="1719862" y="156040"/>
                  </a:lnTo>
                  <a:lnTo>
                    <a:pt x="1680298" y="133909"/>
                  </a:lnTo>
                  <a:lnTo>
                    <a:pt x="1639787" y="113320"/>
                  </a:lnTo>
                  <a:lnTo>
                    <a:pt x="1598368" y="94314"/>
                  </a:lnTo>
                  <a:lnTo>
                    <a:pt x="1556082" y="76930"/>
                  </a:lnTo>
                  <a:lnTo>
                    <a:pt x="1512967" y="61207"/>
                  </a:lnTo>
                  <a:lnTo>
                    <a:pt x="1469064" y="47185"/>
                  </a:lnTo>
                  <a:lnTo>
                    <a:pt x="1424412" y="34904"/>
                  </a:lnTo>
                  <a:lnTo>
                    <a:pt x="1379051" y="24404"/>
                  </a:lnTo>
                  <a:lnTo>
                    <a:pt x="1333021" y="15724"/>
                  </a:lnTo>
                  <a:lnTo>
                    <a:pt x="1286361" y="8904"/>
                  </a:lnTo>
                  <a:lnTo>
                    <a:pt x="1239111" y="3984"/>
                  </a:lnTo>
                  <a:lnTo>
                    <a:pt x="1191310" y="1002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74009" y="3167367"/>
              <a:ext cx="2540000" cy="25273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994784" y="4092397"/>
            <a:ext cx="129730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4B4B4B"/>
                </a:solidFill>
                <a:latin typeface="Arial"/>
                <a:cs typeface="Arial"/>
              </a:rPr>
              <a:t>ACCESO </a:t>
            </a:r>
            <a:r>
              <a:rPr sz="1400" b="1" spc="-110" dirty="0">
                <a:solidFill>
                  <a:srgbClr val="4B4B4B"/>
                </a:solidFill>
                <a:latin typeface="Arial"/>
                <a:cs typeface="Arial"/>
              </a:rPr>
              <a:t>SIMPLIFICADO</a:t>
            </a:r>
            <a:r>
              <a:rPr sz="1400" b="1" spc="-70" dirty="0">
                <a:solidFill>
                  <a:srgbClr val="4B4B4B"/>
                </a:solidFill>
                <a:latin typeface="Arial"/>
                <a:cs typeface="Arial"/>
              </a:rPr>
              <a:t> A </a:t>
            </a:r>
            <a:r>
              <a:rPr sz="1400" b="1" spc="-1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3463" y="3167367"/>
            <a:ext cx="2805430" cy="3691254"/>
            <a:chOff x="283463" y="3167367"/>
            <a:chExt cx="2805430" cy="3691254"/>
          </a:xfrm>
        </p:grpSpPr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3463" y="5565593"/>
              <a:ext cx="2804922" cy="129240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52742" y="328168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2961" y="0"/>
                  </a:moveTo>
                  <a:lnTo>
                    <a:pt x="1094649" y="1002"/>
                  </a:lnTo>
                  <a:lnTo>
                    <a:pt x="1046847" y="3984"/>
                  </a:lnTo>
                  <a:lnTo>
                    <a:pt x="999596" y="8904"/>
                  </a:lnTo>
                  <a:lnTo>
                    <a:pt x="952935" y="15724"/>
                  </a:lnTo>
                  <a:lnTo>
                    <a:pt x="906904" y="24404"/>
                  </a:lnTo>
                  <a:lnTo>
                    <a:pt x="861543" y="34904"/>
                  </a:lnTo>
                  <a:lnTo>
                    <a:pt x="816891" y="47185"/>
                  </a:lnTo>
                  <a:lnTo>
                    <a:pt x="772988" y="61207"/>
                  </a:lnTo>
                  <a:lnTo>
                    <a:pt x="729874" y="76930"/>
                  </a:lnTo>
                  <a:lnTo>
                    <a:pt x="687588" y="94314"/>
                  </a:lnTo>
                  <a:lnTo>
                    <a:pt x="646170" y="113320"/>
                  </a:lnTo>
                  <a:lnTo>
                    <a:pt x="605660" y="133909"/>
                  </a:lnTo>
                  <a:lnTo>
                    <a:pt x="566098" y="156040"/>
                  </a:lnTo>
                  <a:lnTo>
                    <a:pt x="527522" y="179674"/>
                  </a:lnTo>
                  <a:lnTo>
                    <a:pt x="489974" y="204772"/>
                  </a:lnTo>
                  <a:lnTo>
                    <a:pt x="453491" y="231293"/>
                  </a:lnTo>
                  <a:lnTo>
                    <a:pt x="418115" y="259198"/>
                  </a:lnTo>
                  <a:lnTo>
                    <a:pt x="383885" y="288448"/>
                  </a:lnTo>
                  <a:lnTo>
                    <a:pt x="350840" y="319002"/>
                  </a:lnTo>
                  <a:lnTo>
                    <a:pt x="319020" y="350821"/>
                  </a:lnTo>
                  <a:lnTo>
                    <a:pt x="288466" y="383865"/>
                  </a:lnTo>
                  <a:lnTo>
                    <a:pt x="259215" y="418096"/>
                  </a:lnTo>
                  <a:lnTo>
                    <a:pt x="231309" y="453472"/>
                  </a:lnTo>
                  <a:lnTo>
                    <a:pt x="204787" y="489955"/>
                  </a:lnTo>
                  <a:lnTo>
                    <a:pt x="179688" y="527504"/>
                  </a:lnTo>
                  <a:lnTo>
                    <a:pt x="156053" y="566081"/>
                  </a:lnTo>
                  <a:lnTo>
                    <a:pt x="133920" y="605645"/>
                  </a:lnTo>
                  <a:lnTo>
                    <a:pt x="113330" y="646157"/>
                  </a:lnTo>
                  <a:lnTo>
                    <a:pt x="94323" y="687577"/>
                  </a:lnTo>
                  <a:lnTo>
                    <a:pt x="76937" y="729865"/>
                  </a:lnTo>
                  <a:lnTo>
                    <a:pt x="61213" y="772982"/>
                  </a:lnTo>
                  <a:lnTo>
                    <a:pt x="47190" y="816889"/>
                  </a:lnTo>
                  <a:lnTo>
                    <a:pt x="34908" y="861545"/>
                  </a:lnTo>
                  <a:lnTo>
                    <a:pt x="24407" y="906911"/>
                  </a:lnTo>
                  <a:lnTo>
                    <a:pt x="15726" y="952947"/>
                  </a:lnTo>
                  <a:lnTo>
                    <a:pt x="8905" y="999613"/>
                  </a:lnTo>
                  <a:lnTo>
                    <a:pt x="3984" y="1046871"/>
                  </a:lnTo>
                  <a:lnTo>
                    <a:pt x="1002" y="1094679"/>
                  </a:lnTo>
                  <a:lnTo>
                    <a:pt x="0" y="1143000"/>
                  </a:lnTo>
                  <a:lnTo>
                    <a:pt x="1002" y="1191320"/>
                  </a:lnTo>
                  <a:lnTo>
                    <a:pt x="3984" y="1239128"/>
                  </a:lnTo>
                  <a:lnTo>
                    <a:pt x="8905" y="1286386"/>
                  </a:lnTo>
                  <a:lnTo>
                    <a:pt x="15726" y="1333052"/>
                  </a:lnTo>
                  <a:lnTo>
                    <a:pt x="24407" y="1379088"/>
                  </a:lnTo>
                  <a:lnTo>
                    <a:pt x="34908" y="1424454"/>
                  </a:lnTo>
                  <a:lnTo>
                    <a:pt x="47190" y="1469110"/>
                  </a:lnTo>
                  <a:lnTo>
                    <a:pt x="61213" y="1513017"/>
                  </a:lnTo>
                  <a:lnTo>
                    <a:pt x="76937" y="1556134"/>
                  </a:lnTo>
                  <a:lnTo>
                    <a:pt x="94323" y="1598422"/>
                  </a:lnTo>
                  <a:lnTo>
                    <a:pt x="113330" y="1639842"/>
                  </a:lnTo>
                  <a:lnTo>
                    <a:pt x="133920" y="1680354"/>
                  </a:lnTo>
                  <a:lnTo>
                    <a:pt x="156053" y="1719918"/>
                  </a:lnTo>
                  <a:lnTo>
                    <a:pt x="179688" y="1758495"/>
                  </a:lnTo>
                  <a:lnTo>
                    <a:pt x="204787" y="1796044"/>
                  </a:lnTo>
                  <a:lnTo>
                    <a:pt x="231309" y="1832527"/>
                  </a:lnTo>
                  <a:lnTo>
                    <a:pt x="259215" y="1867903"/>
                  </a:lnTo>
                  <a:lnTo>
                    <a:pt x="288466" y="1902134"/>
                  </a:lnTo>
                  <a:lnTo>
                    <a:pt x="319020" y="1935178"/>
                  </a:lnTo>
                  <a:lnTo>
                    <a:pt x="350840" y="1966997"/>
                  </a:lnTo>
                  <a:lnTo>
                    <a:pt x="383885" y="1997551"/>
                  </a:lnTo>
                  <a:lnTo>
                    <a:pt x="418115" y="2026801"/>
                  </a:lnTo>
                  <a:lnTo>
                    <a:pt x="453491" y="2054706"/>
                  </a:lnTo>
                  <a:lnTo>
                    <a:pt x="489974" y="2081227"/>
                  </a:lnTo>
                  <a:lnTo>
                    <a:pt x="527522" y="2106325"/>
                  </a:lnTo>
                  <a:lnTo>
                    <a:pt x="566098" y="2129959"/>
                  </a:lnTo>
                  <a:lnTo>
                    <a:pt x="605660" y="2152090"/>
                  </a:lnTo>
                  <a:lnTo>
                    <a:pt x="646170" y="2172679"/>
                  </a:lnTo>
                  <a:lnTo>
                    <a:pt x="687588" y="2191685"/>
                  </a:lnTo>
                  <a:lnTo>
                    <a:pt x="729874" y="2209069"/>
                  </a:lnTo>
                  <a:lnTo>
                    <a:pt x="772988" y="2224792"/>
                  </a:lnTo>
                  <a:lnTo>
                    <a:pt x="816891" y="2238814"/>
                  </a:lnTo>
                  <a:lnTo>
                    <a:pt x="861543" y="2251095"/>
                  </a:lnTo>
                  <a:lnTo>
                    <a:pt x="906904" y="2261595"/>
                  </a:lnTo>
                  <a:lnTo>
                    <a:pt x="952935" y="2270275"/>
                  </a:lnTo>
                  <a:lnTo>
                    <a:pt x="999596" y="2277095"/>
                  </a:lnTo>
                  <a:lnTo>
                    <a:pt x="1046847" y="2282015"/>
                  </a:lnTo>
                  <a:lnTo>
                    <a:pt x="1094649" y="2284997"/>
                  </a:lnTo>
                  <a:lnTo>
                    <a:pt x="1142961" y="2286000"/>
                  </a:lnTo>
                  <a:lnTo>
                    <a:pt x="1191282" y="2284997"/>
                  </a:lnTo>
                  <a:lnTo>
                    <a:pt x="1239090" y="2282015"/>
                  </a:lnTo>
                  <a:lnTo>
                    <a:pt x="1286348" y="2277095"/>
                  </a:lnTo>
                  <a:lnTo>
                    <a:pt x="1333014" y="2270275"/>
                  </a:lnTo>
                  <a:lnTo>
                    <a:pt x="1379050" y="2261595"/>
                  </a:lnTo>
                  <a:lnTo>
                    <a:pt x="1424416" y="2251095"/>
                  </a:lnTo>
                  <a:lnTo>
                    <a:pt x="1469072" y="2238814"/>
                  </a:lnTo>
                  <a:lnTo>
                    <a:pt x="1512979" y="2224792"/>
                  </a:lnTo>
                  <a:lnTo>
                    <a:pt x="1556096" y="2209069"/>
                  </a:lnTo>
                  <a:lnTo>
                    <a:pt x="1598384" y="2191685"/>
                  </a:lnTo>
                  <a:lnTo>
                    <a:pt x="1639804" y="2172679"/>
                  </a:lnTo>
                  <a:lnTo>
                    <a:pt x="1680316" y="2152090"/>
                  </a:lnTo>
                  <a:lnTo>
                    <a:pt x="1719880" y="2129959"/>
                  </a:lnTo>
                  <a:lnTo>
                    <a:pt x="1758457" y="2106325"/>
                  </a:lnTo>
                  <a:lnTo>
                    <a:pt x="1796006" y="2081227"/>
                  </a:lnTo>
                  <a:lnTo>
                    <a:pt x="1832489" y="2054706"/>
                  </a:lnTo>
                  <a:lnTo>
                    <a:pt x="1867865" y="2026801"/>
                  </a:lnTo>
                  <a:lnTo>
                    <a:pt x="1902095" y="1997551"/>
                  </a:lnTo>
                  <a:lnTo>
                    <a:pt x="1935140" y="1966997"/>
                  </a:lnTo>
                  <a:lnTo>
                    <a:pt x="1966959" y="1935178"/>
                  </a:lnTo>
                  <a:lnTo>
                    <a:pt x="1997513" y="1902134"/>
                  </a:lnTo>
                  <a:lnTo>
                    <a:pt x="2026763" y="1867903"/>
                  </a:lnTo>
                  <a:lnTo>
                    <a:pt x="2054668" y="1832527"/>
                  </a:lnTo>
                  <a:lnTo>
                    <a:pt x="2081189" y="1796044"/>
                  </a:lnTo>
                  <a:lnTo>
                    <a:pt x="2106287" y="1758495"/>
                  </a:lnTo>
                  <a:lnTo>
                    <a:pt x="2129921" y="1719918"/>
                  </a:lnTo>
                  <a:lnTo>
                    <a:pt x="2152052" y="1680354"/>
                  </a:lnTo>
                  <a:lnTo>
                    <a:pt x="2172641" y="1639842"/>
                  </a:lnTo>
                  <a:lnTo>
                    <a:pt x="2191647" y="1598422"/>
                  </a:lnTo>
                  <a:lnTo>
                    <a:pt x="2209031" y="1556134"/>
                  </a:lnTo>
                  <a:lnTo>
                    <a:pt x="2224754" y="1513017"/>
                  </a:lnTo>
                  <a:lnTo>
                    <a:pt x="2238776" y="1469110"/>
                  </a:lnTo>
                  <a:lnTo>
                    <a:pt x="2251056" y="1424454"/>
                  </a:lnTo>
                  <a:lnTo>
                    <a:pt x="2261557" y="1379088"/>
                  </a:lnTo>
                  <a:lnTo>
                    <a:pt x="2270237" y="1333052"/>
                  </a:lnTo>
                  <a:lnTo>
                    <a:pt x="2277057" y="1286386"/>
                  </a:lnTo>
                  <a:lnTo>
                    <a:pt x="2281977" y="1239128"/>
                  </a:lnTo>
                  <a:lnTo>
                    <a:pt x="2284959" y="1191320"/>
                  </a:lnTo>
                  <a:lnTo>
                    <a:pt x="2285961" y="1143000"/>
                  </a:lnTo>
                  <a:lnTo>
                    <a:pt x="2284959" y="1094679"/>
                  </a:lnTo>
                  <a:lnTo>
                    <a:pt x="2281977" y="1046871"/>
                  </a:lnTo>
                  <a:lnTo>
                    <a:pt x="2277057" y="999613"/>
                  </a:lnTo>
                  <a:lnTo>
                    <a:pt x="2270237" y="952947"/>
                  </a:lnTo>
                  <a:lnTo>
                    <a:pt x="2261557" y="906911"/>
                  </a:lnTo>
                  <a:lnTo>
                    <a:pt x="2251056" y="861545"/>
                  </a:lnTo>
                  <a:lnTo>
                    <a:pt x="2238776" y="816889"/>
                  </a:lnTo>
                  <a:lnTo>
                    <a:pt x="2224754" y="772982"/>
                  </a:lnTo>
                  <a:lnTo>
                    <a:pt x="2209031" y="729865"/>
                  </a:lnTo>
                  <a:lnTo>
                    <a:pt x="2191647" y="687577"/>
                  </a:lnTo>
                  <a:lnTo>
                    <a:pt x="2172641" y="646157"/>
                  </a:lnTo>
                  <a:lnTo>
                    <a:pt x="2152052" y="605645"/>
                  </a:lnTo>
                  <a:lnTo>
                    <a:pt x="2129921" y="566081"/>
                  </a:lnTo>
                  <a:lnTo>
                    <a:pt x="2106287" y="527504"/>
                  </a:lnTo>
                  <a:lnTo>
                    <a:pt x="2081189" y="489955"/>
                  </a:lnTo>
                  <a:lnTo>
                    <a:pt x="2054668" y="453472"/>
                  </a:lnTo>
                  <a:lnTo>
                    <a:pt x="2026763" y="418096"/>
                  </a:lnTo>
                  <a:lnTo>
                    <a:pt x="1997513" y="383865"/>
                  </a:lnTo>
                  <a:lnTo>
                    <a:pt x="1966959" y="350821"/>
                  </a:lnTo>
                  <a:lnTo>
                    <a:pt x="1935140" y="319002"/>
                  </a:lnTo>
                  <a:lnTo>
                    <a:pt x="1902095" y="288448"/>
                  </a:lnTo>
                  <a:lnTo>
                    <a:pt x="1867865" y="259198"/>
                  </a:lnTo>
                  <a:lnTo>
                    <a:pt x="1832489" y="231293"/>
                  </a:lnTo>
                  <a:lnTo>
                    <a:pt x="1796006" y="204772"/>
                  </a:lnTo>
                  <a:lnTo>
                    <a:pt x="1758457" y="179674"/>
                  </a:lnTo>
                  <a:lnTo>
                    <a:pt x="1719880" y="156040"/>
                  </a:lnTo>
                  <a:lnTo>
                    <a:pt x="1680316" y="133909"/>
                  </a:lnTo>
                  <a:lnTo>
                    <a:pt x="1639804" y="113320"/>
                  </a:lnTo>
                  <a:lnTo>
                    <a:pt x="1598384" y="94314"/>
                  </a:lnTo>
                  <a:lnTo>
                    <a:pt x="1556096" y="76930"/>
                  </a:lnTo>
                  <a:lnTo>
                    <a:pt x="1512979" y="61207"/>
                  </a:lnTo>
                  <a:lnTo>
                    <a:pt x="1469072" y="47185"/>
                  </a:lnTo>
                  <a:lnTo>
                    <a:pt x="1424416" y="34904"/>
                  </a:lnTo>
                  <a:lnTo>
                    <a:pt x="1379050" y="24404"/>
                  </a:lnTo>
                  <a:lnTo>
                    <a:pt x="1333014" y="15724"/>
                  </a:lnTo>
                  <a:lnTo>
                    <a:pt x="1286348" y="8904"/>
                  </a:lnTo>
                  <a:lnTo>
                    <a:pt x="1239090" y="3984"/>
                  </a:lnTo>
                  <a:lnTo>
                    <a:pt x="1191282" y="1002"/>
                  </a:lnTo>
                  <a:lnTo>
                    <a:pt x="1142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5754" y="3167367"/>
              <a:ext cx="2539949" cy="25273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27303" y="3985717"/>
            <a:ext cx="153670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4B4B4B"/>
                </a:solidFill>
                <a:latin typeface="Arial"/>
                <a:cs typeface="Arial"/>
              </a:rPr>
              <a:t>ASESOR </a:t>
            </a:r>
            <a:r>
              <a:rPr sz="1400" b="1" spc="-114" dirty="0">
                <a:solidFill>
                  <a:srgbClr val="4B4B4B"/>
                </a:solidFill>
                <a:latin typeface="Arial"/>
                <a:cs typeface="Arial"/>
              </a:rPr>
              <a:t>CONFIABLE</a:t>
            </a:r>
            <a:r>
              <a:rPr sz="1400" b="1" spc="-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B4B4B"/>
                </a:solidFill>
                <a:latin typeface="Arial"/>
                <a:cs typeface="Arial"/>
              </a:rPr>
              <a:t>QUE </a:t>
            </a:r>
            <a:r>
              <a:rPr sz="1400" b="1" spc="-125" dirty="0">
                <a:solidFill>
                  <a:srgbClr val="4B4B4B"/>
                </a:solidFill>
                <a:latin typeface="Arial"/>
                <a:cs typeface="Arial"/>
              </a:rPr>
              <a:t>AYUDA</a:t>
            </a:r>
            <a:r>
              <a:rPr sz="1400" b="1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sz="1400" b="1" spc="-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25" dirty="0">
                <a:solidFill>
                  <a:srgbClr val="4B4B4B"/>
                </a:solidFill>
                <a:latin typeface="Arial"/>
                <a:cs typeface="Arial"/>
              </a:rPr>
              <a:t>OBTENER </a:t>
            </a:r>
            <a:r>
              <a:rPr sz="1400" b="1" spc="-30" dirty="0">
                <a:solidFill>
                  <a:srgbClr val="4B4B4B"/>
                </a:solidFill>
                <a:latin typeface="Arial"/>
                <a:cs typeface="Arial"/>
              </a:rPr>
              <a:t>RESULTADOS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79820" y="3167367"/>
            <a:ext cx="2805430" cy="3691254"/>
            <a:chOff x="6179820" y="3167367"/>
            <a:chExt cx="2805430" cy="3691254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79820" y="5565593"/>
              <a:ext cx="2804922" cy="129240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449187" y="328168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2999" y="0"/>
                  </a:moveTo>
                  <a:lnTo>
                    <a:pt x="1094689" y="1002"/>
                  </a:lnTo>
                  <a:lnTo>
                    <a:pt x="1046888" y="3984"/>
                  </a:lnTo>
                  <a:lnTo>
                    <a:pt x="999638" y="8904"/>
                  </a:lnTo>
                  <a:lnTo>
                    <a:pt x="952978" y="15724"/>
                  </a:lnTo>
                  <a:lnTo>
                    <a:pt x="906948" y="24404"/>
                  </a:lnTo>
                  <a:lnTo>
                    <a:pt x="861587" y="34904"/>
                  </a:lnTo>
                  <a:lnTo>
                    <a:pt x="816935" y="47185"/>
                  </a:lnTo>
                  <a:lnTo>
                    <a:pt x="773032" y="61207"/>
                  </a:lnTo>
                  <a:lnTo>
                    <a:pt x="729917" y="76930"/>
                  </a:lnTo>
                  <a:lnTo>
                    <a:pt x="687631" y="94314"/>
                  </a:lnTo>
                  <a:lnTo>
                    <a:pt x="646212" y="113320"/>
                  </a:lnTo>
                  <a:lnTo>
                    <a:pt x="605701" y="133909"/>
                  </a:lnTo>
                  <a:lnTo>
                    <a:pt x="566137" y="156040"/>
                  </a:lnTo>
                  <a:lnTo>
                    <a:pt x="527560" y="179674"/>
                  </a:lnTo>
                  <a:lnTo>
                    <a:pt x="490010" y="204772"/>
                  </a:lnTo>
                  <a:lnTo>
                    <a:pt x="453526" y="231293"/>
                  </a:lnTo>
                  <a:lnTo>
                    <a:pt x="418149" y="259198"/>
                  </a:lnTo>
                  <a:lnTo>
                    <a:pt x="383916" y="288448"/>
                  </a:lnTo>
                  <a:lnTo>
                    <a:pt x="350870" y="319002"/>
                  </a:lnTo>
                  <a:lnTo>
                    <a:pt x="319048" y="350821"/>
                  </a:lnTo>
                  <a:lnTo>
                    <a:pt x="288491" y="383865"/>
                  </a:lnTo>
                  <a:lnTo>
                    <a:pt x="259239" y="418096"/>
                  </a:lnTo>
                  <a:lnTo>
                    <a:pt x="231331" y="453472"/>
                  </a:lnTo>
                  <a:lnTo>
                    <a:pt x="204807" y="489955"/>
                  </a:lnTo>
                  <a:lnTo>
                    <a:pt x="179706" y="527504"/>
                  </a:lnTo>
                  <a:lnTo>
                    <a:pt x="156068" y="566081"/>
                  </a:lnTo>
                  <a:lnTo>
                    <a:pt x="133934" y="605645"/>
                  </a:lnTo>
                  <a:lnTo>
                    <a:pt x="113342" y="646157"/>
                  </a:lnTo>
                  <a:lnTo>
                    <a:pt x="94333" y="687577"/>
                  </a:lnTo>
                  <a:lnTo>
                    <a:pt x="76945" y="729865"/>
                  </a:lnTo>
                  <a:lnTo>
                    <a:pt x="61219" y="772982"/>
                  </a:lnTo>
                  <a:lnTo>
                    <a:pt x="47195" y="816889"/>
                  </a:lnTo>
                  <a:lnTo>
                    <a:pt x="34912" y="861545"/>
                  </a:lnTo>
                  <a:lnTo>
                    <a:pt x="24410" y="906911"/>
                  </a:lnTo>
                  <a:lnTo>
                    <a:pt x="15728" y="952947"/>
                  </a:lnTo>
                  <a:lnTo>
                    <a:pt x="8906" y="999613"/>
                  </a:lnTo>
                  <a:lnTo>
                    <a:pt x="3985" y="1046871"/>
                  </a:lnTo>
                  <a:lnTo>
                    <a:pt x="1002" y="1094679"/>
                  </a:lnTo>
                  <a:lnTo>
                    <a:pt x="0" y="1143000"/>
                  </a:lnTo>
                  <a:lnTo>
                    <a:pt x="1002" y="1191320"/>
                  </a:lnTo>
                  <a:lnTo>
                    <a:pt x="3985" y="1239128"/>
                  </a:lnTo>
                  <a:lnTo>
                    <a:pt x="8906" y="1286386"/>
                  </a:lnTo>
                  <a:lnTo>
                    <a:pt x="15728" y="1333052"/>
                  </a:lnTo>
                  <a:lnTo>
                    <a:pt x="24410" y="1379088"/>
                  </a:lnTo>
                  <a:lnTo>
                    <a:pt x="34912" y="1424454"/>
                  </a:lnTo>
                  <a:lnTo>
                    <a:pt x="47195" y="1469110"/>
                  </a:lnTo>
                  <a:lnTo>
                    <a:pt x="61219" y="1513017"/>
                  </a:lnTo>
                  <a:lnTo>
                    <a:pt x="76945" y="1556134"/>
                  </a:lnTo>
                  <a:lnTo>
                    <a:pt x="94333" y="1598422"/>
                  </a:lnTo>
                  <a:lnTo>
                    <a:pt x="113342" y="1639842"/>
                  </a:lnTo>
                  <a:lnTo>
                    <a:pt x="133934" y="1680354"/>
                  </a:lnTo>
                  <a:lnTo>
                    <a:pt x="156068" y="1719918"/>
                  </a:lnTo>
                  <a:lnTo>
                    <a:pt x="179706" y="1758495"/>
                  </a:lnTo>
                  <a:lnTo>
                    <a:pt x="204807" y="1796044"/>
                  </a:lnTo>
                  <a:lnTo>
                    <a:pt x="231331" y="1832527"/>
                  </a:lnTo>
                  <a:lnTo>
                    <a:pt x="259239" y="1867903"/>
                  </a:lnTo>
                  <a:lnTo>
                    <a:pt x="288491" y="1902134"/>
                  </a:lnTo>
                  <a:lnTo>
                    <a:pt x="319048" y="1935178"/>
                  </a:lnTo>
                  <a:lnTo>
                    <a:pt x="350870" y="1966997"/>
                  </a:lnTo>
                  <a:lnTo>
                    <a:pt x="383916" y="1997551"/>
                  </a:lnTo>
                  <a:lnTo>
                    <a:pt x="418149" y="2026801"/>
                  </a:lnTo>
                  <a:lnTo>
                    <a:pt x="453526" y="2054706"/>
                  </a:lnTo>
                  <a:lnTo>
                    <a:pt x="490010" y="2081227"/>
                  </a:lnTo>
                  <a:lnTo>
                    <a:pt x="527560" y="2106325"/>
                  </a:lnTo>
                  <a:lnTo>
                    <a:pt x="566137" y="2129959"/>
                  </a:lnTo>
                  <a:lnTo>
                    <a:pt x="605701" y="2152090"/>
                  </a:lnTo>
                  <a:lnTo>
                    <a:pt x="646212" y="2172679"/>
                  </a:lnTo>
                  <a:lnTo>
                    <a:pt x="687631" y="2191685"/>
                  </a:lnTo>
                  <a:lnTo>
                    <a:pt x="729917" y="2209069"/>
                  </a:lnTo>
                  <a:lnTo>
                    <a:pt x="773032" y="2224792"/>
                  </a:lnTo>
                  <a:lnTo>
                    <a:pt x="816935" y="2238814"/>
                  </a:lnTo>
                  <a:lnTo>
                    <a:pt x="861587" y="2251095"/>
                  </a:lnTo>
                  <a:lnTo>
                    <a:pt x="906948" y="2261595"/>
                  </a:lnTo>
                  <a:lnTo>
                    <a:pt x="952978" y="2270275"/>
                  </a:lnTo>
                  <a:lnTo>
                    <a:pt x="999638" y="2277095"/>
                  </a:lnTo>
                  <a:lnTo>
                    <a:pt x="1046888" y="2282015"/>
                  </a:lnTo>
                  <a:lnTo>
                    <a:pt x="1094689" y="2284997"/>
                  </a:lnTo>
                  <a:lnTo>
                    <a:pt x="1142999" y="2286000"/>
                  </a:lnTo>
                  <a:lnTo>
                    <a:pt x="1191320" y="2284997"/>
                  </a:lnTo>
                  <a:lnTo>
                    <a:pt x="1239128" y="2282015"/>
                  </a:lnTo>
                  <a:lnTo>
                    <a:pt x="1286386" y="2277095"/>
                  </a:lnTo>
                  <a:lnTo>
                    <a:pt x="1333052" y="2270275"/>
                  </a:lnTo>
                  <a:lnTo>
                    <a:pt x="1379088" y="2261595"/>
                  </a:lnTo>
                  <a:lnTo>
                    <a:pt x="1424454" y="2251095"/>
                  </a:lnTo>
                  <a:lnTo>
                    <a:pt x="1469110" y="2238814"/>
                  </a:lnTo>
                  <a:lnTo>
                    <a:pt x="1513017" y="2224792"/>
                  </a:lnTo>
                  <a:lnTo>
                    <a:pt x="1556134" y="2209069"/>
                  </a:lnTo>
                  <a:lnTo>
                    <a:pt x="1598422" y="2191685"/>
                  </a:lnTo>
                  <a:lnTo>
                    <a:pt x="1639842" y="2172679"/>
                  </a:lnTo>
                  <a:lnTo>
                    <a:pt x="1680354" y="2152090"/>
                  </a:lnTo>
                  <a:lnTo>
                    <a:pt x="1719918" y="2129959"/>
                  </a:lnTo>
                  <a:lnTo>
                    <a:pt x="1758495" y="2106325"/>
                  </a:lnTo>
                  <a:lnTo>
                    <a:pt x="1796044" y="2081227"/>
                  </a:lnTo>
                  <a:lnTo>
                    <a:pt x="1832527" y="2054706"/>
                  </a:lnTo>
                  <a:lnTo>
                    <a:pt x="1867903" y="2026801"/>
                  </a:lnTo>
                  <a:lnTo>
                    <a:pt x="1902134" y="1997551"/>
                  </a:lnTo>
                  <a:lnTo>
                    <a:pt x="1935178" y="1966997"/>
                  </a:lnTo>
                  <a:lnTo>
                    <a:pt x="1966997" y="1935178"/>
                  </a:lnTo>
                  <a:lnTo>
                    <a:pt x="1997551" y="1902134"/>
                  </a:lnTo>
                  <a:lnTo>
                    <a:pt x="2026801" y="1867903"/>
                  </a:lnTo>
                  <a:lnTo>
                    <a:pt x="2054706" y="1832527"/>
                  </a:lnTo>
                  <a:lnTo>
                    <a:pt x="2081227" y="1796044"/>
                  </a:lnTo>
                  <a:lnTo>
                    <a:pt x="2106325" y="1758495"/>
                  </a:lnTo>
                  <a:lnTo>
                    <a:pt x="2129959" y="1719918"/>
                  </a:lnTo>
                  <a:lnTo>
                    <a:pt x="2152090" y="1680354"/>
                  </a:lnTo>
                  <a:lnTo>
                    <a:pt x="2172679" y="1639842"/>
                  </a:lnTo>
                  <a:lnTo>
                    <a:pt x="2191685" y="1598422"/>
                  </a:lnTo>
                  <a:lnTo>
                    <a:pt x="2209069" y="1556134"/>
                  </a:lnTo>
                  <a:lnTo>
                    <a:pt x="2224792" y="1513017"/>
                  </a:lnTo>
                  <a:lnTo>
                    <a:pt x="2238814" y="1469110"/>
                  </a:lnTo>
                  <a:lnTo>
                    <a:pt x="2251095" y="1424454"/>
                  </a:lnTo>
                  <a:lnTo>
                    <a:pt x="2261595" y="1379088"/>
                  </a:lnTo>
                  <a:lnTo>
                    <a:pt x="2270275" y="1333052"/>
                  </a:lnTo>
                  <a:lnTo>
                    <a:pt x="2277095" y="1286386"/>
                  </a:lnTo>
                  <a:lnTo>
                    <a:pt x="2282015" y="1239128"/>
                  </a:lnTo>
                  <a:lnTo>
                    <a:pt x="2284997" y="1191320"/>
                  </a:lnTo>
                  <a:lnTo>
                    <a:pt x="2285999" y="1143000"/>
                  </a:lnTo>
                  <a:lnTo>
                    <a:pt x="2284997" y="1094679"/>
                  </a:lnTo>
                  <a:lnTo>
                    <a:pt x="2282015" y="1046871"/>
                  </a:lnTo>
                  <a:lnTo>
                    <a:pt x="2277095" y="999613"/>
                  </a:lnTo>
                  <a:lnTo>
                    <a:pt x="2270275" y="952947"/>
                  </a:lnTo>
                  <a:lnTo>
                    <a:pt x="2261595" y="906911"/>
                  </a:lnTo>
                  <a:lnTo>
                    <a:pt x="2251095" y="861545"/>
                  </a:lnTo>
                  <a:lnTo>
                    <a:pt x="2238814" y="816889"/>
                  </a:lnTo>
                  <a:lnTo>
                    <a:pt x="2224792" y="772982"/>
                  </a:lnTo>
                  <a:lnTo>
                    <a:pt x="2209069" y="729865"/>
                  </a:lnTo>
                  <a:lnTo>
                    <a:pt x="2191685" y="687577"/>
                  </a:lnTo>
                  <a:lnTo>
                    <a:pt x="2172679" y="646157"/>
                  </a:lnTo>
                  <a:lnTo>
                    <a:pt x="2152090" y="605645"/>
                  </a:lnTo>
                  <a:lnTo>
                    <a:pt x="2129959" y="566081"/>
                  </a:lnTo>
                  <a:lnTo>
                    <a:pt x="2106325" y="527504"/>
                  </a:lnTo>
                  <a:lnTo>
                    <a:pt x="2081227" y="489955"/>
                  </a:lnTo>
                  <a:lnTo>
                    <a:pt x="2054706" y="453472"/>
                  </a:lnTo>
                  <a:lnTo>
                    <a:pt x="2026801" y="418096"/>
                  </a:lnTo>
                  <a:lnTo>
                    <a:pt x="1997551" y="383865"/>
                  </a:lnTo>
                  <a:lnTo>
                    <a:pt x="1966997" y="350821"/>
                  </a:lnTo>
                  <a:lnTo>
                    <a:pt x="1935178" y="319002"/>
                  </a:lnTo>
                  <a:lnTo>
                    <a:pt x="1902134" y="288448"/>
                  </a:lnTo>
                  <a:lnTo>
                    <a:pt x="1867903" y="259198"/>
                  </a:lnTo>
                  <a:lnTo>
                    <a:pt x="1832527" y="231293"/>
                  </a:lnTo>
                  <a:lnTo>
                    <a:pt x="1796044" y="204772"/>
                  </a:lnTo>
                  <a:lnTo>
                    <a:pt x="1758495" y="179674"/>
                  </a:lnTo>
                  <a:lnTo>
                    <a:pt x="1719918" y="156040"/>
                  </a:lnTo>
                  <a:lnTo>
                    <a:pt x="1680354" y="133909"/>
                  </a:lnTo>
                  <a:lnTo>
                    <a:pt x="1639842" y="113320"/>
                  </a:lnTo>
                  <a:lnTo>
                    <a:pt x="1598422" y="94314"/>
                  </a:lnTo>
                  <a:lnTo>
                    <a:pt x="1556134" y="76930"/>
                  </a:lnTo>
                  <a:lnTo>
                    <a:pt x="1513017" y="61207"/>
                  </a:lnTo>
                  <a:lnTo>
                    <a:pt x="1469110" y="47185"/>
                  </a:lnTo>
                  <a:lnTo>
                    <a:pt x="1424454" y="34904"/>
                  </a:lnTo>
                  <a:lnTo>
                    <a:pt x="1379088" y="24404"/>
                  </a:lnTo>
                  <a:lnTo>
                    <a:pt x="1333052" y="15724"/>
                  </a:lnTo>
                  <a:lnTo>
                    <a:pt x="1286386" y="8904"/>
                  </a:lnTo>
                  <a:lnTo>
                    <a:pt x="1239128" y="3984"/>
                  </a:lnTo>
                  <a:lnTo>
                    <a:pt x="1191320" y="1002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22187" y="3167367"/>
              <a:ext cx="2539999" cy="25273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841363" y="3665982"/>
            <a:ext cx="1501775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188595" algn="ctr">
              <a:lnSpc>
                <a:spcPct val="100000"/>
              </a:lnSpc>
              <a:spcBef>
                <a:spcPts val="100"/>
              </a:spcBef>
            </a:pPr>
            <a:r>
              <a:rPr sz="1400" b="1" spc="-114" dirty="0">
                <a:solidFill>
                  <a:srgbClr val="4B4B4B"/>
                </a:solidFill>
                <a:latin typeface="Arial"/>
                <a:cs typeface="Arial"/>
              </a:rPr>
              <a:t>PLATAFORMA </a:t>
            </a:r>
            <a:r>
              <a:rPr sz="1400" b="1" spc="-1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b="1" spc="-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4B4B4B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5"/>
              </a:spcBef>
            </a:pPr>
            <a:r>
              <a:rPr sz="1400" b="1" spc="-130" dirty="0">
                <a:solidFill>
                  <a:srgbClr val="4B4B4B"/>
                </a:solidFill>
                <a:latin typeface="Arial"/>
                <a:cs typeface="Arial"/>
              </a:rPr>
              <a:t>PREPARADA</a:t>
            </a:r>
            <a:r>
              <a:rPr sz="1400" b="1" spc="-5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4B4B4B"/>
                </a:solidFill>
                <a:latin typeface="Arial"/>
                <a:cs typeface="Arial"/>
              </a:rPr>
              <a:t>PARA </a:t>
            </a:r>
            <a:r>
              <a:rPr sz="1400" b="1" spc="-90" dirty="0">
                <a:solidFill>
                  <a:srgbClr val="4B4B4B"/>
                </a:solidFill>
                <a:latin typeface="Arial"/>
                <a:cs typeface="Arial"/>
              </a:rPr>
              <a:t>EL</a:t>
            </a:r>
            <a:r>
              <a:rPr sz="1400" b="1" spc="-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35" dirty="0">
                <a:solidFill>
                  <a:srgbClr val="4B4B4B"/>
                </a:solidFill>
                <a:latin typeface="Arial"/>
                <a:cs typeface="Arial"/>
              </a:rPr>
              <a:t>FUTURO</a:t>
            </a:r>
            <a:r>
              <a:rPr sz="1400" b="1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B4B4B"/>
                </a:solidFill>
                <a:latin typeface="Arial"/>
                <a:cs typeface="Arial"/>
              </a:rPr>
              <a:t>CON </a:t>
            </a:r>
            <a:r>
              <a:rPr sz="1400" b="1" spc="-30" dirty="0">
                <a:solidFill>
                  <a:srgbClr val="4B4B4B"/>
                </a:solidFill>
                <a:latin typeface="Arial"/>
                <a:cs typeface="Arial"/>
              </a:rPr>
              <a:t>APLICACIONES </a:t>
            </a:r>
            <a:r>
              <a:rPr sz="1400" b="1" spc="-110" dirty="0">
                <a:solidFill>
                  <a:srgbClr val="4B4B4B"/>
                </a:solidFill>
                <a:latin typeface="Arial"/>
                <a:cs typeface="Arial"/>
              </a:rPr>
              <a:t>ESTÁNDAR</a:t>
            </a:r>
            <a:r>
              <a:rPr sz="1400" b="1" spc="-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35" dirty="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sz="1400" b="1" spc="-11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B4B4B"/>
                </a:solidFill>
                <a:latin typeface="Arial"/>
                <a:cs typeface="Arial"/>
              </a:rPr>
              <a:t>LA </a:t>
            </a:r>
            <a:r>
              <a:rPr sz="1400" b="1" spc="-10" dirty="0">
                <a:solidFill>
                  <a:srgbClr val="4B4B4B"/>
                </a:solidFill>
                <a:latin typeface="Arial"/>
                <a:cs typeface="Arial"/>
              </a:rPr>
              <a:t>INDUSTRIA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128759" y="3167367"/>
            <a:ext cx="2805430" cy="3691254"/>
            <a:chOff x="9128759" y="3167367"/>
            <a:chExt cx="2805430" cy="3691254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28759" y="5565593"/>
              <a:ext cx="2804922" cy="129240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397491" y="328168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lnTo>
                    <a:pt x="1094679" y="1002"/>
                  </a:lnTo>
                  <a:lnTo>
                    <a:pt x="1046871" y="3984"/>
                  </a:lnTo>
                  <a:lnTo>
                    <a:pt x="999613" y="8904"/>
                  </a:lnTo>
                  <a:lnTo>
                    <a:pt x="952947" y="15724"/>
                  </a:lnTo>
                  <a:lnTo>
                    <a:pt x="906911" y="24404"/>
                  </a:lnTo>
                  <a:lnTo>
                    <a:pt x="861545" y="34904"/>
                  </a:lnTo>
                  <a:lnTo>
                    <a:pt x="816889" y="47185"/>
                  </a:lnTo>
                  <a:lnTo>
                    <a:pt x="772982" y="61207"/>
                  </a:lnTo>
                  <a:lnTo>
                    <a:pt x="729865" y="76930"/>
                  </a:lnTo>
                  <a:lnTo>
                    <a:pt x="687577" y="94314"/>
                  </a:lnTo>
                  <a:lnTo>
                    <a:pt x="646157" y="113320"/>
                  </a:lnTo>
                  <a:lnTo>
                    <a:pt x="605645" y="133909"/>
                  </a:lnTo>
                  <a:lnTo>
                    <a:pt x="566081" y="156040"/>
                  </a:lnTo>
                  <a:lnTo>
                    <a:pt x="527504" y="179674"/>
                  </a:lnTo>
                  <a:lnTo>
                    <a:pt x="489955" y="204772"/>
                  </a:lnTo>
                  <a:lnTo>
                    <a:pt x="453472" y="231293"/>
                  </a:lnTo>
                  <a:lnTo>
                    <a:pt x="418096" y="259198"/>
                  </a:lnTo>
                  <a:lnTo>
                    <a:pt x="383865" y="288448"/>
                  </a:lnTo>
                  <a:lnTo>
                    <a:pt x="350821" y="319002"/>
                  </a:lnTo>
                  <a:lnTo>
                    <a:pt x="319002" y="350821"/>
                  </a:lnTo>
                  <a:lnTo>
                    <a:pt x="288448" y="383865"/>
                  </a:lnTo>
                  <a:lnTo>
                    <a:pt x="259198" y="418096"/>
                  </a:lnTo>
                  <a:lnTo>
                    <a:pt x="231293" y="453472"/>
                  </a:lnTo>
                  <a:lnTo>
                    <a:pt x="204772" y="489955"/>
                  </a:lnTo>
                  <a:lnTo>
                    <a:pt x="179674" y="527504"/>
                  </a:lnTo>
                  <a:lnTo>
                    <a:pt x="156040" y="566081"/>
                  </a:lnTo>
                  <a:lnTo>
                    <a:pt x="133909" y="605645"/>
                  </a:lnTo>
                  <a:lnTo>
                    <a:pt x="113320" y="646157"/>
                  </a:lnTo>
                  <a:lnTo>
                    <a:pt x="94314" y="687577"/>
                  </a:lnTo>
                  <a:lnTo>
                    <a:pt x="76930" y="729865"/>
                  </a:lnTo>
                  <a:lnTo>
                    <a:pt x="61207" y="772982"/>
                  </a:lnTo>
                  <a:lnTo>
                    <a:pt x="47185" y="816889"/>
                  </a:lnTo>
                  <a:lnTo>
                    <a:pt x="34904" y="861545"/>
                  </a:lnTo>
                  <a:lnTo>
                    <a:pt x="24404" y="906911"/>
                  </a:lnTo>
                  <a:lnTo>
                    <a:pt x="15724" y="952947"/>
                  </a:lnTo>
                  <a:lnTo>
                    <a:pt x="8904" y="999613"/>
                  </a:lnTo>
                  <a:lnTo>
                    <a:pt x="3984" y="1046871"/>
                  </a:lnTo>
                  <a:lnTo>
                    <a:pt x="1002" y="1094679"/>
                  </a:lnTo>
                  <a:lnTo>
                    <a:pt x="0" y="1143000"/>
                  </a:lnTo>
                  <a:lnTo>
                    <a:pt x="1002" y="1191320"/>
                  </a:lnTo>
                  <a:lnTo>
                    <a:pt x="3984" y="1239128"/>
                  </a:lnTo>
                  <a:lnTo>
                    <a:pt x="8904" y="1286386"/>
                  </a:lnTo>
                  <a:lnTo>
                    <a:pt x="15724" y="1333052"/>
                  </a:lnTo>
                  <a:lnTo>
                    <a:pt x="24404" y="1379088"/>
                  </a:lnTo>
                  <a:lnTo>
                    <a:pt x="34904" y="1424454"/>
                  </a:lnTo>
                  <a:lnTo>
                    <a:pt x="47185" y="1469110"/>
                  </a:lnTo>
                  <a:lnTo>
                    <a:pt x="61207" y="1513017"/>
                  </a:lnTo>
                  <a:lnTo>
                    <a:pt x="76930" y="1556134"/>
                  </a:lnTo>
                  <a:lnTo>
                    <a:pt x="94314" y="1598422"/>
                  </a:lnTo>
                  <a:lnTo>
                    <a:pt x="113320" y="1639842"/>
                  </a:lnTo>
                  <a:lnTo>
                    <a:pt x="133909" y="1680354"/>
                  </a:lnTo>
                  <a:lnTo>
                    <a:pt x="156040" y="1719918"/>
                  </a:lnTo>
                  <a:lnTo>
                    <a:pt x="179674" y="1758495"/>
                  </a:lnTo>
                  <a:lnTo>
                    <a:pt x="204772" y="1796044"/>
                  </a:lnTo>
                  <a:lnTo>
                    <a:pt x="231293" y="1832527"/>
                  </a:lnTo>
                  <a:lnTo>
                    <a:pt x="259198" y="1867903"/>
                  </a:lnTo>
                  <a:lnTo>
                    <a:pt x="288448" y="1902134"/>
                  </a:lnTo>
                  <a:lnTo>
                    <a:pt x="319002" y="1935178"/>
                  </a:lnTo>
                  <a:lnTo>
                    <a:pt x="350821" y="1966997"/>
                  </a:lnTo>
                  <a:lnTo>
                    <a:pt x="383865" y="1997551"/>
                  </a:lnTo>
                  <a:lnTo>
                    <a:pt x="418096" y="2026801"/>
                  </a:lnTo>
                  <a:lnTo>
                    <a:pt x="453472" y="2054706"/>
                  </a:lnTo>
                  <a:lnTo>
                    <a:pt x="489955" y="2081227"/>
                  </a:lnTo>
                  <a:lnTo>
                    <a:pt x="527504" y="2106325"/>
                  </a:lnTo>
                  <a:lnTo>
                    <a:pt x="566081" y="2129959"/>
                  </a:lnTo>
                  <a:lnTo>
                    <a:pt x="605645" y="2152090"/>
                  </a:lnTo>
                  <a:lnTo>
                    <a:pt x="646157" y="2172679"/>
                  </a:lnTo>
                  <a:lnTo>
                    <a:pt x="687577" y="2191685"/>
                  </a:lnTo>
                  <a:lnTo>
                    <a:pt x="729865" y="2209069"/>
                  </a:lnTo>
                  <a:lnTo>
                    <a:pt x="772982" y="2224792"/>
                  </a:lnTo>
                  <a:lnTo>
                    <a:pt x="816889" y="2238814"/>
                  </a:lnTo>
                  <a:lnTo>
                    <a:pt x="861545" y="2251095"/>
                  </a:lnTo>
                  <a:lnTo>
                    <a:pt x="906911" y="2261595"/>
                  </a:lnTo>
                  <a:lnTo>
                    <a:pt x="952947" y="2270275"/>
                  </a:lnTo>
                  <a:lnTo>
                    <a:pt x="999613" y="2277095"/>
                  </a:lnTo>
                  <a:lnTo>
                    <a:pt x="1046871" y="2282015"/>
                  </a:lnTo>
                  <a:lnTo>
                    <a:pt x="1094679" y="2284997"/>
                  </a:lnTo>
                  <a:lnTo>
                    <a:pt x="1143000" y="2286000"/>
                  </a:lnTo>
                  <a:lnTo>
                    <a:pt x="1191310" y="2284997"/>
                  </a:lnTo>
                  <a:lnTo>
                    <a:pt x="1239111" y="2282015"/>
                  </a:lnTo>
                  <a:lnTo>
                    <a:pt x="1286361" y="2277095"/>
                  </a:lnTo>
                  <a:lnTo>
                    <a:pt x="1333021" y="2270275"/>
                  </a:lnTo>
                  <a:lnTo>
                    <a:pt x="1379051" y="2261595"/>
                  </a:lnTo>
                  <a:lnTo>
                    <a:pt x="1424412" y="2251095"/>
                  </a:lnTo>
                  <a:lnTo>
                    <a:pt x="1469064" y="2238814"/>
                  </a:lnTo>
                  <a:lnTo>
                    <a:pt x="1512967" y="2224792"/>
                  </a:lnTo>
                  <a:lnTo>
                    <a:pt x="1556082" y="2209069"/>
                  </a:lnTo>
                  <a:lnTo>
                    <a:pt x="1598368" y="2191685"/>
                  </a:lnTo>
                  <a:lnTo>
                    <a:pt x="1639787" y="2172679"/>
                  </a:lnTo>
                  <a:lnTo>
                    <a:pt x="1680298" y="2152090"/>
                  </a:lnTo>
                  <a:lnTo>
                    <a:pt x="1719862" y="2129959"/>
                  </a:lnTo>
                  <a:lnTo>
                    <a:pt x="1758439" y="2106325"/>
                  </a:lnTo>
                  <a:lnTo>
                    <a:pt x="1795989" y="2081227"/>
                  </a:lnTo>
                  <a:lnTo>
                    <a:pt x="1832473" y="2054706"/>
                  </a:lnTo>
                  <a:lnTo>
                    <a:pt x="1867850" y="2026801"/>
                  </a:lnTo>
                  <a:lnTo>
                    <a:pt x="1902083" y="1997551"/>
                  </a:lnTo>
                  <a:lnTo>
                    <a:pt x="1935129" y="1966997"/>
                  </a:lnTo>
                  <a:lnTo>
                    <a:pt x="1966951" y="1935178"/>
                  </a:lnTo>
                  <a:lnTo>
                    <a:pt x="1997508" y="1902134"/>
                  </a:lnTo>
                  <a:lnTo>
                    <a:pt x="2026760" y="1867903"/>
                  </a:lnTo>
                  <a:lnTo>
                    <a:pt x="2054668" y="1832527"/>
                  </a:lnTo>
                  <a:lnTo>
                    <a:pt x="2081192" y="1796044"/>
                  </a:lnTo>
                  <a:lnTo>
                    <a:pt x="2106293" y="1758495"/>
                  </a:lnTo>
                  <a:lnTo>
                    <a:pt x="2129931" y="1719918"/>
                  </a:lnTo>
                  <a:lnTo>
                    <a:pt x="2152065" y="1680354"/>
                  </a:lnTo>
                  <a:lnTo>
                    <a:pt x="2172657" y="1639842"/>
                  </a:lnTo>
                  <a:lnTo>
                    <a:pt x="2191666" y="1598422"/>
                  </a:lnTo>
                  <a:lnTo>
                    <a:pt x="2209054" y="1556134"/>
                  </a:lnTo>
                  <a:lnTo>
                    <a:pt x="2224780" y="1513017"/>
                  </a:lnTo>
                  <a:lnTo>
                    <a:pt x="2238804" y="1469110"/>
                  </a:lnTo>
                  <a:lnTo>
                    <a:pt x="2251087" y="1424454"/>
                  </a:lnTo>
                  <a:lnTo>
                    <a:pt x="2261589" y="1379088"/>
                  </a:lnTo>
                  <a:lnTo>
                    <a:pt x="2270271" y="1333052"/>
                  </a:lnTo>
                  <a:lnTo>
                    <a:pt x="2277093" y="1286386"/>
                  </a:lnTo>
                  <a:lnTo>
                    <a:pt x="2282014" y="1239128"/>
                  </a:lnTo>
                  <a:lnTo>
                    <a:pt x="2284997" y="1191320"/>
                  </a:lnTo>
                  <a:lnTo>
                    <a:pt x="2286000" y="1143000"/>
                  </a:lnTo>
                  <a:lnTo>
                    <a:pt x="2284997" y="1094679"/>
                  </a:lnTo>
                  <a:lnTo>
                    <a:pt x="2282014" y="1046871"/>
                  </a:lnTo>
                  <a:lnTo>
                    <a:pt x="2277093" y="999613"/>
                  </a:lnTo>
                  <a:lnTo>
                    <a:pt x="2270271" y="952947"/>
                  </a:lnTo>
                  <a:lnTo>
                    <a:pt x="2261589" y="906911"/>
                  </a:lnTo>
                  <a:lnTo>
                    <a:pt x="2251087" y="861545"/>
                  </a:lnTo>
                  <a:lnTo>
                    <a:pt x="2238804" y="816889"/>
                  </a:lnTo>
                  <a:lnTo>
                    <a:pt x="2224780" y="772982"/>
                  </a:lnTo>
                  <a:lnTo>
                    <a:pt x="2209054" y="729865"/>
                  </a:lnTo>
                  <a:lnTo>
                    <a:pt x="2191666" y="687577"/>
                  </a:lnTo>
                  <a:lnTo>
                    <a:pt x="2172657" y="646157"/>
                  </a:lnTo>
                  <a:lnTo>
                    <a:pt x="2152065" y="605645"/>
                  </a:lnTo>
                  <a:lnTo>
                    <a:pt x="2129931" y="566081"/>
                  </a:lnTo>
                  <a:lnTo>
                    <a:pt x="2106293" y="527504"/>
                  </a:lnTo>
                  <a:lnTo>
                    <a:pt x="2081192" y="489955"/>
                  </a:lnTo>
                  <a:lnTo>
                    <a:pt x="2054668" y="453472"/>
                  </a:lnTo>
                  <a:lnTo>
                    <a:pt x="2026760" y="418096"/>
                  </a:lnTo>
                  <a:lnTo>
                    <a:pt x="1997508" y="383865"/>
                  </a:lnTo>
                  <a:lnTo>
                    <a:pt x="1966951" y="350821"/>
                  </a:lnTo>
                  <a:lnTo>
                    <a:pt x="1935129" y="319002"/>
                  </a:lnTo>
                  <a:lnTo>
                    <a:pt x="1902083" y="288448"/>
                  </a:lnTo>
                  <a:lnTo>
                    <a:pt x="1867850" y="259198"/>
                  </a:lnTo>
                  <a:lnTo>
                    <a:pt x="1832473" y="231293"/>
                  </a:lnTo>
                  <a:lnTo>
                    <a:pt x="1795989" y="204772"/>
                  </a:lnTo>
                  <a:lnTo>
                    <a:pt x="1758439" y="179674"/>
                  </a:lnTo>
                  <a:lnTo>
                    <a:pt x="1719862" y="156040"/>
                  </a:lnTo>
                  <a:lnTo>
                    <a:pt x="1680298" y="133909"/>
                  </a:lnTo>
                  <a:lnTo>
                    <a:pt x="1639787" y="113320"/>
                  </a:lnTo>
                  <a:lnTo>
                    <a:pt x="1598368" y="94314"/>
                  </a:lnTo>
                  <a:lnTo>
                    <a:pt x="1556082" y="76930"/>
                  </a:lnTo>
                  <a:lnTo>
                    <a:pt x="1512967" y="61207"/>
                  </a:lnTo>
                  <a:lnTo>
                    <a:pt x="1469064" y="47185"/>
                  </a:lnTo>
                  <a:lnTo>
                    <a:pt x="1424412" y="34904"/>
                  </a:lnTo>
                  <a:lnTo>
                    <a:pt x="1379051" y="24404"/>
                  </a:lnTo>
                  <a:lnTo>
                    <a:pt x="1333021" y="15724"/>
                  </a:lnTo>
                  <a:lnTo>
                    <a:pt x="1286361" y="8904"/>
                  </a:lnTo>
                  <a:lnTo>
                    <a:pt x="1239111" y="3984"/>
                  </a:lnTo>
                  <a:lnTo>
                    <a:pt x="1191310" y="1002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70491" y="3167367"/>
              <a:ext cx="2540000" cy="25273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888981" y="4092397"/>
            <a:ext cx="130683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125" dirty="0">
                <a:solidFill>
                  <a:srgbClr val="4B4B4B"/>
                </a:solidFill>
                <a:latin typeface="Arial"/>
                <a:cs typeface="Arial"/>
              </a:rPr>
              <a:t>ECOSISTEMA</a:t>
            </a:r>
            <a:r>
              <a:rPr sz="1400" b="1" spc="-9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400" b="1" spc="-155" dirty="0">
                <a:solidFill>
                  <a:srgbClr val="4B4B4B"/>
                </a:solidFill>
                <a:latin typeface="Arial"/>
                <a:cs typeface="Arial"/>
              </a:rPr>
              <a:t>SOCIO</a:t>
            </a:r>
            <a:r>
              <a:rPr sz="1400" b="1" spc="-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sz="1400" b="1" spc="-30" dirty="0">
                <a:solidFill>
                  <a:srgbClr val="4B4B4B"/>
                </a:solidFill>
                <a:latin typeface="Arial"/>
                <a:cs typeface="Arial"/>
              </a:rPr>
              <a:t>SOLUCIONES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169920" y="2330450"/>
            <a:ext cx="5896610" cy="2938780"/>
          </a:xfrm>
          <a:custGeom>
            <a:avLst/>
            <a:gdLst/>
            <a:ahLst/>
            <a:cxnLst/>
            <a:rect l="l" t="t" r="r" b="b"/>
            <a:pathLst>
              <a:path w="5896609" h="2938779">
                <a:moveTo>
                  <a:pt x="0" y="0"/>
                </a:moveTo>
                <a:lnTo>
                  <a:pt x="0" y="2938272"/>
                </a:lnTo>
              </a:path>
              <a:path w="5896609" h="2938779">
                <a:moveTo>
                  <a:pt x="2948178" y="0"/>
                </a:moveTo>
                <a:lnTo>
                  <a:pt x="2948178" y="2938272"/>
                </a:lnTo>
              </a:path>
              <a:path w="5896609" h="2938779">
                <a:moveTo>
                  <a:pt x="5896356" y="0"/>
                </a:moveTo>
                <a:lnTo>
                  <a:pt x="5896356" y="2938272"/>
                </a:lnTo>
              </a:path>
            </a:pathLst>
          </a:custGeom>
          <a:ln w="9525">
            <a:solidFill>
              <a:srgbClr val="F8C2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055617" y="6507174"/>
            <a:ext cx="25050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  <a:tabLst>
                <a:tab pos="2350135" algn="l"/>
              </a:tabLst>
            </a:pP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PUBLIC</a:t>
            </a:r>
            <a:r>
              <a:rPr sz="700" spc="9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6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2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sz="1500" b="1" spc="37" baseline="-5555" dirty="0">
                <a:latin typeface="Arial"/>
                <a:cs typeface="Arial"/>
              </a:rPr>
              <a:t>40</a:t>
            </a:r>
            <a:endParaRPr sz="1500" baseline="-5555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1" name="object 51"/>
          <p:cNvSpPr txBox="1"/>
          <p:nvPr/>
        </p:nvSpPr>
        <p:spPr>
          <a:xfrm>
            <a:off x="3983482" y="6517944"/>
            <a:ext cx="22802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4B4B4B"/>
                </a:solidFill>
                <a:latin typeface="Arial"/>
                <a:cs typeface="Arial"/>
              </a:rPr>
              <a:t>PÚBLICO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•</a:t>
            </a:r>
            <a:r>
              <a:rPr sz="700" spc="4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Copyright</a:t>
            </a:r>
            <a:r>
              <a:rPr sz="700" spc="10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©2023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Rockwell</a:t>
            </a:r>
            <a:r>
              <a:rPr sz="700" spc="10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B4B4B"/>
                </a:solidFill>
                <a:latin typeface="Arial"/>
                <a:cs typeface="Arial"/>
              </a:rPr>
              <a:t>Automation,</a:t>
            </a:r>
            <a:r>
              <a:rPr sz="700" spc="114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B4B4B"/>
                </a:solidFill>
                <a:latin typeface="Arial"/>
                <a:cs typeface="Arial"/>
              </a:rPr>
              <a:t>Inc.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90244" y="3525139"/>
              <a:ext cx="10428605" cy="0"/>
            </a:xfrm>
            <a:custGeom>
              <a:avLst/>
              <a:gdLst/>
              <a:ahLst/>
              <a:cxnLst/>
              <a:rect l="l" t="t" r="r" b="b"/>
              <a:pathLst>
                <a:path w="10428605">
                  <a:moveTo>
                    <a:pt x="3291484" y="0"/>
                  </a:moveTo>
                  <a:lnTo>
                    <a:pt x="0" y="0"/>
                  </a:lnTo>
                </a:path>
                <a:path w="10428605">
                  <a:moveTo>
                    <a:pt x="10428249" y="0"/>
                  </a:moveTo>
                  <a:lnTo>
                    <a:pt x="7136790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297" y="3858323"/>
              <a:ext cx="3105404" cy="2361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7410" y="2615438"/>
              <a:ext cx="3837050" cy="13045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77585" y="5847384"/>
            <a:ext cx="2105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www.rockwellautomation.com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63592" y="5810605"/>
            <a:ext cx="1102360" cy="347980"/>
            <a:chOff x="4363592" y="5810605"/>
            <a:chExt cx="1102360" cy="34798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63592" y="5810605"/>
              <a:ext cx="815606" cy="347433"/>
            </a:xfrm>
            <a:prstGeom prst="rect">
              <a:avLst/>
            </a:prstGeom>
          </p:spPr>
        </p:pic>
        <p:pic>
          <p:nvPicPr>
            <p:cNvPr id="10" name="object 1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0489" y="5810605"/>
              <a:ext cx="275132" cy="34743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04690" y="1511884"/>
            <a:ext cx="3103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300" dirty="0"/>
              <a:t>M</a:t>
            </a:r>
            <a:r>
              <a:rPr sz="2400" spc="-75" dirty="0"/>
              <a:t> </a:t>
            </a:r>
            <a:r>
              <a:rPr sz="2400" spc="-170" dirty="0"/>
              <a:t>u</a:t>
            </a:r>
            <a:r>
              <a:rPr sz="2400" spc="-75" dirty="0"/>
              <a:t> </a:t>
            </a:r>
            <a:r>
              <a:rPr sz="2400" dirty="0"/>
              <a:t>c</a:t>
            </a:r>
            <a:r>
              <a:rPr sz="2400" spc="-170" dirty="0"/>
              <a:t> h</a:t>
            </a:r>
            <a:r>
              <a:rPr sz="2400" spc="-80" dirty="0"/>
              <a:t> </a:t>
            </a:r>
            <a:r>
              <a:rPr sz="2400" dirty="0"/>
              <a:t>a</a:t>
            </a:r>
            <a:r>
              <a:rPr sz="2400" spc="-100" dirty="0"/>
              <a:t> </a:t>
            </a:r>
            <a:r>
              <a:rPr sz="2400" spc="-50" dirty="0"/>
              <a:t>s</a:t>
            </a:r>
            <a:r>
              <a:rPr sz="2400" dirty="0"/>
              <a:t>	</a:t>
            </a:r>
            <a:r>
              <a:rPr sz="2400" spc="-140" dirty="0"/>
              <a:t>g</a:t>
            </a:r>
            <a:r>
              <a:rPr sz="2400" spc="-75" dirty="0"/>
              <a:t> </a:t>
            </a:r>
            <a:r>
              <a:rPr sz="2400" dirty="0"/>
              <a:t>r</a:t>
            </a:r>
            <a:r>
              <a:rPr sz="2400" spc="-165" dirty="0"/>
              <a:t> </a:t>
            </a:r>
            <a:r>
              <a:rPr sz="2400" dirty="0"/>
              <a:t>a</a:t>
            </a:r>
            <a:r>
              <a:rPr sz="2400" spc="-114" dirty="0"/>
              <a:t> </a:t>
            </a:r>
            <a:r>
              <a:rPr sz="2400" dirty="0"/>
              <a:t>c</a:t>
            </a:r>
            <a:r>
              <a:rPr sz="2400" spc="-125" dirty="0"/>
              <a:t> </a:t>
            </a:r>
            <a:r>
              <a:rPr sz="2400" dirty="0"/>
              <a:t>i</a:t>
            </a:r>
            <a:r>
              <a:rPr sz="2400" spc="-125" dirty="0"/>
              <a:t> </a:t>
            </a:r>
            <a:r>
              <a:rPr sz="2400" dirty="0"/>
              <a:t>a</a:t>
            </a:r>
            <a:r>
              <a:rPr sz="2400" spc="-114" dirty="0"/>
              <a:t> </a:t>
            </a:r>
            <a:r>
              <a:rPr sz="2400" spc="-50" dirty="0"/>
              <a:t>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AE8085218B1439285ED238A48A69A" ma:contentTypeVersion="13" ma:contentTypeDescription="Create a new document." ma:contentTypeScope="" ma:versionID="f9d18337f1193c5824964dba3950c954">
  <xsd:schema xmlns:xsd="http://www.w3.org/2001/XMLSchema" xmlns:xs="http://www.w3.org/2001/XMLSchema" xmlns:p="http://schemas.microsoft.com/office/2006/metadata/properties" xmlns:ns2="04b043cd-eafa-4cd8-b7be-7aa5e967e573" xmlns:ns3="0b231bc0-5676-4b2c-b45c-49d8acc670ef" targetNamespace="http://schemas.microsoft.com/office/2006/metadata/properties" ma:root="true" ma:fieldsID="9edb83c72fa1d24a4b1c96f0c9b2e105" ns2:_="" ns3:_="">
    <xsd:import namespace="04b043cd-eafa-4cd8-b7be-7aa5e967e573"/>
    <xsd:import namespace="0b231bc0-5676-4b2c-b45c-49d8acc670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043cd-eafa-4cd8-b7be-7aa5e967e5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177c7bb-7c86-4534-802d-8360459da6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31bc0-5676-4b2c-b45c-49d8acc670e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6ec625c-47b9-43c7-b37e-c01e3f652ed0}" ma:internalName="TaxCatchAll" ma:showField="CatchAllData" ma:web="0b231bc0-5676-4b2c-b45c-49d8acc670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231bc0-5676-4b2c-b45c-49d8acc670ef" xsi:nil="true"/>
    <lcf76f155ced4ddcb4097134ff3c332f xmlns="04b043cd-eafa-4cd8-b7be-7aa5e967e57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1B4218-F5E7-4E63-A85F-EDD0660894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043cd-eafa-4cd8-b7be-7aa5e967e573"/>
    <ds:schemaRef ds:uri="0b231bc0-5676-4b2c-b45c-49d8acc670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CE054B-AB13-46E7-AACC-244E41C3B455}">
  <ds:schemaRefs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0b231bc0-5676-4b2c-b45c-49d8acc670ef"/>
    <ds:schemaRef ds:uri="04b043cd-eafa-4cd8-b7be-7aa5e967e57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AAA3031-9508-410C-B7DD-4427593F88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4881</Words>
  <Application>Microsoft Office PowerPoint</Application>
  <PresentationFormat>Widescreen</PresentationFormat>
  <Paragraphs>855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Wingdings</vt:lpstr>
      <vt:lpstr>Office Theme</vt:lpstr>
      <vt:lpstr>Introducción a FactoryTalk® DataMosaix</vt:lpstr>
      <vt:lpstr>Usted necesita datos para resolver problemas difíciles</vt:lpstr>
      <vt:lpstr>Usted necesita datos que pertenecen a muchos tipos y estructuras diferentes</vt:lpstr>
      <vt:lpstr>Barreras que impiden la maximización del valor de sus datos</vt:lpstr>
      <vt:lpstr>¿Por qué es tan difícil?</vt:lpstr>
      <vt:lpstr>¿Por qué necesita un concentrador de datos industrial?</vt:lpstr>
      <vt:lpstr>¿Qué hace que el DataOps sea industrial?</vt:lpstr>
      <vt:lpstr>El DataOps industrial libera el valor de la transformación para las empresas industriales</vt:lpstr>
      <vt:lpstr>Sistema de producción The Connected Enterprise®</vt:lpstr>
      <vt:lpstr>Introducción a FactoryTalk® DataMosaix</vt:lpstr>
      <vt:lpstr>Integrando el DataOps industrial con FactoryTalk® Operation Hub</vt:lpstr>
      <vt:lpstr>Usted tiene los datos: ¿Y ahora qué?</vt:lpstr>
      <vt:lpstr>Caso de uso fundamental: historial de nueva generación</vt:lpstr>
      <vt:lpstr>Caso de uso fundamental: generación de informes de producción empresariales Visibilidad empresarial confiable en tiempo real del rendimiento de la planta para optimizar la planificación de producción.</vt:lpstr>
      <vt:lpstr>Caso de uso fundamental: monitoreo de activos</vt:lpstr>
      <vt:lpstr>Escalado de aplicaciones de alto valor</vt:lpstr>
      <vt:lpstr>Descripción general de FactoryTalk® DataMosaix</vt:lpstr>
      <vt:lpstr>Flujo de datos simplificado FactoryTalk® DataMosaix</vt:lpstr>
      <vt:lpstr>Haga que los datos estén disponibles</vt:lpstr>
      <vt:lpstr>Extracción de datos</vt:lpstr>
      <vt:lpstr>Manager y</vt:lpstr>
      <vt:lpstr>Catálogo de datos y gestión de usuarios</vt:lpstr>
      <vt:lpstr>Haga que los datos estén</vt:lpstr>
      <vt:lpstr>Haga que los datos sean significativos</vt:lpstr>
      <vt:lpstr>¿Cuál es la contextualización de datos?</vt:lpstr>
      <vt:lpstr>Emparejamiento de entidades</vt:lpstr>
      <vt:lpstr>Cree diagramas de ingeniería interactivos</vt:lpstr>
      <vt:lpstr>Haga que los datos sean significativos</vt:lpstr>
      <vt:lpstr>Haga que los datos sean útiles</vt:lpstr>
      <vt:lpstr>Exploración de datos</vt:lpstr>
      <vt:lpstr>Modelo de datos de fuente</vt:lpstr>
      <vt:lpstr>Haga que los datos sean útiles</vt:lpstr>
      <vt:lpstr>Haga que los datos sean valiosos</vt:lpstr>
      <vt:lpstr>es el centro de una estrategia de apps</vt:lpstr>
      <vt:lpstr>Creación de gráficos y analítica sin código</vt:lpstr>
      <vt:lpstr>Visualización de ecosistemas abiertos</vt:lpstr>
      <vt:lpstr>Analítica de ecosistemas abiertos</vt:lpstr>
      <vt:lpstr>Haga que los datos sean valiosos</vt:lpstr>
      <vt:lpstr>La diferencia de Rockwell Automation®</vt:lpstr>
      <vt:lpstr>M u c h a s g r a c i a 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DataMosaix</dc:title>
  <dc:creator>Michael Orona</dc:creator>
  <cp:lastModifiedBy>Gustavo A. Sánchez</cp:lastModifiedBy>
  <cp:revision>3</cp:revision>
  <dcterms:created xsi:type="dcterms:W3CDTF">2025-03-20T21:06:26Z</dcterms:created>
  <dcterms:modified xsi:type="dcterms:W3CDTF">2026-04-15T21:59:58Z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2025-03-20T00:00:00Z</vt:filetime>
  </property>
  <property fmtid="{D5CDD505-2E9C-101B-9397-08002B2CF9AE}" pid="5" name="MSIP_Label_e14c1950-b3a8-4278-88f1-6df69d73b9d5_ActionId">
    <vt:lpwstr>3d8547c5-122e-40c0-8328-a55ddaf6d0b0</vt:lpwstr>
  </property>
  <property fmtid="{D5CDD505-2E9C-101B-9397-08002B2CF9AE}" pid="6" name="MSIP_Label_e14c1950-b3a8-4278-88f1-6df69d73b9d5_ContentBits">
    <vt:lpwstr>2</vt:lpwstr>
  </property>
  <property fmtid="{D5CDD505-2E9C-101B-9397-08002B2CF9AE}" pid="7" name="MSIP_Label_e14c1950-b3a8-4278-88f1-6df69d73b9d5_Enabled">
    <vt:lpwstr>true</vt:lpwstr>
  </property>
  <property fmtid="{D5CDD505-2E9C-101B-9397-08002B2CF9AE}" pid="8" name="MSIP_Label_e14c1950-b3a8-4278-88f1-6df69d73b9d5_Method">
    <vt:lpwstr>Privileged</vt:lpwstr>
  </property>
  <property fmtid="{D5CDD505-2E9C-101B-9397-08002B2CF9AE}" pid="9" name="MSIP_Label_e14c1950-b3a8-4278-88f1-6df69d73b9d5_Name">
    <vt:lpwstr>e14c1950-b3a8-4278-88f1-6df69d73b9d5</vt:lpwstr>
  </property>
  <property fmtid="{D5CDD505-2E9C-101B-9397-08002B2CF9AE}" pid="10" name="MSIP_Label_e14c1950-b3a8-4278-88f1-6df69d73b9d5_SetDate">
    <vt:lpwstr>2023-04-12T15:41:20Z</vt:lpwstr>
  </property>
  <property fmtid="{D5CDD505-2E9C-101B-9397-08002B2CF9AE}" pid="11" name="MSIP_Label_e14c1950-b3a8-4278-88f1-6df69d73b9d5_SiteId">
    <vt:lpwstr>855b093e-7340-45c7-9f0c-96150415893e</vt:lpwstr>
  </property>
  <property fmtid="{D5CDD505-2E9C-101B-9397-08002B2CF9AE}" pid="12" name="Producer">
    <vt:lpwstr>Microsoft® PowerPoint® for Microsoft 365</vt:lpwstr>
  </property>
  <property fmtid="{D5CDD505-2E9C-101B-9397-08002B2CF9AE}" pid="13" name="Order">
    <vt:lpwstr>2402100.00000000</vt:lpwstr>
  </property>
  <property fmtid="{D5CDD505-2E9C-101B-9397-08002B2CF9AE}" pid="14" name="ContentTypeId">
    <vt:lpwstr>0x0101002D6AE8085218B1439285ED238A48A69A</vt:lpwstr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